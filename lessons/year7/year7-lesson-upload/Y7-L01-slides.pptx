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93" r:id="rId5"/>
    <p:sldId id="294" r:id="rId6"/>
    <p:sldId id="296" r:id="rId7"/>
    <p:sldId id="297" r:id="rId8"/>
    <p:sldId id="298" r:id="rId9"/>
    <p:sldId id="284" r:id="rId10"/>
    <p:sldId id="295" r:id="rId11"/>
    <p:sldId id="269" r:id="rId12"/>
    <p:sldId id="304" r:id="rId13"/>
  </p:sldIdLst>
  <p:sldSz cx="12192000" cy="6858000"/>
  <p:notesSz cx="6858000" cy="9144000"/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8D6"/>
    <a:srgbClr val="FDFAD3"/>
    <a:srgbClr val="C1D9D1"/>
    <a:srgbClr val="9CC1B5"/>
    <a:srgbClr val="FFFFCC"/>
    <a:srgbClr val="006A4C"/>
    <a:srgbClr val="6A587A"/>
    <a:srgbClr val="7F6A93"/>
    <a:srgbClr val="3E003E"/>
    <a:srgbClr val="DAE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6770F6-CA04-4260-8ED5-DB94D7D80BA9}" v="1" dt="2026-09-08T12:14:45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8"/>
      </p:cViewPr>
      <p:guideLst/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y Peebles" userId="55df9692-3791-40ae-bd44-2b55daecbb6e" providerId="ADAL" clId="{959324A1-24E3-4513-8839-054B18CD0E87}"/>
    <pc:docChg chg="undo custSel addSld delSld modSld sldOrd modMainMaster">
      <pc:chgData name="Amy Peebles" userId="55df9692-3791-40ae-bd44-2b55daecbb6e" providerId="ADAL" clId="{959324A1-24E3-4513-8839-054B18CD0E87}" dt="2026-09-05T09:17:06.117" v="232" actId="14100"/>
      <pc:docMkLst>
        <pc:docMk/>
      </pc:docMkLst>
      <pc:sldChg chg="addSp delSp mod">
        <pc:chgData name="Amy Peebles" userId="55df9692-3791-40ae-bd44-2b55daecbb6e" providerId="ADAL" clId="{959324A1-24E3-4513-8839-054B18CD0E87}" dt="2026-09-05T09:04:36.638" v="154" actId="22"/>
        <pc:sldMkLst>
          <pc:docMk/>
          <pc:sldMk cId="25634001" sldId="269"/>
        </pc:sldMkLst>
      </pc:sldChg>
      <pc:sldChg chg="ord">
        <pc:chgData name="Amy Peebles" userId="55df9692-3791-40ae-bd44-2b55daecbb6e" providerId="ADAL" clId="{959324A1-24E3-4513-8839-054B18CD0E87}" dt="2026-09-02T20:36:21.594" v="16"/>
        <pc:sldMkLst>
          <pc:docMk/>
          <pc:sldMk cId="1999991092" sldId="284"/>
        </pc:sldMkLst>
      </pc:sldChg>
      <pc:sldChg chg="addSp delSp modSp add mod ord setBg">
        <pc:chgData name="Amy Peebles" userId="55df9692-3791-40ae-bd44-2b55daecbb6e" providerId="ADAL" clId="{959324A1-24E3-4513-8839-054B18CD0E87}" dt="2026-09-02T20:39:54.462" v="77" actId="170"/>
        <pc:sldMkLst>
          <pc:docMk/>
          <pc:sldMk cId="3406734976" sldId="293"/>
        </pc:sldMkLst>
        <pc:picChg chg="add mod">
          <ac:chgData name="Amy Peebles" userId="55df9692-3791-40ae-bd44-2b55daecbb6e" providerId="ADAL" clId="{959324A1-24E3-4513-8839-054B18CD0E87}" dt="2026-09-02T20:37:35.088" v="50" actId="14100"/>
          <ac:picMkLst>
            <pc:docMk/>
            <pc:sldMk cId="3406734976" sldId="293"/>
            <ac:picMk id="5" creationId="{15EA270A-AB7F-83E5-DA86-DF366A538A4A}"/>
          </ac:picMkLst>
        </pc:picChg>
        <pc:picChg chg="add mod ord modCrop">
          <ac:chgData name="Amy Peebles" userId="55df9692-3791-40ae-bd44-2b55daecbb6e" providerId="ADAL" clId="{959324A1-24E3-4513-8839-054B18CD0E87}" dt="2026-09-02T20:39:54.462" v="77" actId="170"/>
          <ac:picMkLst>
            <pc:docMk/>
            <pc:sldMk cId="3406734976" sldId="293"/>
            <ac:picMk id="12" creationId="{4FDBFACA-A50A-3B39-0811-B04AEE30839A}"/>
          </ac:picMkLst>
        </pc:picChg>
        <pc:picChg chg="add mod modCrop">
          <ac:chgData name="Amy Peebles" userId="55df9692-3791-40ae-bd44-2b55daecbb6e" providerId="ADAL" clId="{959324A1-24E3-4513-8839-054B18CD0E87}" dt="2026-09-02T20:39:47.837" v="76" actId="14100"/>
          <ac:picMkLst>
            <pc:docMk/>
            <pc:sldMk cId="3406734976" sldId="293"/>
            <ac:picMk id="16" creationId="{A0A0E4D1-47DD-F7B8-53CE-1FDCE85A17E2}"/>
          </ac:picMkLst>
        </pc:picChg>
        <pc:picChg chg="add mod">
          <ac:chgData name="Amy Peebles" userId="55df9692-3791-40ae-bd44-2b55daecbb6e" providerId="ADAL" clId="{959324A1-24E3-4513-8839-054B18CD0E87}" dt="2026-09-02T20:39:35.173" v="72" actId="1076"/>
          <ac:picMkLst>
            <pc:docMk/>
            <pc:sldMk cId="3406734976" sldId="293"/>
            <ac:picMk id="19" creationId="{C48B00CA-3239-67AB-7420-5753AEA92A70}"/>
          </ac:picMkLst>
        </pc:picChg>
      </pc:sldChg>
      <pc:sldChg chg="add ord setBg">
        <pc:chgData name="Amy Peebles" userId="55df9692-3791-40ae-bd44-2b55daecbb6e" providerId="ADAL" clId="{959324A1-24E3-4513-8839-054B18CD0E87}" dt="2026-09-02T20:37:59.168" v="53"/>
        <pc:sldMkLst>
          <pc:docMk/>
          <pc:sldMk cId="3400606351" sldId="294"/>
        </pc:sldMkLst>
      </pc:sldChg>
      <pc:sldChg chg="addSp delSp modSp add mod ord modAnim">
        <pc:chgData name="Amy Peebles" userId="55df9692-3791-40ae-bd44-2b55daecbb6e" providerId="ADAL" clId="{959324A1-24E3-4513-8839-054B18CD0E87}" dt="2026-09-05T09:17:06.117" v="232" actId="14100"/>
        <pc:sldMkLst>
          <pc:docMk/>
          <pc:sldMk cId="4247827674" sldId="295"/>
        </pc:sldMkLst>
        <pc:spChg chg="mod">
          <ac:chgData name="Amy Peebles" userId="55df9692-3791-40ae-bd44-2b55daecbb6e" providerId="ADAL" clId="{959324A1-24E3-4513-8839-054B18CD0E87}" dt="2026-09-05T09:15:56.190" v="228" actId="20577"/>
          <ac:spMkLst>
            <pc:docMk/>
            <pc:sldMk cId="4247827674" sldId="295"/>
            <ac:spMk id="2" creationId="{338E1C45-7563-A0A1-15E5-94EA258E9D71}"/>
          </ac:spMkLst>
        </pc:spChg>
        <pc:spChg chg="mod">
          <ac:chgData name="Amy Peebles" userId="55df9692-3791-40ae-bd44-2b55daecbb6e" providerId="ADAL" clId="{959324A1-24E3-4513-8839-054B18CD0E87}" dt="2026-09-05T09:17:06.117" v="232" actId="14100"/>
          <ac:spMkLst>
            <pc:docMk/>
            <pc:sldMk cId="4247827674" sldId="295"/>
            <ac:spMk id="3" creationId="{555604B9-6B47-6A3C-7CF8-34598330D5C0}"/>
          </ac:spMkLst>
        </pc:spChg>
        <pc:picChg chg="add mod">
          <ac:chgData name="Amy Peebles" userId="55df9692-3791-40ae-bd44-2b55daecbb6e" providerId="ADAL" clId="{959324A1-24E3-4513-8839-054B18CD0E87}" dt="2026-09-05T09:01:37.836" v="143"/>
          <ac:picMkLst>
            <pc:docMk/>
            <pc:sldMk cId="4247827674" sldId="295"/>
            <ac:picMk id="4" creationId="{F68F09C5-2ED6-AF23-6D79-EBFCD22B55DE}"/>
          </ac:picMkLst>
        </pc:picChg>
        <pc:picChg chg="add mod">
          <ac:chgData name="Amy Peebles" userId="55df9692-3791-40ae-bd44-2b55daecbb6e" providerId="ADAL" clId="{959324A1-24E3-4513-8839-054B18CD0E87}" dt="2026-09-05T09:01:51.113" v="147" actId="1076"/>
          <ac:picMkLst>
            <pc:docMk/>
            <pc:sldMk cId="4247827674" sldId="295"/>
            <ac:picMk id="7" creationId="{47D433EF-DE51-EFEF-28C3-743C073E7BF5}"/>
          </ac:picMkLst>
        </pc:picChg>
        <pc:picChg chg="mod">
          <ac:chgData name="Amy Peebles" userId="55df9692-3791-40ae-bd44-2b55daecbb6e" providerId="ADAL" clId="{959324A1-24E3-4513-8839-054B18CD0E87}" dt="2026-09-05T09:01:30.894" v="141" actId="1076"/>
          <ac:picMkLst>
            <pc:docMk/>
            <pc:sldMk cId="4247827674" sldId="295"/>
            <ac:picMk id="18" creationId="{AC9A3A57-9788-E5D8-29ED-EF7D68891A62}"/>
          </ac:picMkLst>
        </pc:picChg>
        <pc:picChg chg="mod">
          <ac:chgData name="Amy Peebles" userId="55df9692-3791-40ae-bd44-2b55daecbb6e" providerId="ADAL" clId="{959324A1-24E3-4513-8839-054B18CD0E87}" dt="2026-09-05T09:01:33.495" v="142" actId="1076"/>
          <ac:picMkLst>
            <pc:docMk/>
            <pc:sldMk cId="4247827674" sldId="295"/>
            <ac:picMk id="20" creationId="{80FE0E50-BBCD-3422-FE2C-7D7C90A84ED5}"/>
          </ac:picMkLst>
        </pc:picChg>
      </pc:sldChg>
      <pc:sldChg chg="delSp modSp add mod ord delAnim">
        <pc:chgData name="Amy Peebles" userId="55df9692-3791-40ae-bd44-2b55daecbb6e" providerId="ADAL" clId="{959324A1-24E3-4513-8839-054B18CD0E87}" dt="2026-09-05T09:16:10.629" v="231"/>
        <pc:sldMkLst>
          <pc:docMk/>
          <pc:sldMk cId="4124781527" sldId="296"/>
        </pc:sldMkLst>
        <pc:spChg chg="mod">
          <ac:chgData name="Amy Peebles" userId="55df9692-3791-40ae-bd44-2b55daecbb6e" providerId="ADAL" clId="{959324A1-24E3-4513-8839-054B18CD0E87}" dt="2026-09-05T09:16:10.629" v="231"/>
          <ac:spMkLst>
            <pc:docMk/>
            <pc:sldMk cId="4124781527" sldId="296"/>
            <ac:spMk id="2" creationId="{C2371977-2D9B-212C-21C2-8D0AA29D434A}"/>
          </ac:spMkLst>
        </pc:spChg>
      </pc:sldChg>
      <pc:sldChg chg="modSp add mod ord">
        <pc:chgData name="Amy Peebles" userId="55df9692-3791-40ae-bd44-2b55daecbb6e" providerId="ADAL" clId="{959324A1-24E3-4513-8839-054B18CD0E87}" dt="2026-09-02T20:41:44.166" v="111" actId="20577"/>
        <pc:sldMkLst>
          <pc:docMk/>
          <pc:sldMk cId="2244400041" sldId="297"/>
        </pc:sldMkLst>
        <pc:spChg chg="mod">
          <ac:chgData name="Amy Peebles" userId="55df9692-3791-40ae-bd44-2b55daecbb6e" providerId="ADAL" clId="{959324A1-24E3-4513-8839-054B18CD0E87}" dt="2026-09-02T20:41:44.166" v="111" actId="20577"/>
          <ac:spMkLst>
            <pc:docMk/>
            <pc:sldMk cId="2244400041" sldId="297"/>
            <ac:spMk id="2" creationId="{6248C3AB-979F-4163-EE87-F469C86AB833}"/>
          </ac:spMkLst>
        </pc:spChg>
        <pc:spChg chg="mod">
          <ac:chgData name="Amy Peebles" userId="55df9692-3791-40ae-bd44-2b55daecbb6e" providerId="ADAL" clId="{959324A1-24E3-4513-8839-054B18CD0E87}" dt="2026-09-02T20:36:56.277" v="22"/>
          <ac:spMkLst>
            <pc:docMk/>
            <pc:sldMk cId="2244400041" sldId="297"/>
            <ac:spMk id="3" creationId="{555604B9-6B47-6A3C-7CF8-34598330D5C0}"/>
          </ac:spMkLst>
        </pc:spChg>
      </pc:sldChg>
      <pc:sldChg chg="delSp modSp add mod ord delAnim">
        <pc:chgData name="Amy Peebles" userId="55df9692-3791-40ae-bd44-2b55daecbb6e" providerId="ADAL" clId="{959324A1-24E3-4513-8839-054B18CD0E87}" dt="2026-09-05T09:16:06.566" v="230"/>
        <pc:sldMkLst>
          <pc:docMk/>
          <pc:sldMk cId="312846470" sldId="298"/>
        </pc:sldMkLst>
        <pc:spChg chg="mod">
          <ac:chgData name="Amy Peebles" userId="55df9692-3791-40ae-bd44-2b55daecbb6e" providerId="ADAL" clId="{959324A1-24E3-4513-8839-054B18CD0E87}" dt="2026-09-05T09:16:06.566" v="230"/>
          <ac:spMkLst>
            <pc:docMk/>
            <pc:sldMk cId="312846470" sldId="298"/>
            <ac:spMk id="2" creationId="{B656ECB4-ABEA-AD1C-BD10-3A4A93393BEB}"/>
          </ac:spMkLst>
        </pc:spChg>
        <pc:spChg chg="mod">
          <ac:chgData name="Amy Peebles" userId="55df9692-3791-40ae-bd44-2b55daecbb6e" providerId="ADAL" clId="{959324A1-24E3-4513-8839-054B18CD0E87}" dt="2026-09-02T20:36:56.277" v="22"/>
          <ac:spMkLst>
            <pc:docMk/>
            <pc:sldMk cId="312846470" sldId="298"/>
            <ac:spMk id="3" creationId="{B3E93A55-FB93-9206-499D-896821703B57}"/>
          </ac:spMkLst>
        </pc:spChg>
        <pc:spChg chg="mod">
          <ac:chgData name="Amy Peebles" userId="55df9692-3791-40ae-bd44-2b55daecbb6e" providerId="ADAL" clId="{959324A1-24E3-4513-8839-054B18CD0E87}" dt="2026-09-05T09:00:32.388" v="125" actId="1076"/>
          <ac:spMkLst>
            <pc:docMk/>
            <pc:sldMk cId="312846470" sldId="298"/>
            <ac:spMk id="12" creationId="{AF8A939C-F12E-ADE3-DDF2-020F318A5167}"/>
          </ac:spMkLst>
        </pc:spChg>
        <pc:picChg chg="mod">
          <ac:chgData name="Amy Peebles" userId="55df9692-3791-40ae-bd44-2b55daecbb6e" providerId="ADAL" clId="{959324A1-24E3-4513-8839-054B18CD0E87}" dt="2026-09-05T09:00:32.388" v="125" actId="1076"/>
          <ac:picMkLst>
            <pc:docMk/>
            <pc:sldMk cId="312846470" sldId="298"/>
            <ac:picMk id="13" creationId="{36EAEADF-CC2D-00AE-C9EB-67549E60564D}"/>
          </ac:picMkLst>
        </pc:picChg>
      </pc:sldChg>
      <pc:sldChg chg="add">
        <pc:chgData name="Amy Peebles" userId="55df9692-3791-40ae-bd44-2b55daecbb6e" providerId="ADAL" clId="{959324A1-24E3-4513-8839-054B18CD0E87}" dt="2026-09-05T09:04:41.804" v="155"/>
        <pc:sldMkLst>
          <pc:docMk/>
          <pc:sldMk cId="3037408485" sldId="304"/>
        </pc:sldMkLst>
      </pc:sldChg>
      <pc:sldMasterChg chg="setBg modSldLayout">
        <pc:chgData name="Amy Peebles" userId="55df9692-3791-40ae-bd44-2b55daecbb6e" providerId="ADAL" clId="{959324A1-24E3-4513-8839-054B18CD0E87}" dt="2026-09-02T20:37:43.739" v="52"/>
        <pc:sldMasterMkLst>
          <pc:docMk/>
          <pc:sldMasterMk cId="2460954070" sldId="2147483660"/>
        </pc:sldMasterMkLst>
        <pc:sldLayoutChg chg="setBg">
          <pc:chgData name="Amy Peebles" userId="55df9692-3791-40ae-bd44-2b55daecbb6e" providerId="ADAL" clId="{959324A1-24E3-4513-8839-054B18CD0E87}" dt="2026-09-02T20:37:43.739" v="52"/>
          <pc:sldLayoutMkLst>
            <pc:docMk/>
            <pc:sldMasterMk cId="2460954070" sldId="2147483660"/>
            <pc:sldLayoutMk cId="2385387890" sldId="2147483661"/>
          </pc:sldLayoutMkLst>
        </pc:sldLayoutChg>
        <pc:sldLayoutChg chg="setBg">
          <pc:chgData name="Amy Peebles" userId="55df9692-3791-40ae-bd44-2b55daecbb6e" providerId="ADAL" clId="{959324A1-24E3-4513-8839-054B18CD0E87}" dt="2026-09-02T20:37:43.739" v="52"/>
          <pc:sldLayoutMkLst>
            <pc:docMk/>
            <pc:sldMasterMk cId="2460954070" sldId="2147483660"/>
            <pc:sldLayoutMk cId="1248076482" sldId="2147483662"/>
          </pc:sldLayoutMkLst>
        </pc:sldLayoutChg>
        <pc:sldLayoutChg chg="setBg">
          <pc:chgData name="Amy Peebles" userId="55df9692-3791-40ae-bd44-2b55daecbb6e" providerId="ADAL" clId="{959324A1-24E3-4513-8839-054B18CD0E87}" dt="2026-09-02T20:37:43.739" v="52"/>
          <pc:sldLayoutMkLst>
            <pc:docMk/>
            <pc:sldMasterMk cId="2460954070" sldId="2147483660"/>
            <pc:sldLayoutMk cId="1139035286" sldId="2147483663"/>
          </pc:sldLayoutMkLst>
        </pc:sldLayoutChg>
        <pc:sldLayoutChg chg="setBg">
          <pc:chgData name="Amy Peebles" userId="55df9692-3791-40ae-bd44-2b55daecbb6e" providerId="ADAL" clId="{959324A1-24E3-4513-8839-054B18CD0E87}" dt="2026-09-02T20:37:43.739" v="52"/>
          <pc:sldLayoutMkLst>
            <pc:docMk/>
            <pc:sldMasterMk cId="2460954070" sldId="2147483660"/>
            <pc:sldLayoutMk cId="4135159618" sldId="2147483664"/>
          </pc:sldLayoutMkLst>
        </pc:sldLayoutChg>
        <pc:sldLayoutChg chg="setBg">
          <pc:chgData name="Amy Peebles" userId="55df9692-3791-40ae-bd44-2b55daecbb6e" providerId="ADAL" clId="{959324A1-24E3-4513-8839-054B18CD0E87}" dt="2026-09-02T20:37:43.739" v="52"/>
          <pc:sldLayoutMkLst>
            <pc:docMk/>
            <pc:sldMasterMk cId="2460954070" sldId="2147483660"/>
            <pc:sldLayoutMk cId="3450157072" sldId="2147483665"/>
          </pc:sldLayoutMkLst>
        </pc:sldLayoutChg>
        <pc:sldLayoutChg chg="setBg">
          <pc:chgData name="Amy Peebles" userId="55df9692-3791-40ae-bd44-2b55daecbb6e" providerId="ADAL" clId="{959324A1-24E3-4513-8839-054B18CD0E87}" dt="2026-09-02T20:37:43.739" v="52"/>
          <pc:sldLayoutMkLst>
            <pc:docMk/>
            <pc:sldMasterMk cId="2460954070" sldId="2147483660"/>
            <pc:sldLayoutMk cId="110317824" sldId="2147483666"/>
          </pc:sldLayoutMkLst>
        </pc:sldLayoutChg>
      </pc:sldMasterChg>
    </pc:docChg>
  </pc:docChgLst>
  <pc:docChgLst>
    <pc:chgData name="Jerome Thompson" userId="4f107d6c-b8c4-4a9a-838b-373d44ae3199" providerId="ADAL" clId="{930666A5-891E-4DD5-A107-F13CDF70D1A2}"/>
    <pc:docChg chg="modSld">
      <pc:chgData name="Jerome Thompson" userId="4f107d6c-b8c4-4a9a-838b-373d44ae3199" providerId="ADAL" clId="{930666A5-891E-4DD5-A107-F13CDF70D1A2}" dt="2026-09-08T12:14:45.904" v="0"/>
      <pc:docMkLst>
        <pc:docMk/>
      </pc:docMkLst>
      <pc:sldChg chg="modSp">
        <pc:chgData name="Jerome Thompson" userId="4f107d6c-b8c4-4a9a-838b-373d44ae3199" providerId="ADAL" clId="{930666A5-891E-4DD5-A107-F13CDF70D1A2}" dt="2026-09-08T12:14:45.904" v="0"/>
        <pc:sldMkLst>
          <pc:docMk/>
          <pc:sldMk cId="25634001" sldId="269"/>
        </pc:sldMkLst>
        <pc:spChg chg="mod">
          <ac:chgData name="Jerome Thompson" userId="4f107d6c-b8c4-4a9a-838b-373d44ae3199" providerId="ADAL" clId="{930666A5-891E-4DD5-A107-F13CDF70D1A2}" dt="2026-09-08T12:14:45.904" v="0"/>
          <ac:spMkLst>
            <pc:docMk/>
            <pc:sldMk cId="25634001" sldId="269"/>
            <ac:spMk id="3" creationId="{53331BBD-8C9C-DB1F-0DA8-231B5763330A}"/>
          </ac:spMkLst>
        </pc:spChg>
      </pc:sldChg>
    </pc:docChg>
  </pc:docChgLst>
  <pc:docChgLst>
    <pc:chgData name="Amy Peebles" userId="55df9692-3791-40ae-bd44-2b55daecbb6e" providerId="ADAL" clId="{AD7B0AA9-79D7-48EA-9628-4791FFC8E1B8}"/>
    <pc:docChg chg="custSel modSld">
      <pc:chgData name="Amy Peebles" userId="55df9692-3791-40ae-bd44-2b55daecbb6e" providerId="ADAL" clId="{AD7B0AA9-79D7-48EA-9628-4791FFC8E1B8}" dt="2026-09-07T11:29:20.330" v="185"/>
      <pc:docMkLst>
        <pc:docMk/>
      </pc:docMkLst>
      <pc:sldChg chg="addSp modSp mod">
        <pc:chgData name="Amy Peebles" userId="55df9692-3791-40ae-bd44-2b55daecbb6e" providerId="ADAL" clId="{AD7B0AA9-79D7-48EA-9628-4791FFC8E1B8}" dt="2026-09-07T11:29:20.330" v="185"/>
        <pc:sldMkLst>
          <pc:docMk/>
          <pc:sldMk cId="25634001" sldId="269"/>
        </pc:sldMkLst>
        <pc:spChg chg="add mod">
          <ac:chgData name="Amy Peebles" userId="55df9692-3791-40ae-bd44-2b55daecbb6e" providerId="ADAL" clId="{AD7B0AA9-79D7-48EA-9628-4791FFC8E1B8}" dt="2026-09-07T11:29:20.330" v="185"/>
          <ac:spMkLst>
            <pc:docMk/>
            <pc:sldMk cId="25634001" sldId="269"/>
            <ac:spMk id="3" creationId="{53331BBD-8C9C-DB1F-0DA8-231B5763330A}"/>
          </ac:spMkLst>
        </pc:spChg>
      </pc:sldChg>
      <pc:sldChg chg="addSp delSp modSp mod">
        <pc:chgData name="Amy Peebles" userId="55df9692-3791-40ae-bd44-2b55daecbb6e" providerId="ADAL" clId="{AD7B0AA9-79D7-48EA-9628-4791FFC8E1B8}" dt="2026-09-03T11:53:13.456" v="169" actId="20577"/>
        <pc:sldMkLst>
          <pc:docMk/>
          <pc:sldMk cId="4124781527" sldId="296"/>
        </pc:sldMkLst>
        <pc:spChg chg="add mod">
          <ac:chgData name="Amy Peebles" userId="55df9692-3791-40ae-bd44-2b55daecbb6e" providerId="ADAL" clId="{AD7B0AA9-79D7-48EA-9628-4791FFC8E1B8}" dt="2026-09-03T11:53:13.456" v="169" actId="20577"/>
          <ac:spMkLst>
            <pc:docMk/>
            <pc:sldMk cId="4124781527" sldId="296"/>
            <ac:spMk id="9" creationId="{5231ABDE-2BF3-4C6D-1BDA-B5BC2AB1FC44}"/>
          </ac:spMkLst>
        </pc:spChg>
        <pc:picChg chg="add mod">
          <ac:chgData name="Amy Peebles" userId="55df9692-3791-40ae-bd44-2b55daecbb6e" providerId="ADAL" clId="{AD7B0AA9-79D7-48EA-9628-4791FFC8E1B8}" dt="2026-09-03T11:53:11.140" v="168"/>
          <ac:picMkLst>
            <pc:docMk/>
            <pc:sldMk cId="4124781527" sldId="296"/>
            <ac:picMk id="8" creationId="{A0A0DAAD-2E5D-1D30-C70B-10C8114F0E53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55C777-F955-4B11-85EF-033529863E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F2B2F-A92E-46B4-9E15-A6A9D365FD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4B104-792C-4978-B6A9-07FC550E3115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6DE689-54D7-4E87-8D1F-B6298DD008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32D16D-3B6B-4CA1-977B-687D4D7419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CB57C-B10F-4871-A4D3-586A13C53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130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216758-EAD6-4A71-A8FD-CCC27153C41D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04024-520A-4FA2-A6CD-537239085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306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884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04024-520A-4FA2-A6CD-537239085D0A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17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uter Sci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E4E071-A5ED-7FA2-B941-6B3D19A62717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2516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2">
            <a:extLst>
              <a:ext uri="{FF2B5EF4-FFF2-40B4-BE49-F238E27FC236}">
                <a16:creationId xmlns:a16="http://schemas.microsoft.com/office/drawing/2014/main" id="{ABC7C60A-21C0-C46F-AF62-3A70277B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F7583BF-CB5B-480C-212A-68654FBA8AE5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 Placeholder 22">
            <a:extLst>
              <a:ext uri="{FF2B5EF4-FFF2-40B4-BE49-F238E27FC236}">
                <a16:creationId xmlns:a16="http://schemas.microsoft.com/office/drawing/2014/main" id="{83544672-6F1F-FB05-EC77-01E20EF3FF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746B2A39-90FD-7EA0-7E4B-1486AF0FD8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20" name="Text Placeholder 26">
            <a:extLst>
              <a:ext uri="{FF2B5EF4-FFF2-40B4-BE49-F238E27FC236}">
                <a16:creationId xmlns:a16="http://schemas.microsoft.com/office/drawing/2014/main" id="{B3D9F8A3-F5FA-2710-4C2D-15B4BE81FB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22" name="Text Placeholder 26">
            <a:extLst>
              <a:ext uri="{FF2B5EF4-FFF2-40B4-BE49-F238E27FC236}">
                <a16:creationId xmlns:a16="http://schemas.microsoft.com/office/drawing/2014/main" id="{97B5D19A-DF34-A2CD-E63C-ED7613E305C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24" name="Graphic 23" descr="Lightbulb and gear">
            <a:extLst>
              <a:ext uri="{FF2B5EF4-FFF2-40B4-BE49-F238E27FC236}">
                <a16:creationId xmlns:a16="http://schemas.microsoft.com/office/drawing/2014/main" id="{4E163FE9-800E-1B25-73A1-6601DEE08E6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34" name="Graphic 33" descr="Lightbulb and gear">
            <a:extLst>
              <a:ext uri="{FF2B5EF4-FFF2-40B4-BE49-F238E27FC236}">
                <a16:creationId xmlns:a16="http://schemas.microsoft.com/office/drawing/2014/main" id="{8ADE9D20-775C-C802-87A8-D5D93BCA0A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35" name="Graphic 34" descr="Lightbulb and gear">
            <a:extLst>
              <a:ext uri="{FF2B5EF4-FFF2-40B4-BE49-F238E27FC236}">
                <a16:creationId xmlns:a16="http://schemas.microsoft.com/office/drawing/2014/main" id="{73151FBD-4681-3AB8-1A3D-C86ED3B7C2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36" name="Graphic 35" descr="Key">
            <a:extLst>
              <a:ext uri="{FF2B5EF4-FFF2-40B4-BE49-F238E27FC236}">
                <a16:creationId xmlns:a16="http://schemas.microsoft.com/office/drawing/2014/main" id="{8A409B86-7E12-70DA-8F91-D6709992C0B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51430892-FE2D-4C4C-5085-654525FA40D9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7.1 BINARY, BITMAPS &amp; Beyond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FCCD8B-D9F0-2100-3326-104074AEBF7C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6A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Computer Science </a:t>
            </a:r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6" name="Text Placeholder 30">
            <a:extLst>
              <a:ext uri="{FF2B5EF4-FFF2-40B4-BE49-F238E27FC236}">
                <a16:creationId xmlns:a16="http://schemas.microsoft.com/office/drawing/2014/main" id="{14DC87E9-701C-02DE-D9AF-71A5B819D3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 Techn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8" y="89529"/>
            <a:ext cx="8122515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chemeClr val="accent1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5F93188-CCBA-B877-D46E-928F82DED82F}"/>
              </a:ext>
            </a:extLst>
          </p:cNvPr>
          <p:cNvCxnSpPr>
            <a:cxnSpLocks/>
          </p:cNvCxnSpPr>
          <p:nvPr userDrawn="1"/>
        </p:nvCxnSpPr>
        <p:spPr>
          <a:xfrm>
            <a:off x="840508" y="572071"/>
            <a:ext cx="8121494" cy="1777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itle 1">
            <a:extLst>
              <a:ext uri="{FF2B5EF4-FFF2-40B4-BE49-F238E27FC236}">
                <a16:creationId xmlns:a16="http://schemas.microsoft.com/office/drawing/2014/main" id="{4A250323-FFCF-FCA6-DE9D-0DC17484410F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45" name="Text Placeholder 22">
            <a:extLst>
              <a:ext uri="{FF2B5EF4-FFF2-40B4-BE49-F238E27FC236}">
                <a16:creationId xmlns:a16="http://schemas.microsoft.com/office/drawing/2014/main" id="{55DBC8CD-A632-03D1-7C74-0C89988377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6DF2579E-08EC-C970-5C55-E6BBBC124A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3A0DE0D7-B7B1-3642-50DE-3CBF3059CF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DE03672B-0083-C11B-F252-D8829AFF20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49" name="Graphic 48" descr="Lightbulb and gear">
            <a:extLst>
              <a:ext uri="{FF2B5EF4-FFF2-40B4-BE49-F238E27FC236}">
                <a16:creationId xmlns:a16="http://schemas.microsoft.com/office/drawing/2014/main" id="{76A6CA63-CF50-73E7-7606-DDDA11E906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50" name="Graphic 49" descr="Lightbulb and gear">
            <a:extLst>
              <a:ext uri="{FF2B5EF4-FFF2-40B4-BE49-F238E27FC236}">
                <a16:creationId xmlns:a16="http://schemas.microsoft.com/office/drawing/2014/main" id="{589701BB-333D-0904-2D27-EEDDD9F0B6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51" name="Graphic 50" descr="Lightbulb and gear">
            <a:extLst>
              <a:ext uri="{FF2B5EF4-FFF2-40B4-BE49-F238E27FC236}">
                <a16:creationId xmlns:a16="http://schemas.microsoft.com/office/drawing/2014/main" id="{1D2D09CF-4CBB-5EB1-666B-27B2692B2A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52" name="Graphic 51" descr="Key">
            <a:extLst>
              <a:ext uri="{FF2B5EF4-FFF2-40B4-BE49-F238E27FC236}">
                <a16:creationId xmlns:a16="http://schemas.microsoft.com/office/drawing/2014/main" id="{3140F46D-F29D-4991-3657-F48D729696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CDC3DE9-E720-CA7D-E04D-91B4CFC61E60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7.1 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88A44-38AE-E7B4-6E89-8AB460EB8CFD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Information Technology </a:t>
            </a:r>
            <a:r>
              <a:rPr lang="en-GB" sz="1600" b="0" kern="1200" spc="300">
                <a:solidFill>
                  <a:schemeClr val="accent1"/>
                </a:solidFill>
                <a:latin typeface="Avenir Next LT Pro" panose="020B0504020202020204" pitchFamily="34" charset="0"/>
                <a:ea typeface="+mn-ea"/>
                <a:cs typeface="+mn-cs"/>
              </a:rPr>
              <a:t>.</a:t>
            </a:r>
          </a:p>
        </p:txBody>
      </p:sp>
      <p:sp>
        <p:nvSpPr>
          <p:cNvPr id="3" name="Text Placeholder 30">
            <a:extLst>
              <a:ext uri="{FF2B5EF4-FFF2-40B4-BE49-F238E27FC236}">
                <a16:creationId xmlns:a16="http://schemas.microsoft.com/office/drawing/2014/main" id="{2DA97A1F-0F1F-A05E-9AE8-34E5684285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903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Literac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8121492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812251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03F71-44F9-FC9D-A6A7-F0A6B2E7ED5C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8A17AAE5-43DC-EB1F-24F3-4BA6BB18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4F3B6411-5F47-5742-4856-3DEBEAC11AD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175EA55-93EB-425B-AD43-3D0CB8A1E11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D96D4149-1F6D-0F63-0FE1-EB173E6A5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EF10083E-FE3F-5671-6D6C-5DBE25ABF4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F369106B-45B8-D8B0-C783-E6776F8201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AE6F5A45-3000-5968-C5D8-1AE5D2C32C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30C285F6-426A-C1EB-E37E-05D3B416C5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C0E48FA-CA1F-C773-8A51-2B17AEAD1971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7.1 BINARY, BITMAPS &amp; Beyond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7937789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135159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Literacy - NoL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840509" y="564612"/>
            <a:ext cx="10524369" cy="0"/>
          </a:xfrm>
          <a:prstGeom prst="line">
            <a:avLst/>
          </a:prstGeom>
          <a:ln w="38100">
            <a:solidFill>
              <a:srgbClr val="6A587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509" y="89529"/>
            <a:ext cx="10525696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6A587A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CF14B0AD-6DA6-145D-2D07-F11D5BCD7D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25235" y="802943"/>
            <a:ext cx="10286314" cy="535023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96ABD-A480-62DA-E7B8-003F236972E0}"/>
              </a:ext>
            </a:extLst>
          </p:cNvPr>
          <p:cNvSpPr/>
          <p:nvPr userDrawn="1"/>
        </p:nvSpPr>
        <p:spPr>
          <a:xfrm>
            <a:off x="0" y="0"/>
            <a:ext cx="840509" cy="6858000"/>
          </a:xfrm>
          <a:prstGeom prst="rect">
            <a:avLst/>
          </a:prstGeom>
          <a:solidFill>
            <a:srgbClr val="6A587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r"/>
            <a:r>
              <a:rPr lang="en-GB" sz="1600" b="0" kern="1200" spc="300">
                <a:solidFill>
                  <a:schemeClr val="bg1"/>
                </a:solidFill>
                <a:latin typeface="Avenir Next LT Pro" panose="020B0504020202020204" pitchFamily="34" charset="0"/>
                <a:ea typeface="+mn-ea"/>
                <a:cs typeface="+mn-cs"/>
              </a:rPr>
              <a:t>Digital Literacy </a:t>
            </a:r>
            <a:r>
              <a:rPr lang="en-GB" sz="1600" b="0" kern="1200" spc="300">
                <a:solidFill>
                  <a:srgbClr val="6A587A"/>
                </a:solidFill>
                <a:latin typeface="Avenir Next LT Pro" panose="020B0504020202020204" pitchFamily="34" charset="0"/>
                <a:ea typeface="+mn-ea"/>
                <a:cs typeface="+mn-cs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0317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8521041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8551615" cy="4938713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8528461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FA5D7AB-0872-4921-8ECD-C0B285539211}"/>
              </a:ext>
            </a:extLst>
          </p:cNvPr>
          <p:cNvSpPr txBox="1">
            <a:spLocks/>
          </p:cNvSpPr>
          <p:nvPr userDrawn="1"/>
        </p:nvSpPr>
        <p:spPr>
          <a:xfrm>
            <a:off x="9237684" y="0"/>
            <a:ext cx="2954315" cy="536904"/>
          </a:xfrm>
          <a:prstGeom prst="rect">
            <a:avLst/>
          </a:prstGeom>
          <a:solidFill>
            <a:srgbClr val="75B18B"/>
          </a:solidFill>
          <a:ln>
            <a:solidFill>
              <a:srgbClr val="75B18B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t"/>
            <a:r>
              <a:rPr lang="en-GB" sz="2000" b="1" u="none">
                <a:solidFill>
                  <a:schemeClr val="bg1"/>
                </a:solidFill>
                <a:latin typeface="Daytona" panose="020B0604030500040204" pitchFamily="34" charset="0"/>
                <a:cs typeface="Segoe UI" panose="020B0502040204020203" pitchFamily="34" charset="0"/>
              </a:rPr>
              <a:t>Lesson Objectives</a:t>
            </a:r>
            <a:endParaRPr lang="en-US" sz="2000" b="1" u="none">
              <a:solidFill>
                <a:schemeClr val="bg1"/>
              </a:solidFill>
              <a:latin typeface="Daytona" panose="020B060403050004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Text Placeholder 22">
            <a:extLst>
              <a:ext uri="{FF2B5EF4-FFF2-40B4-BE49-F238E27FC236}">
                <a16:creationId xmlns:a16="http://schemas.microsoft.com/office/drawing/2014/main" id="{D1DFE3C3-567F-C3B9-5973-C1444EB20BC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45921" y="1084470"/>
            <a:ext cx="1790541" cy="913834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US" sz="1400" b="1" kern="1200" dirty="0" smtClean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 marL="0" indent="0" algn="l" defTabSz="914400" rtl="0" eaLnBrk="1" fontAlgn="t" latinLnBrk="0" hangingPunct="1">
              <a:lnSpc>
                <a:spcPct val="90000"/>
              </a:lnSpc>
              <a:spcBef>
                <a:spcPct val="0"/>
              </a:spcBef>
              <a:buNone/>
              <a:defRPr lang="en-GB" sz="1400" b="1" kern="1200" dirty="0">
                <a:solidFill>
                  <a:srgbClr val="006E53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1…</a:t>
            </a:r>
            <a:endParaRPr lang="en-GB"/>
          </a:p>
        </p:txBody>
      </p:sp>
      <p:sp>
        <p:nvSpPr>
          <p:cNvPr id="4" name="Text Placeholder 24">
            <a:extLst>
              <a:ext uri="{FF2B5EF4-FFF2-40B4-BE49-F238E27FC236}">
                <a16:creationId xmlns:a16="http://schemas.microsoft.com/office/drawing/2014/main" id="{A7015D62-A861-7A29-7930-18A4092AEA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45921" y="2358780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  <a:lvl5pPr>
              <a:defRPr lang="en-GB" sz="1400" b="1" kern="1200" dirty="0">
                <a:solidFill>
                  <a:srgbClr val="0070C0"/>
                </a:solidFill>
                <a:latin typeface="Corbel Light" panose="020B0303020204020204" pitchFamily="34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Objective 2…</a:t>
            </a:r>
            <a:endParaRPr lang="en-GB"/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31D8C83A-FD62-C374-BAAF-029F25BD98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45920" y="3661466"/>
            <a:ext cx="1790541" cy="94221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1200" b="0" kern="1200" dirty="0" smtClean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Objective 3…</a:t>
            </a:r>
          </a:p>
        </p:txBody>
      </p:sp>
      <p:sp>
        <p:nvSpPr>
          <p:cNvPr id="6" name="Text Placeholder 26">
            <a:extLst>
              <a:ext uri="{FF2B5EF4-FFF2-40B4-BE49-F238E27FC236}">
                <a16:creationId xmlns:a16="http://schemas.microsoft.com/office/drawing/2014/main" id="{4171082B-C598-9F9E-7C86-A0B2529853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40784" y="5210964"/>
            <a:ext cx="1790541" cy="94221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GB" sz="1200" b="0" kern="1200" dirty="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+mj-cs"/>
              </a:defRPr>
            </a:lvl1pPr>
            <a:lvl2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2pPr>
            <a:lvl3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3pPr>
            <a:lvl4pPr>
              <a:defRPr lang="en-US" sz="1400" b="1" kern="1200" dirty="0" smtClean="0">
                <a:solidFill>
                  <a:srgbClr val="C00000"/>
                </a:solidFill>
                <a:latin typeface="Corbel Light" panose="020B0303020204020204" pitchFamily="34" charset="0"/>
                <a:ea typeface="+mj-ea"/>
                <a:cs typeface="+mj-cs"/>
              </a:defRPr>
            </a:lvl4pPr>
          </a:lstStyle>
          <a:p>
            <a:pPr lvl="0"/>
            <a:r>
              <a:rPr lang="en-GB"/>
              <a:t>Key Terms</a:t>
            </a:r>
          </a:p>
        </p:txBody>
      </p:sp>
      <p:pic>
        <p:nvPicPr>
          <p:cNvPr id="7" name="Graphic 6" descr="Lightbulb and gear">
            <a:extLst>
              <a:ext uri="{FF2B5EF4-FFF2-40B4-BE49-F238E27FC236}">
                <a16:creationId xmlns:a16="http://schemas.microsoft.com/office/drawing/2014/main" id="{FB17DD32-0160-A34A-A979-FD71112F19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1" y="1211961"/>
            <a:ext cx="658851" cy="658851"/>
          </a:xfrm>
          <a:prstGeom prst="rect">
            <a:avLst/>
          </a:prstGeom>
        </p:spPr>
      </p:pic>
      <p:pic>
        <p:nvPicPr>
          <p:cNvPr id="8" name="Graphic 7" descr="Lightbulb and gear">
            <a:extLst>
              <a:ext uri="{FF2B5EF4-FFF2-40B4-BE49-F238E27FC236}">
                <a16:creationId xmlns:a16="http://schemas.microsoft.com/office/drawing/2014/main" id="{E47F7F0F-D9D7-E029-C0A8-AB4B7331B4D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2480116"/>
            <a:ext cx="658851" cy="658851"/>
          </a:xfrm>
          <a:prstGeom prst="rect">
            <a:avLst/>
          </a:prstGeom>
        </p:spPr>
      </p:pic>
      <p:pic>
        <p:nvPicPr>
          <p:cNvPr id="9" name="Graphic 8" descr="Lightbulb and gear">
            <a:extLst>
              <a:ext uri="{FF2B5EF4-FFF2-40B4-BE49-F238E27FC236}">
                <a16:creationId xmlns:a16="http://schemas.microsoft.com/office/drawing/2014/main" id="{9D8E8891-285C-FC80-4489-1A82549131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87070" y="3751389"/>
            <a:ext cx="658851" cy="658851"/>
          </a:xfrm>
          <a:prstGeom prst="rect">
            <a:avLst/>
          </a:prstGeom>
        </p:spPr>
      </p:pic>
      <p:pic>
        <p:nvPicPr>
          <p:cNvPr id="10" name="Graphic 9" descr="Key">
            <a:extLst>
              <a:ext uri="{FF2B5EF4-FFF2-40B4-BE49-F238E27FC236}">
                <a16:creationId xmlns:a16="http://schemas.microsoft.com/office/drawing/2014/main" id="{0B11F6A0-4496-696B-2E38-027FD12E580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0292691">
            <a:off x="9611359" y="4916491"/>
            <a:ext cx="658851" cy="65885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8E2B28E-7E33-9F12-1A55-A7BCF24D5CF2}"/>
              </a:ext>
            </a:extLst>
          </p:cNvPr>
          <p:cNvSpPr/>
          <p:nvPr userDrawn="1"/>
        </p:nvSpPr>
        <p:spPr>
          <a:xfrm>
            <a:off x="9230264" y="539794"/>
            <a:ext cx="2961736" cy="263149"/>
          </a:xfrm>
          <a:prstGeom prst="rect">
            <a:avLst/>
          </a:prstGeom>
          <a:solidFill>
            <a:srgbClr val="DAEAE0"/>
          </a:solidFill>
        </p:spPr>
        <p:txBody>
          <a:bodyPr wrap="square" lIns="91440" tIns="45720" rIns="91440" bIns="45720" anchor="t">
            <a:sp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200" b="0" i="0" u="none" strike="noStrike" kern="1200" cap="all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Daytona" panose="020B0604030500040204" pitchFamily="34" charset="0"/>
                <a:ea typeface="+mn-ea"/>
                <a:cs typeface="+mn-cs"/>
              </a:rPr>
              <a:t>7.1 BINARY, BITMAPS &amp; Beyond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5" name="Picture 14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4BE2AA00-5673-24F4-60B8-662EE8BCF0D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6026"/>
            <a:ext cx="1165400" cy="11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076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6651F94-8E7A-495E-B009-8B5952B4E730}"/>
              </a:ext>
            </a:extLst>
          </p:cNvPr>
          <p:cNvCxnSpPr>
            <a:cxnSpLocks/>
          </p:cNvCxnSpPr>
          <p:nvPr userDrawn="1"/>
        </p:nvCxnSpPr>
        <p:spPr>
          <a:xfrm>
            <a:off x="465138" y="564612"/>
            <a:ext cx="11284548" cy="0"/>
          </a:xfrm>
          <a:prstGeom prst="line">
            <a:avLst/>
          </a:prstGeom>
          <a:ln w="38100">
            <a:solidFill>
              <a:srgbClr val="75B18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D0AD5-7871-438B-BF3E-244105F96A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4564" y="698185"/>
            <a:ext cx="11325037" cy="5595201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1pPr>
            <a:lvl2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2pPr>
            <a:lvl3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3pPr>
            <a:lvl4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4pPr>
            <a:lvl5pPr>
              <a:defRPr sz="2400">
                <a:latin typeface="Daytona" panose="020B0604030500040204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3" name="Title 2">
            <a:extLst>
              <a:ext uri="{FF2B5EF4-FFF2-40B4-BE49-F238E27FC236}">
                <a16:creationId xmlns:a16="http://schemas.microsoft.com/office/drawing/2014/main" id="{F006E9C2-BD6A-4A4A-A4E9-DCC2852F4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4" y="89529"/>
            <a:ext cx="11294374" cy="482542"/>
          </a:xfrm>
          <a:prstGeom prst="rect">
            <a:avLst/>
          </a:prstGeom>
        </p:spPr>
        <p:txBody>
          <a:bodyPr/>
          <a:lstStyle>
            <a:lvl1pPr algn="ctr">
              <a:defRPr sz="2800" b="1">
                <a:solidFill>
                  <a:srgbClr val="006E53"/>
                </a:solidFill>
                <a:latin typeface="Daytona" panose="020B0604030500040204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8B81D4-75D3-B325-AE1F-F67199350927}"/>
              </a:ext>
            </a:extLst>
          </p:cNvPr>
          <p:cNvSpPr/>
          <p:nvPr userDrawn="1"/>
        </p:nvSpPr>
        <p:spPr>
          <a:xfrm>
            <a:off x="1" y="6486236"/>
            <a:ext cx="12192000" cy="380999"/>
          </a:xfrm>
          <a:prstGeom prst="rect">
            <a:avLst/>
          </a:prstGeom>
          <a:solidFill>
            <a:srgbClr val="C1D9D1"/>
          </a:solidFill>
          <a:ln>
            <a:solidFill>
              <a:srgbClr val="C1D9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1600" b="0" kern="1200" spc="300">
                <a:solidFill>
                  <a:srgbClr val="006A4C"/>
                </a:solidFill>
                <a:latin typeface="Avenir Next LT Pro" panose="020B0504020202020204" pitchFamily="34" charset="0"/>
                <a:ea typeface="+mn-ea"/>
                <a:cs typeface="+mn-cs"/>
              </a:rPr>
              <a:t>Proficient, responsible and innovative problem solvers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F77C40-2E5C-01C5-526F-BCB40E27E0A6}"/>
              </a:ext>
            </a:extLst>
          </p:cNvPr>
          <p:cNvSpPr/>
          <p:nvPr userDrawn="1"/>
        </p:nvSpPr>
        <p:spPr>
          <a:xfrm>
            <a:off x="0" y="6153174"/>
            <a:ext cx="723901" cy="514325"/>
          </a:xfrm>
          <a:prstGeom prst="rect">
            <a:avLst/>
          </a:prstGeom>
          <a:solidFill>
            <a:srgbClr val="C1D9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GB" sz="1600" b="0" kern="1200" spc="300">
              <a:solidFill>
                <a:srgbClr val="00684B"/>
              </a:solidFill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pic>
        <p:nvPicPr>
          <p:cNvPr id="14" name="Picture 13" descr="A green circle with white text&#10;&#10;Description automatically generated">
            <a:extLst>
              <a:ext uri="{FF2B5EF4-FFF2-40B4-BE49-F238E27FC236}">
                <a16:creationId xmlns:a16="http://schemas.microsoft.com/office/drawing/2014/main" id="{F7BF061B-E249-7F97-7002-11A2C3C5B97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6026"/>
            <a:ext cx="1165400" cy="114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57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A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2" r:id="rId5"/>
    <p:sldLayoutId id="214748366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microsoft.com/office/2007/relationships/hdphoto" Target="../media/hdphoto1.wdp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microsoft.com/office/2007/relationships/hdphoto" Target="../media/hdphoto3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microsoft.com/office/2007/relationships/hdphoto" Target="../media/hdphoto2.wdp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ACA9CA-42BB-7AAC-53FB-DEBA4236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A6E92B-0836-C72A-4BCA-D8830DB12C33}"/>
              </a:ext>
            </a:extLst>
          </p:cNvPr>
          <p:cNvSpPr/>
          <p:nvPr/>
        </p:nvSpPr>
        <p:spPr>
          <a:xfrm>
            <a:off x="311085" y="424206"/>
            <a:ext cx="11670383" cy="320512"/>
          </a:xfrm>
          <a:prstGeom prst="rect">
            <a:avLst/>
          </a:prstGeom>
          <a:solidFill>
            <a:srgbClr val="FEF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D36F6D-75F5-8468-50B1-2E0310D777FE}"/>
              </a:ext>
            </a:extLst>
          </p:cNvPr>
          <p:cNvSpPr/>
          <p:nvPr/>
        </p:nvSpPr>
        <p:spPr>
          <a:xfrm>
            <a:off x="311084" y="744718"/>
            <a:ext cx="7531035" cy="1529284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E5713C-B622-F1C0-9AF2-F176F23C96A2}"/>
              </a:ext>
            </a:extLst>
          </p:cNvPr>
          <p:cNvSpPr/>
          <p:nvPr/>
        </p:nvSpPr>
        <p:spPr>
          <a:xfrm>
            <a:off x="311084" y="2448613"/>
            <a:ext cx="7531035" cy="1529284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D85717-FF78-5948-0AF9-CF8ED4281C19}"/>
              </a:ext>
            </a:extLst>
          </p:cNvPr>
          <p:cNvSpPr/>
          <p:nvPr/>
        </p:nvSpPr>
        <p:spPr>
          <a:xfrm>
            <a:off x="311084" y="4152508"/>
            <a:ext cx="7531035" cy="1529284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55C5B5D-CFE1-5DB7-42ED-59039D6CF99C}"/>
              </a:ext>
            </a:extLst>
          </p:cNvPr>
          <p:cNvSpPr txBox="1">
            <a:spLocks/>
          </p:cNvSpPr>
          <p:nvPr/>
        </p:nvSpPr>
        <p:spPr>
          <a:xfrm>
            <a:off x="311086" y="241929"/>
            <a:ext cx="6617616" cy="482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pPr algn="l"/>
            <a:r>
              <a:rPr lang="en-GB"/>
              <a:t>Computing Expectations</a:t>
            </a:r>
          </a:p>
        </p:txBody>
      </p:sp>
      <p:sp>
        <p:nvSpPr>
          <p:cNvPr id="11" name="Teardrop 10">
            <a:extLst>
              <a:ext uri="{FF2B5EF4-FFF2-40B4-BE49-F238E27FC236}">
                <a16:creationId xmlns:a16="http://schemas.microsoft.com/office/drawing/2014/main" id="{E5F763F2-1EDC-F590-68F0-CB650BD299C4}"/>
              </a:ext>
            </a:extLst>
          </p:cNvPr>
          <p:cNvSpPr/>
          <p:nvPr/>
        </p:nvSpPr>
        <p:spPr>
          <a:xfrm rot="16200000">
            <a:off x="341720" y="718794"/>
            <a:ext cx="716437" cy="768286"/>
          </a:xfrm>
          <a:prstGeom prst="teardrop">
            <a:avLst>
              <a:gd name="adj" fmla="val 96658"/>
            </a:avLst>
          </a:prstGeom>
          <a:solidFill>
            <a:srgbClr val="D811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b="1">
                <a:latin typeface="Daytona" panose="020B0604030500040204" pitchFamily="34" charset="0"/>
              </a:rPr>
              <a:t>1</a:t>
            </a:r>
            <a:endParaRPr lang="en-GB" sz="2400" b="1">
              <a:latin typeface="Daytona" panose="020B0604030500040204" pitchFamily="34" charset="0"/>
            </a:endParaRPr>
          </a:p>
        </p:txBody>
      </p:sp>
      <p:sp>
        <p:nvSpPr>
          <p:cNvPr id="13" name="Teardrop 12">
            <a:extLst>
              <a:ext uri="{FF2B5EF4-FFF2-40B4-BE49-F238E27FC236}">
                <a16:creationId xmlns:a16="http://schemas.microsoft.com/office/drawing/2014/main" id="{FEDE8A21-6649-643C-6497-3409CB0CB081}"/>
              </a:ext>
            </a:extLst>
          </p:cNvPr>
          <p:cNvSpPr/>
          <p:nvPr/>
        </p:nvSpPr>
        <p:spPr>
          <a:xfrm rot="16200000">
            <a:off x="337008" y="2422689"/>
            <a:ext cx="716437" cy="768286"/>
          </a:xfrm>
          <a:prstGeom prst="teardrop">
            <a:avLst>
              <a:gd name="adj" fmla="val 96658"/>
            </a:avLst>
          </a:prstGeom>
          <a:solidFill>
            <a:srgbClr val="8F2D5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b="1">
                <a:latin typeface="Daytona" panose="020B0604030500040204" pitchFamily="34" charset="0"/>
              </a:rPr>
              <a:t>2</a:t>
            </a:r>
            <a:endParaRPr lang="en-GB" sz="2400" b="1">
              <a:latin typeface="Daytona" panose="020B0604030500040204" pitchFamily="34" charset="0"/>
            </a:endParaRPr>
          </a:p>
        </p:txBody>
      </p:sp>
      <p:sp>
        <p:nvSpPr>
          <p:cNvPr id="15" name="Teardrop 14">
            <a:extLst>
              <a:ext uri="{FF2B5EF4-FFF2-40B4-BE49-F238E27FC236}">
                <a16:creationId xmlns:a16="http://schemas.microsoft.com/office/drawing/2014/main" id="{844E7456-7361-D1C4-AEAF-AA7AD1F83C28}"/>
              </a:ext>
            </a:extLst>
          </p:cNvPr>
          <p:cNvSpPr/>
          <p:nvPr/>
        </p:nvSpPr>
        <p:spPr>
          <a:xfrm rot="16200000">
            <a:off x="337008" y="4126586"/>
            <a:ext cx="716437" cy="768286"/>
          </a:xfrm>
          <a:prstGeom prst="teardrop">
            <a:avLst>
              <a:gd name="adj" fmla="val 96658"/>
            </a:avLst>
          </a:prstGeom>
          <a:solidFill>
            <a:srgbClr val="F2641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2400" b="1">
                <a:latin typeface="Daytona" panose="020B0604030500040204" pitchFamily="34" charset="0"/>
              </a:rPr>
              <a:t>3</a:t>
            </a:r>
            <a:endParaRPr lang="en-GB" sz="2400" b="1">
              <a:latin typeface="Daytona" panose="020B060403050004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1FB1FF-93EC-E2F6-898E-0339B47F675E}"/>
              </a:ext>
            </a:extLst>
          </p:cNvPr>
          <p:cNvSpPr/>
          <p:nvPr/>
        </p:nvSpPr>
        <p:spPr>
          <a:xfrm>
            <a:off x="1206631" y="878836"/>
            <a:ext cx="6552308" cy="1261050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rgbClr val="D81159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Respect for Others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SLANT when the teacher is speaking.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Listen when others contribute. 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Support the learning of others. </a:t>
            </a:r>
            <a:endParaRPr lang="en-GB">
              <a:solidFill>
                <a:srgbClr val="006E53"/>
              </a:solidFill>
              <a:latin typeface="Daytona" panose="020B0604030500040204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92167A-2DBC-ED9D-E31D-56476D3FAD21}"/>
              </a:ext>
            </a:extLst>
          </p:cNvPr>
          <p:cNvSpPr/>
          <p:nvPr/>
        </p:nvSpPr>
        <p:spPr>
          <a:xfrm>
            <a:off x="1206631" y="2582730"/>
            <a:ext cx="6552308" cy="1261050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rgbClr val="8F2D56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Respect for the Classroom Environment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Leave the desks as you found them. 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Keep food and drink away from the desks. 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Follow the Acceptable Use Agreement. </a:t>
            </a:r>
            <a:endParaRPr lang="en-GB" sz="1600">
              <a:solidFill>
                <a:srgbClr val="006E53"/>
              </a:solidFill>
              <a:latin typeface="Daytona" panose="020B0604030500040204" pitchFamily="34" charset="0"/>
              <a:ea typeface="+mj-ea"/>
              <a:cs typeface="Segoe UI" panose="020B0502040204020203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5A185E-6A48-63DC-960C-169D74620AFF}"/>
              </a:ext>
            </a:extLst>
          </p:cNvPr>
          <p:cNvSpPr/>
          <p:nvPr/>
        </p:nvSpPr>
        <p:spPr>
          <a:xfrm>
            <a:off x="1206630" y="4286625"/>
            <a:ext cx="6635489" cy="1261050"/>
          </a:xfrm>
          <a:prstGeom prst="rect">
            <a:avLst/>
          </a:prstGeom>
          <a:solidFill>
            <a:srgbClr val="CEDCC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000" b="1">
                <a:solidFill>
                  <a:srgbClr val="F26419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Respect for Learning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Be ready to answer questions and complete tasks.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Folders and Class Notebooks should be well presented.</a:t>
            </a:r>
          </a:p>
          <a:p>
            <a:pPr marL="285750" indent="-285750">
              <a:buFontTx/>
              <a:buChar char="-"/>
            </a:pPr>
            <a:r>
              <a:rPr lang="en-US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rPr>
              <a:t>Work hard even when you find it difficult.</a:t>
            </a:r>
            <a:endParaRPr lang="en-GB">
              <a:solidFill>
                <a:srgbClr val="006E53"/>
              </a:solidFill>
              <a:latin typeface="Daytona" panose="020B0604030500040204" pitchFamily="34" charset="0"/>
              <a:ea typeface="+mj-ea"/>
              <a:cs typeface="Segoe UI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A270A-AB7F-83E5-DA86-DF366A538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7053" y="82607"/>
            <a:ext cx="4077804" cy="639832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A0E4D1-47DD-F7B8-53CE-1FDCE85A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228" t="-551" r="228" b="94661"/>
          <a:stretch>
            <a:fillRect/>
          </a:stretch>
        </p:blipFill>
        <p:spPr>
          <a:xfrm>
            <a:off x="7964668" y="241930"/>
            <a:ext cx="4077804" cy="28386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DBFACA-A50A-3B39-0811-B04AEE3083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291"/>
          <a:stretch>
            <a:fillRect/>
          </a:stretch>
        </p:blipFill>
        <p:spPr>
          <a:xfrm>
            <a:off x="8026213" y="724471"/>
            <a:ext cx="4077804" cy="12610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48B00CA-3239-67AB-7420-5753AEA92A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92" y="2050992"/>
            <a:ext cx="3286125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73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7" grpId="0" animBg="1"/>
      <p:bldP spid="9" grpId="0"/>
      <p:bldP spid="11" grpId="0" animBg="1"/>
      <p:bldP spid="13" grpId="0" animBg="1"/>
      <p:bldP spid="15" grpId="0" animBg="1"/>
      <p:bldP spid="17" grpId="0" uiExpand="1" build="p" animBg="1"/>
      <p:bldP spid="21" grpId="0" uiExpand="1" build="p" animBg="1"/>
      <p:bldP spid="2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8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435998E-F9D8-CE95-00A9-1D08B331D73B}"/>
              </a:ext>
            </a:extLst>
          </p:cNvPr>
          <p:cNvSpPr/>
          <p:nvPr/>
        </p:nvSpPr>
        <p:spPr>
          <a:xfrm>
            <a:off x="311085" y="424206"/>
            <a:ext cx="11670383" cy="320512"/>
          </a:xfrm>
          <a:prstGeom prst="rect">
            <a:avLst/>
          </a:prstGeom>
          <a:solidFill>
            <a:srgbClr val="FEFB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5C5301D-3DD4-4707-E325-899E7F1B5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11"/>
          <a:stretch>
            <a:fillRect/>
          </a:stretch>
        </p:blipFill>
        <p:spPr>
          <a:xfrm>
            <a:off x="1165879" y="254524"/>
            <a:ext cx="10715036" cy="56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606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33F04-1231-1426-F6A1-7A446ADAC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 descr="Lightbulb and gear">
            <a:extLst>
              <a:ext uri="{FF2B5EF4-FFF2-40B4-BE49-F238E27FC236}">
                <a16:creationId xmlns:a16="http://schemas.microsoft.com/office/drawing/2014/main" id="{189536E3-0755-044A-A1DB-4D67A52E9A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82" y="2058428"/>
            <a:ext cx="658851" cy="658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371977-2D9B-212C-21C2-8D0AA29D434A}"/>
              </a:ext>
            </a:extLst>
          </p:cNvPr>
          <p:cNvSpPr txBox="1"/>
          <p:nvPr/>
        </p:nvSpPr>
        <p:spPr>
          <a:xfrm>
            <a:off x="434974" y="696647"/>
            <a:ext cx="6294299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Daytona"/>
              </a:rPr>
              <a:t>Organisation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Today we need to: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Review the ‘Acceptable Use Agreement’. 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Decide on a strong password.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Complete your username, email and printer code in your planner.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0F83F14-16C5-A552-8E22-B58E4486DDA4}"/>
              </a:ext>
            </a:extLst>
          </p:cNvPr>
          <p:cNvGrpSpPr/>
          <p:nvPr/>
        </p:nvGrpSpPr>
        <p:grpSpPr>
          <a:xfrm>
            <a:off x="222636" y="1979420"/>
            <a:ext cx="803082" cy="826936"/>
            <a:chOff x="222636" y="1915812"/>
            <a:chExt cx="803082" cy="826936"/>
          </a:xfrm>
        </p:grpSpPr>
        <p:pic>
          <p:nvPicPr>
            <p:cNvPr id="16" name="Graphic 15" descr="Lightbulb and gear">
              <a:extLst>
                <a:ext uri="{FF2B5EF4-FFF2-40B4-BE49-F238E27FC236}">
                  <a16:creationId xmlns:a16="http://schemas.microsoft.com/office/drawing/2014/main" id="{E9FA122A-FB4F-F156-E196-30A641A439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78582" y="1992177"/>
              <a:ext cx="658851" cy="65885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CB3EC81-6FF9-C4C5-EE4D-632505051A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091" t="10442" r="24914" b="16602"/>
            <a:stretch/>
          </p:blipFill>
          <p:spPr>
            <a:xfrm>
              <a:off x="222636" y="1915812"/>
              <a:ext cx="803082" cy="826936"/>
            </a:xfrm>
            <a:prstGeom prst="rect">
              <a:avLst/>
            </a:prstGeom>
          </p:spPr>
        </p:pic>
      </p:grpSp>
      <p:pic>
        <p:nvPicPr>
          <p:cNvPr id="18" name="Graphic 17" descr="Lightbulb and gear">
            <a:extLst>
              <a:ext uri="{FF2B5EF4-FFF2-40B4-BE49-F238E27FC236}">
                <a16:creationId xmlns:a16="http://schemas.microsoft.com/office/drawing/2014/main" id="{F5E42227-682A-8627-99E1-F4D2FF76DF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82" y="2981128"/>
            <a:ext cx="658851" cy="658851"/>
          </a:xfrm>
          <a:prstGeom prst="rect">
            <a:avLst/>
          </a:prstGeom>
        </p:spPr>
      </p:pic>
      <p:pic>
        <p:nvPicPr>
          <p:cNvPr id="20" name="Graphic 19" descr="Lightbulb and gear">
            <a:extLst>
              <a:ext uri="{FF2B5EF4-FFF2-40B4-BE49-F238E27FC236}">
                <a16:creationId xmlns:a16="http://schemas.microsoft.com/office/drawing/2014/main" id="{E324632B-21C1-AA0C-B420-834C82E2CE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582" y="3978575"/>
            <a:ext cx="658851" cy="6588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A0DAAD-2E5D-1D30-C70B-10C8114F0E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55859" y="89529"/>
            <a:ext cx="4101167" cy="6207172"/>
          </a:xfrm>
          <a:prstGeom prst="rect">
            <a:avLst/>
          </a:prstGeom>
        </p:spPr>
      </p:pic>
      <p:sp>
        <p:nvSpPr>
          <p:cNvPr id="9" name="Title 2">
            <a:extLst>
              <a:ext uri="{FF2B5EF4-FFF2-40B4-BE49-F238E27FC236}">
                <a16:creationId xmlns:a16="http://schemas.microsoft.com/office/drawing/2014/main" id="{5231ABDE-2BF3-4C6D-1BDA-B5BC2AB1FC44}"/>
              </a:ext>
            </a:extLst>
          </p:cNvPr>
          <p:cNvSpPr txBox="1">
            <a:spLocks/>
          </p:cNvSpPr>
          <p:nvPr/>
        </p:nvSpPr>
        <p:spPr>
          <a:xfrm>
            <a:off x="434564" y="89529"/>
            <a:ext cx="6872574" cy="48254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6E53"/>
                </a:solidFill>
                <a:latin typeface="Daytona" panose="020B0604030500040204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GB"/>
              <a:t>Welcome Back Year 7</a:t>
            </a:r>
          </a:p>
        </p:txBody>
      </p:sp>
    </p:spTree>
    <p:extLst>
      <p:ext uri="{BB962C8B-B14F-4D97-AF65-F5344CB8AC3E}">
        <p14:creationId xmlns:p14="http://schemas.microsoft.com/office/powerpoint/2010/main" val="412478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Welcome Back Year 7</a:t>
            </a:r>
          </a:p>
        </p:txBody>
      </p:sp>
      <p:sp>
        <p:nvSpPr>
          <p:cNvPr id="7" name="TextBox 1">
            <a:extLst>
              <a:ext uri="{FF2B5EF4-FFF2-40B4-BE49-F238E27FC236}">
                <a16:creationId xmlns:a16="http://schemas.microsoft.com/office/drawing/2014/main" id="{99E71565-7755-5BD1-D927-2969A04218B1}"/>
              </a:ext>
            </a:extLst>
          </p:cNvPr>
          <p:cNvSpPr txBox="1"/>
          <p:nvPr/>
        </p:nvSpPr>
        <p:spPr>
          <a:xfrm>
            <a:off x="647530" y="692333"/>
            <a:ext cx="5779395" cy="498598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Daytona"/>
              </a:rPr>
              <a:t>What is filtering?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If you search and try and go on website that the school thinks is inappropriate, they will not allow you to access it. 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If you think a website should/should not be blocked please let a teacher know. </a:t>
            </a:r>
          </a:p>
          <a:p>
            <a:pPr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>
              <a:spcBef>
                <a:spcPts val="1200"/>
              </a:spcBef>
            </a:pPr>
            <a:r>
              <a:rPr lang="en-US" sz="2400" b="1">
                <a:latin typeface="Daytona"/>
              </a:rPr>
              <a:t>What is monitoring?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Staff can see your school device screen, internet history files and emails at anytime. You should only be using these for schoolwork. 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48C3AB-979F-4163-EE87-F469C86AB833}"/>
              </a:ext>
            </a:extLst>
          </p:cNvPr>
          <p:cNvSpPr/>
          <p:nvPr/>
        </p:nvSpPr>
        <p:spPr>
          <a:xfrm>
            <a:off x="6855280" y="1587480"/>
            <a:ext cx="4873658" cy="3195686"/>
          </a:xfrm>
          <a:prstGeom prst="rect">
            <a:avLst/>
          </a:prstGeom>
          <a:solidFill>
            <a:srgbClr val="CEDCCD"/>
          </a:solidFill>
          <a:ln>
            <a:solidFill>
              <a:srgbClr val="CEDCC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0" rtlCol="0" anchor="ctr"/>
          <a:lstStyle/>
          <a:p>
            <a:pPr>
              <a:spcBef>
                <a:spcPts val="600"/>
              </a:spcBef>
            </a:pPr>
            <a:r>
              <a:rPr lang="en-US" sz="2200" b="1" u="sng">
                <a:solidFill>
                  <a:schemeClr val="tx1"/>
                </a:solidFill>
                <a:latin typeface="Daytona" panose="020B0604030500040204" pitchFamily="34" charset="0"/>
              </a:rPr>
              <a:t>Note: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  <a:latin typeface="Daytona" panose="020B0604030500040204" pitchFamily="34" charset="0"/>
              </a:rPr>
              <a:t>If you break the Acceptable Use Agreement, either in lessons or through monitoring, you will receive a negative on Arbor.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>
                <a:solidFill>
                  <a:schemeClr val="tx1"/>
                </a:solidFill>
                <a:latin typeface="Daytona" panose="020B0604030500040204" pitchFamily="34" charset="0"/>
              </a:rPr>
              <a:t>Two negatives will trigger a Lunchtime Detention.</a:t>
            </a:r>
            <a:endParaRPr lang="en-GB" sz="2200">
              <a:solidFill>
                <a:schemeClr val="tx1"/>
              </a:solidFill>
              <a:latin typeface="Daytona" panose="020B0604030500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400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551FF-AA33-0C30-6444-09BB2629C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E93A55-FB93-9206-499D-896821703B57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Welcome Back Year 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6ECB4-ABEA-AD1C-BD10-3A4A93393BEB}"/>
              </a:ext>
            </a:extLst>
          </p:cNvPr>
          <p:cNvSpPr txBox="1"/>
          <p:nvPr/>
        </p:nvSpPr>
        <p:spPr>
          <a:xfrm>
            <a:off x="434974" y="696647"/>
            <a:ext cx="6294299" cy="4739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Daytona"/>
              </a:rPr>
              <a:t>Organisation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Today we need to: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Review the ‘Acceptable Use Agreement’. 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Decide on a strong password.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Complete your username, email and printer code in your planner. 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CF3F172-57B2-F245-8060-3198F76BEB56}"/>
              </a:ext>
            </a:extLst>
          </p:cNvPr>
          <p:cNvGrpSpPr/>
          <p:nvPr/>
        </p:nvGrpSpPr>
        <p:grpSpPr>
          <a:xfrm>
            <a:off x="222636" y="1979420"/>
            <a:ext cx="803082" cy="826936"/>
            <a:chOff x="222636" y="1915812"/>
            <a:chExt cx="803082" cy="826936"/>
          </a:xfrm>
        </p:grpSpPr>
        <p:pic>
          <p:nvPicPr>
            <p:cNvPr id="6" name="Graphic 5" descr="Lightbulb and gear">
              <a:extLst>
                <a:ext uri="{FF2B5EF4-FFF2-40B4-BE49-F238E27FC236}">
                  <a16:creationId xmlns:a16="http://schemas.microsoft.com/office/drawing/2014/main" id="{CF56E9B4-A798-0DCF-F0F8-312C11EE8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582" y="1992177"/>
              <a:ext cx="658851" cy="65885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FE4A522-1C67-5B24-625A-E42CBBF247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091" t="10442" r="24914" b="16602"/>
            <a:stretch/>
          </p:blipFill>
          <p:spPr>
            <a:xfrm>
              <a:off x="222636" y="1915812"/>
              <a:ext cx="803082" cy="826936"/>
            </a:xfrm>
            <a:prstGeom prst="rect">
              <a:avLst/>
            </a:prstGeom>
          </p:spPr>
        </p:pic>
      </p:grpSp>
      <p:pic>
        <p:nvPicPr>
          <p:cNvPr id="5" name="Graphic 4" descr="Lightbulb and gear">
            <a:extLst>
              <a:ext uri="{FF2B5EF4-FFF2-40B4-BE49-F238E27FC236}">
                <a16:creationId xmlns:a16="http://schemas.microsoft.com/office/drawing/2014/main" id="{D59BED07-F9E8-7102-279E-729847FD79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533" y="3006845"/>
            <a:ext cx="658851" cy="658851"/>
          </a:xfrm>
          <a:prstGeom prst="rect">
            <a:avLst/>
          </a:prstGeom>
        </p:spPr>
      </p:pic>
      <p:pic>
        <p:nvPicPr>
          <p:cNvPr id="10" name="Graphic 9" descr="Lightbulb and gear">
            <a:extLst>
              <a:ext uri="{FF2B5EF4-FFF2-40B4-BE49-F238E27FC236}">
                <a16:creationId xmlns:a16="http://schemas.microsoft.com/office/drawing/2014/main" id="{7FF93434-DFDD-5EC5-1F5C-1B17C040E3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6533" y="4004292"/>
            <a:ext cx="658851" cy="658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CD6ED-08B9-0236-1FC5-6DBB0430410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222636" y="2930932"/>
            <a:ext cx="803082" cy="826936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8A939C-F12E-ADE3-DDF2-020F318A5167}"/>
              </a:ext>
            </a:extLst>
          </p:cNvPr>
          <p:cNvSpPr/>
          <p:nvPr/>
        </p:nvSpPr>
        <p:spPr>
          <a:xfrm>
            <a:off x="6561584" y="2444958"/>
            <a:ext cx="5167354" cy="1778449"/>
          </a:xfrm>
          <a:prstGeom prst="roundRect">
            <a:avLst/>
          </a:prstGeom>
          <a:solidFill>
            <a:srgbClr val="8F2D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54125" algn="ctr"/>
            <a:r>
              <a:rPr lang="en-US" sz="2200" b="1">
                <a:solidFill>
                  <a:schemeClr val="bg1"/>
                </a:solidFill>
                <a:latin typeface="Daytona" panose="020B0604030500040204" pitchFamily="34" charset="0"/>
              </a:rPr>
              <a:t>Passwords must have 10 characters and not need changing all year!</a:t>
            </a:r>
            <a:endParaRPr lang="en-GB" sz="2200" b="1">
              <a:solidFill>
                <a:schemeClr val="bg1"/>
              </a:solidFill>
              <a:latin typeface="Daytona" panose="020B0604030500040204" pitchFamily="34" charset="0"/>
            </a:endParaRPr>
          </a:p>
        </p:txBody>
      </p:sp>
      <p:pic>
        <p:nvPicPr>
          <p:cNvPr id="13" name="Picture 12" descr="Password Security Icon">
            <a:extLst>
              <a:ext uri="{FF2B5EF4-FFF2-40B4-BE49-F238E27FC236}">
                <a16:creationId xmlns:a16="http://schemas.microsoft.com/office/drawing/2014/main" id="{36EAEADF-CC2D-00AE-C9EB-67549E6056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4962" y="2699511"/>
            <a:ext cx="1189909" cy="118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Welcome Year 7</a:t>
            </a:r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EC1A4305-A468-E51B-2998-10797FEAEF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63903" y="815143"/>
            <a:ext cx="10102301" cy="3147258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GB" b="1"/>
              <a:t>Logging In</a:t>
            </a:r>
          </a:p>
          <a:p>
            <a:pPr marL="0" indent="0">
              <a:buNone/>
            </a:pPr>
            <a:r>
              <a:rPr lang="en-GB">
                <a:latin typeface="Daytona"/>
                <a:cs typeface="Segoe UI"/>
              </a:rPr>
              <a:t>Think of a strong password for your RHSC school account.</a:t>
            </a:r>
          </a:p>
          <a:p>
            <a:pPr marL="0" indent="0">
              <a:buNone/>
            </a:pPr>
            <a:r>
              <a:rPr lang="en-GB">
                <a:latin typeface="Daytona"/>
                <a:cs typeface="Segoe UI"/>
              </a:rPr>
              <a:t>Your password should b</a:t>
            </a:r>
            <a:r>
              <a:rPr lang="en-GB"/>
              <a:t>e at least </a:t>
            </a:r>
            <a:r>
              <a:rPr lang="en-GB" b="1"/>
              <a:t>ten</a:t>
            </a:r>
            <a:r>
              <a:rPr lang="en-GB"/>
              <a:t> character long.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/>
              <a:t>You will </a:t>
            </a:r>
            <a:r>
              <a:rPr lang="en-GB" b="1"/>
              <a:t>not</a:t>
            </a:r>
            <a:r>
              <a:rPr lang="en-GB"/>
              <a:t> be asked to change it unless there is an issue with your account. 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r>
              <a:rPr lang="en-GB">
                <a:latin typeface="Daytona"/>
                <a:cs typeface="Segoe UI"/>
              </a:rPr>
              <a:t>          Example username:</a:t>
            </a:r>
            <a:r>
              <a:rPr lang="en-GB">
                <a:solidFill>
                  <a:srgbClr val="000000"/>
                </a:solidFill>
                <a:latin typeface="Daytona"/>
                <a:cs typeface="Segoe UI"/>
              </a:rPr>
              <a:t>  </a:t>
            </a:r>
            <a:r>
              <a:rPr lang="en-GB" sz="3200">
                <a:solidFill>
                  <a:srgbClr val="0563C1"/>
                </a:solidFill>
                <a:latin typeface="Daytona"/>
                <a:cs typeface="Segoe UI"/>
              </a:rPr>
              <a:t>ewindsor21</a:t>
            </a:r>
            <a:br>
              <a:rPr lang="en-GB" sz="3200">
                <a:latin typeface="Daytona"/>
                <a:cs typeface="Segoe UI"/>
              </a:rPr>
            </a:br>
            <a:endParaRPr lang="en-GB" sz="3200">
              <a:solidFill>
                <a:srgbClr val="0563C1"/>
              </a:solidFill>
              <a:latin typeface="Daytona"/>
              <a:cs typeface="Segoe UI"/>
            </a:endParaRPr>
          </a:p>
          <a:p>
            <a:pPr marL="0" indent="0">
              <a:buNone/>
            </a:pPr>
            <a:r>
              <a:rPr lang="en-GB">
                <a:latin typeface="Daytona"/>
                <a:cs typeface="Segoe UI"/>
              </a:rPr>
              <a:t>          Current password:</a:t>
            </a:r>
            <a:r>
              <a:rPr lang="en-GB">
                <a:solidFill>
                  <a:srgbClr val="000000"/>
                </a:solidFill>
                <a:latin typeface="Daytona"/>
                <a:cs typeface="Segoe UI"/>
              </a:rPr>
              <a:t>  </a:t>
            </a:r>
            <a:r>
              <a:rPr lang="en-GB" sz="3200" u="sng">
                <a:solidFill>
                  <a:srgbClr val="FF0000"/>
                </a:solidFill>
                <a:latin typeface="Daytona"/>
                <a:cs typeface="Segoe UI"/>
              </a:rPr>
              <a:t>P</a:t>
            </a:r>
            <a:r>
              <a:rPr lang="en-GB" sz="3200">
                <a:solidFill>
                  <a:srgbClr val="FF0000"/>
                </a:solidFill>
                <a:latin typeface="Daytona"/>
                <a:cs typeface="Segoe UI"/>
              </a:rPr>
              <a:t>assword1</a:t>
            </a:r>
            <a:endParaRPr lang="en-GB" sz="3200">
              <a:latin typeface="Daytona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99999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 descr="Lightbulb and gear">
            <a:extLst>
              <a:ext uri="{FF2B5EF4-FFF2-40B4-BE49-F238E27FC236}">
                <a16:creationId xmlns:a16="http://schemas.microsoft.com/office/drawing/2014/main" id="{EBF98757-3EB7-F15B-C088-F40F5941CE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2" y="2058428"/>
            <a:ext cx="658851" cy="658851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55604B9-6B47-6A3C-7CF8-34598330D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63" y="89529"/>
            <a:ext cx="11301807" cy="482542"/>
          </a:xfrm>
          <a:prstGeom prst="rect">
            <a:avLst/>
          </a:prstGeom>
        </p:spPr>
        <p:txBody>
          <a:bodyPr/>
          <a:lstStyle/>
          <a:p>
            <a:r>
              <a:rPr lang="en-GB"/>
              <a:t>Welcome Back Year 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8E1C45-7563-A0A1-15E5-94EA258E9D71}"/>
              </a:ext>
            </a:extLst>
          </p:cNvPr>
          <p:cNvSpPr txBox="1"/>
          <p:nvPr/>
        </p:nvSpPr>
        <p:spPr>
          <a:xfrm>
            <a:off x="434974" y="696647"/>
            <a:ext cx="6294299" cy="47397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Daytona"/>
              </a:rPr>
              <a:t>Organisation</a:t>
            </a:r>
          </a:p>
          <a:p>
            <a:pPr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Today we need to: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Review the ‘Acceptable Use Agreement’. 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Decide on a strong password. </a:t>
            </a:r>
          </a:p>
          <a:p>
            <a:pPr marL="457200" indent="-457200">
              <a:spcBef>
                <a:spcPts val="1200"/>
              </a:spcBef>
              <a:buFont typeface="+mj-lt"/>
              <a:buAutoNum type="arabicPeriod"/>
            </a:pPr>
            <a:endParaRPr lang="en-US" sz="2200">
              <a:latin typeface="Daytona" panose="020B0604030500040204" pitchFamily="34" charset="0"/>
            </a:endParaRPr>
          </a:p>
          <a:p>
            <a:pPr lvl="1">
              <a:spcBef>
                <a:spcPts val="1200"/>
              </a:spcBef>
            </a:pPr>
            <a:r>
              <a:rPr lang="en-US" sz="2200">
                <a:latin typeface="Daytona" panose="020B0604030500040204" pitchFamily="34" charset="0"/>
              </a:rPr>
              <a:t>Complete your username, email and printer code in your planner. </a:t>
            </a:r>
          </a:p>
          <a:p>
            <a:pPr lvl="1"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B7CB60-96DA-267D-25F4-527E52C5F6DA}"/>
              </a:ext>
            </a:extLst>
          </p:cNvPr>
          <p:cNvGrpSpPr/>
          <p:nvPr/>
        </p:nvGrpSpPr>
        <p:grpSpPr>
          <a:xfrm>
            <a:off x="222636" y="1979420"/>
            <a:ext cx="803082" cy="826936"/>
            <a:chOff x="222636" y="1915812"/>
            <a:chExt cx="803082" cy="826936"/>
          </a:xfrm>
        </p:grpSpPr>
        <p:pic>
          <p:nvPicPr>
            <p:cNvPr id="16" name="Graphic 15" descr="Lightbulb and gear">
              <a:extLst>
                <a:ext uri="{FF2B5EF4-FFF2-40B4-BE49-F238E27FC236}">
                  <a16:creationId xmlns:a16="http://schemas.microsoft.com/office/drawing/2014/main" id="{827A4781-131C-0276-5EDD-94A0929DEB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8582" y="1992177"/>
              <a:ext cx="658851" cy="65885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A82A210C-AAF0-8B12-D46C-F523197A0D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rcRect l="7091" t="10442" r="24914" b="16602"/>
            <a:stretch/>
          </p:blipFill>
          <p:spPr>
            <a:xfrm>
              <a:off x="222636" y="1915812"/>
              <a:ext cx="803082" cy="826936"/>
            </a:xfrm>
            <a:prstGeom prst="rect">
              <a:avLst/>
            </a:prstGeom>
          </p:spPr>
        </p:pic>
      </p:grpSp>
      <p:pic>
        <p:nvPicPr>
          <p:cNvPr id="18" name="Graphic 17" descr="Lightbulb and gear">
            <a:extLst>
              <a:ext uri="{FF2B5EF4-FFF2-40B4-BE49-F238E27FC236}">
                <a16:creationId xmlns:a16="http://schemas.microsoft.com/office/drawing/2014/main" id="{AC9A3A57-9788-E5D8-29ED-EF7D68891A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582" y="3066526"/>
            <a:ext cx="658851" cy="658851"/>
          </a:xfrm>
          <a:prstGeom prst="rect">
            <a:avLst/>
          </a:prstGeom>
        </p:spPr>
      </p:pic>
      <p:pic>
        <p:nvPicPr>
          <p:cNvPr id="20" name="Graphic 19" descr="Lightbulb and gear">
            <a:extLst>
              <a:ext uri="{FF2B5EF4-FFF2-40B4-BE49-F238E27FC236}">
                <a16:creationId xmlns:a16="http://schemas.microsoft.com/office/drawing/2014/main" id="{80FE0E50-BBCD-3422-FE2C-7D7C90A84E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4751" y="4089129"/>
            <a:ext cx="658851" cy="6588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8F09C5-2ED6-AF23-6D79-EBFCD22B55D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222636" y="2930932"/>
            <a:ext cx="803082" cy="826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D433EF-DE51-EFEF-28C3-743C073E7BF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6418" t="10482" r="25587" b="16562"/>
          <a:stretch/>
        </p:blipFill>
        <p:spPr>
          <a:xfrm>
            <a:off x="206466" y="4005086"/>
            <a:ext cx="803082" cy="826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2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DBA413-FD07-4FC7-8F41-7770927D4CEE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Welcome Year 7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B9CCF301-20B7-C945-1DB4-9B9CC6C67DF3}"/>
              </a:ext>
            </a:extLst>
          </p:cNvPr>
          <p:cNvSpPr txBox="1">
            <a:spLocks/>
          </p:cNvSpPr>
          <p:nvPr/>
        </p:nvSpPr>
        <p:spPr>
          <a:xfrm>
            <a:off x="1605064" y="1372841"/>
            <a:ext cx="5656973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Evidence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Add a screenshot of your work to your Class Notebook. </a:t>
            </a:r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8908E69D-9336-29EA-4BFE-C5549ABE37F8}"/>
              </a:ext>
            </a:extLst>
          </p:cNvPr>
          <p:cNvSpPr txBox="1">
            <a:spLocks/>
          </p:cNvSpPr>
          <p:nvPr/>
        </p:nvSpPr>
        <p:spPr>
          <a:xfrm>
            <a:off x="977825" y="4474635"/>
            <a:ext cx="8803759" cy="188608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Reminders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Toilets &amp; Reception closed between lessons.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    Self-Check your uniform.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/>
              <a:t>    If you arrive after the register has started, you are late.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350D58-0A86-4C97-AD53-67FF9C87CF2A}"/>
              </a:ext>
            </a:extLst>
          </p:cNvPr>
          <p:cNvSpPr txBox="1"/>
          <p:nvPr/>
        </p:nvSpPr>
        <p:spPr>
          <a:xfrm>
            <a:off x="434563" y="767616"/>
            <a:ext cx="6099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Daytona"/>
                <a:cs typeface="Segoe UI"/>
              </a:rPr>
              <a:t>End of the Lesson </a:t>
            </a:r>
            <a:endParaRPr lang="en-GB"/>
          </a:p>
        </p:txBody>
      </p:sp>
      <p:sp>
        <p:nvSpPr>
          <p:cNvPr id="28" name="Text Placeholder 7">
            <a:extLst>
              <a:ext uri="{FF2B5EF4-FFF2-40B4-BE49-F238E27FC236}">
                <a16:creationId xmlns:a16="http://schemas.microsoft.com/office/drawing/2014/main" id="{107C73EA-1AA5-0706-B19C-E960371AB4AC}"/>
              </a:ext>
            </a:extLst>
          </p:cNvPr>
          <p:cNvSpPr txBox="1">
            <a:spLocks/>
          </p:cNvSpPr>
          <p:nvPr/>
        </p:nvSpPr>
        <p:spPr>
          <a:xfrm>
            <a:off x="5496740" y="3058907"/>
            <a:ext cx="4284844" cy="91383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Daytona" panose="020B0604030500040204" pitchFamily="34" charset="0"/>
                <a:ea typeface="+mn-ea"/>
                <a:cs typeface="Segoe UI" panose="020B050204020402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i="1">
                <a:latin typeface="Daytona"/>
                <a:cs typeface="Segoe UI"/>
              </a:rPr>
              <a:t>Ending on a high!</a:t>
            </a:r>
            <a:r>
              <a:rPr lang="en-US" b="1">
                <a:latin typeface="Daytona"/>
                <a:cs typeface="Segoe UI"/>
              </a:rPr>
              <a:t> </a:t>
            </a: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GB">
                <a:latin typeface="Daytona"/>
                <a:cs typeface="Segoe UI"/>
              </a:rPr>
              <a:t>Who has done well? </a:t>
            </a:r>
            <a:br>
              <a:rPr lang="en-GB">
                <a:latin typeface="Daytona"/>
                <a:cs typeface="Segoe UI"/>
              </a:rPr>
            </a:br>
            <a:r>
              <a:rPr lang="en-GB">
                <a:latin typeface="Daytona"/>
                <a:cs typeface="Segoe UI"/>
              </a:rPr>
              <a:t>How have we progressed?</a:t>
            </a:r>
            <a:endParaRPr lang="en-GB"/>
          </a:p>
        </p:txBody>
      </p:sp>
      <p:pic>
        <p:nvPicPr>
          <p:cNvPr id="29" name="Picture 8" descr="Glowing star Icon | Noto Emoji Travel &amp; Places Iconset | Google">
            <a:extLst>
              <a:ext uri="{FF2B5EF4-FFF2-40B4-BE49-F238E27FC236}">
                <a16:creationId xmlns:a16="http://schemas.microsoft.com/office/drawing/2014/main" id="{BEC7F533-B2CC-E8CD-C97D-33D3D32B1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00798">
            <a:off x="4312567" y="2788568"/>
            <a:ext cx="1184173" cy="1184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0" descr="Book, education, notepad icon - Download on Iconfinder">
            <a:extLst>
              <a:ext uri="{FF2B5EF4-FFF2-40B4-BE49-F238E27FC236}">
                <a16:creationId xmlns:a16="http://schemas.microsoft.com/office/drawing/2014/main" id="{34ECEBB8-42AA-BBDD-9FC3-E80FDC7498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76" y="1100843"/>
            <a:ext cx="1665608" cy="1665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" descr="Just a Friendly Reminder you should be Receiving your W-2 Form">
            <a:extLst>
              <a:ext uri="{FF2B5EF4-FFF2-40B4-BE49-F238E27FC236}">
                <a16:creationId xmlns:a16="http://schemas.microsoft.com/office/drawing/2014/main" id="{67A12781-E855-2BDD-A455-09790D928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169" b="94705" l="9978" r="89686">
                        <a14:foregroundMark x1="43274" y1="8623" x2="44395" y2="15734"/>
                        <a14:foregroundMark x1="56951" y1="80635" x2="55045" y2="62784"/>
                        <a14:foregroundMark x1="48655" y1="87746" x2="48318" y2="72012"/>
                        <a14:foregroundMark x1="55942" y1="94705" x2="54484" y2="74130"/>
                        <a14:foregroundMark x1="60538" y1="90923" x2="59081" y2="74584"/>
                        <a14:foregroundMark x1="41816" y1="8169" x2="41816" y2="8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41721" y="3091403"/>
            <a:ext cx="2639090" cy="1955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331BBD-8C9C-DB1F-0DA8-231B5763330A}"/>
              </a:ext>
            </a:extLst>
          </p:cNvPr>
          <p:cNvSpPr txBox="1"/>
          <p:nvPr/>
        </p:nvSpPr>
        <p:spPr>
          <a:xfrm>
            <a:off x="8244414" y="825651"/>
            <a:ext cx="615791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6600" b="1" dirty="0"/>
              <a:t>M215880</a:t>
            </a:r>
          </a:p>
        </p:txBody>
      </p:sp>
    </p:spTree>
    <p:extLst>
      <p:ext uri="{BB962C8B-B14F-4D97-AF65-F5344CB8AC3E}">
        <p14:creationId xmlns:p14="http://schemas.microsoft.com/office/powerpoint/2010/main" val="25634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CE250-5C36-C327-752C-71594CBF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ABBD27A-A2F5-E5E2-0DDF-287AB16CA6B4}"/>
              </a:ext>
            </a:extLst>
          </p:cNvPr>
          <p:cNvSpPr txBox="1"/>
          <p:nvPr/>
        </p:nvSpPr>
        <p:spPr>
          <a:xfrm>
            <a:off x="434974" y="696647"/>
            <a:ext cx="6294299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>
                <a:latin typeface="Daytona"/>
              </a:rPr>
              <a:t>Presentation of Work</a:t>
            </a:r>
          </a:p>
          <a:p>
            <a:pPr>
              <a:spcBef>
                <a:spcPts val="1200"/>
              </a:spcBef>
            </a:pPr>
            <a:endParaRPr lang="en-US" sz="2200">
              <a:latin typeface="Daytona" panose="020B0604030500040204" pitchFamily="34" charset="0"/>
            </a:endParaRPr>
          </a:p>
          <a:p>
            <a:pPr marL="800100" lvl="1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200">
              <a:latin typeface="Daytona" panose="020B060403050004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6D963-8E05-3A19-DF69-496BE3FA1C03}"/>
              </a:ext>
            </a:extLst>
          </p:cNvPr>
          <p:cNvSpPr txBox="1"/>
          <p:nvPr/>
        </p:nvSpPr>
        <p:spPr>
          <a:xfrm>
            <a:off x="434564" y="1226665"/>
            <a:ext cx="5728111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  <a:buNone/>
            </a:pPr>
            <a: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Green Folders</a:t>
            </a:r>
            <a:endParaRPr lang="en-GB" sz="1600" kern="10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Completed cover page at the front of your folder.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in chronological order (new work at the back). </a:t>
            </a:r>
          </a:p>
          <a:p>
            <a:pPr marL="457200"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600" kern="10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Do </a:t>
            </a:r>
            <a:r>
              <a:rPr lang="en-GB" sz="1600" b="1" kern="100" err="1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Nows</a:t>
            </a:r>
            <a: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&amp; Assessments</a:t>
            </a:r>
            <a:endParaRPr lang="en-GB" sz="1600" kern="10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or blue ink.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coloured pen.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Your best handwriting (joined up or printed clearly).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Mistakes crossed out with a single line.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scribbles, doodles or graffiti.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Pages not torn, creased or stained.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 use of capital letters, full stops and commas etc.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full sentences.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BF08A3-B88B-433D-DB9C-1D2A613955CB}"/>
              </a:ext>
            </a:extLst>
          </p:cNvPr>
          <p:cNvSpPr txBox="1"/>
          <p:nvPr/>
        </p:nvSpPr>
        <p:spPr>
          <a:xfrm>
            <a:off x="6256537" y="1226665"/>
            <a:ext cx="6156664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Paper Based Lessons</a:t>
            </a:r>
            <a:b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en-GB" sz="1600" kern="10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Previous</a:t>
            </a:r>
            <a:r>
              <a:rPr lang="en-GB" sz="1600" b="1" kern="100"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plus the following: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 and date at the top of each piece of work.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Underline title and headings with a ruler.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Diagrams or charts neatly drawn and labelled. 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GB" sz="1600" b="1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 Notebook</a:t>
            </a:r>
            <a:endParaRPr lang="en-GB" sz="1600" kern="10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Date added to each row.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Write in black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 in purple font.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Titles and headings in bold and/or underlined.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Unordered lists using bullet points.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Ordered lists using numbering. </a:t>
            </a:r>
          </a:p>
          <a:p>
            <a:pPr marL="342900" lvl="0" indent="-342900">
              <a:lnSpc>
                <a:spcPct val="100000"/>
              </a:lnSpc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Screenshots and images cropped and not distorted. </a:t>
            </a:r>
          </a:p>
          <a:p>
            <a:pPr marL="342900" lvl="0" indent="-342900">
              <a:lnSpc>
                <a:spcPct val="1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600" kern="100">
                <a:effectLst/>
                <a:latin typeface="Daytona" panose="020B060403050004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subheadings or write the question in your answer. </a:t>
            </a:r>
            <a:endParaRPr lang="en-GB" sz="1050" kern="100">
              <a:effectLst/>
              <a:latin typeface="Daytona" panose="020B060403050004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4084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09a2e7fe-bc0c-4b13-852e-7324c743c5b5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34D21B94-15D6-4D92-9C31-2F505E22F88A}" vid="{E97799A3-AA53-4A43-94F2-A52BE1F49A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F5C8DB6524E042920744FAE0E40E34" ma:contentTypeVersion="19" ma:contentTypeDescription="Create a new document." ma:contentTypeScope="" ma:versionID="1a05b7646520c25defa78206c1fbe74e">
  <xsd:schema xmlns:xsd="http://www.w3.org/2001/XMLSchema" xmlns:xs="http://www.w3.org/2001/XMLSchema" xmlns:p="http://schemas.microsoft.com/office/2006/metadata/properties" xmlns:ns2="bfe72cd4-5de8-44f3-bcb9-4e4b78d78579" xmlns:ns3="22f59333-07dd-4348-bbcd-8c36bc1bb6bd" targetNamespace="http://schemas.microsoft.com/office/2006/metadata/properties" ma:root="true" ma:fieldsID="d7cd5cbd3a93b5c46ea5b69b472b1e68" ns2:_="" ns3:_="">
    <xsd:import namespace="bfe72cd4-5de8-44f3-bcb9-4e4b78d78579"/>
    <xsd:import namespace="22f59333-07dd-4348-bbcd-8c36bc1bb6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dateaccessed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72cd4-5de8-44f3-bcb9-4e4b78d785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8c75037-beba-46f7-960b-ede9acc496e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dateaccessed" ma:index="25" nillable="true" ma:displayName="dateaccessed" ma:format="DateOnly" ma:internalName="dateaccessed">
      <xsd:simpleType>
        <xsd:restriction base="dms:DateTim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f59333-07dd-4348-bbcd-8c36bc1bb6bd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66c9b8a4-5ab7-4e38-b4de-59c7e1d65cc3}" ma:internalName="TaxCatchAll" ma:showField="CatchAllData" ma:web="22f59333-07dd-4348-bbcd-8c36bc1bb6b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f59333-07dd-4348-bbcd-8c36bc1bb6bd" xsi:nil="true"/>
    <lcf76f155ced4ddcb4097134ff3c332f xmlns="bfe72cd4-5de8-44f3-bcb9-4e4b78d78579">
      <Terms xmlns="http://schemas.microsoft.com/office/infopath/2007/PartnerControls"/>
    </lcf76f155ced4ddcb4097134ff3c332f>
    <dateaccessed xmlns="bfe72cd4-5de8-44f3-bcb9-4e4b78d7857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CA352A-4730-49FA-BAB1-A3A0800A6826}">
  <ds:schemaRefs>
    <ds:schemaRef ds:uri="22f59333-07dd-4348-bbcd-8c36bc1bb6bd"/>
    <ds:schemaRef ds:uri="bfe72cd4-5de8-44f3-bcb9-4e4b78d7857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C9CC6F5-B8E3-43F9-8A87-0F870821AA79}">
  <ds:schemaRefs>
    <ds:schemaRef ds:uri="22f59333-07dd-4348-bbcd-8c36bc1bb6bd"/>
    <ds:schemaRef ds:uri="401213bc-cf33-4e82-9359-cd35485a38d2"/>
    <ds:schemaRef ds:uri="aeaad743-c813-4b01-b7d5-36368adb10b7"/>
    <ds:schemaRef ds:uri="bfe72cd4-5de8-44f3-bcb9-4e4b78d7857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B1C5F79-FBCA-4F46-A1D7-BC99FE0F32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KS3 Template</Template>
  <TotalTime>0</TotalTime>
  <Words>622</Words>
  <Application>Microsoft Office PowerPoint</Application>
  <PresentationFormat>Widescreen</PresentationFormat>
  <Paragraphs>105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Avenir Next LT Pro</vt:lpstr>
      <vt:lpstr>Calibri</vt:lpstr>
      <vt:lpstr>Corbel Light</vt:lpstr>
      <vt:lpstr>Daytona</vt:lpstr>
      <vt:lpstr>Symbol</vt:lpstr>
      <vt:lpstr>Office Theme</vt:lpstr>
      <vt:lpstr>PowerPoint Presentation</vt:lpstr>
      <vt:lpstr>PowerPoint Presentation</vt:lpstr>
      <vt:lpstr>PowerPoint Presentation</vt:lpstr>
      <vt:lpstr>Welcome Back Year 7</vt:lpstr>
      <vt:lpstr>Welcome Back Year 7</vt:lpstr>
      <vt:lpstr>Welcome Year 7</vt:lpstr>
      <vt:lpstr>Welcome Back Year 7</vt:lpstr>
      <vt:lpstr>Welcome Year 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7.1.1 Introducing Computing</dc:title>
  <dc:creator>Amy Peebles</dc:creator>
  <cp:lastModifiedBy>Jerome Thompson</cp:lastModifiedBy>
  <cp:revision>1</cp:revision>
  <dcterms:created xsi:type="dcterms:W3CDTF">2022-02-21T16:28:15Z</dcterms:created>
  <dcterms:modified xsi:type="dcterms:W3CDTF">2026-09-08T12:14:55Z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0x01010053F5C8DB6524E042920744FAE0E40E34</vt:lpwstr>
  </property>
  <property fmtid="{D5CDD505-2E9C-101B-9397-08002B2CF9AE}" pid="3" name="Order">
    <vt:r8>8700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MediaServiceImageTags">
    <vt:lpwstr/>
  </property>
</Properties>
</file>