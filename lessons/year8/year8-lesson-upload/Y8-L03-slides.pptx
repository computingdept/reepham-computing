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72" r:id="rId5"/>
    <p:sldId id="290" r:id="rId6"/>
    <p:sldId id="293" r:id="rId7"/>
    <p:sldId id="282" r:id="rId8"/>
    <p:sldId id="294" r:id="rId9"/>
    <p:sldId id="283" r:id="rId10"/>
    <p:sldId id="284" r:id="rId11"/>
    <p:sldId id="285" r:id="rId12"/>
    <p:sldId id="295" r:id="rId13"/>
    <p:sldId id="286" r:id="rId14"/>
    <p:sldId id="289" r:id="rId15"/>
    <p:sldId id="288" r:id="rId16"/>
    <p:sldId id="287" r:id="rId17"/>
    <p:sldId id="269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DB"/>
    <a:srgbClr val="6A587A"/>
    <a:srgbClr val="9CC1B5"/>
    <a:srgbClr val="C1D9D1"/>
    <a:srgbClr val="FFFFCC"/>
    <a:srgbClr val="006A4C"/>
    <a:srgbClr val="7F6A93"/>
    <a:srgbClr val="3E003E"/>
    <a:srgbClr val="DAEAE0"/>
    <a:srgbClr val="569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94AD5-2882-4210-B5C9-0262797B6CAF}" v="12" dt="2026-09-22T09:07:35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Peebles" userId="55df9692-3791-40ae-bd44-2b55daecbb6e" providerId="ADAL" clId="{959324A1-24E3-4513-8839-054B18CD0E87}"/>
    <pc:docChg chg="undo custSel addSld delSld modSld modMainMaster">
      <pc:chgData name="Amy Peebles" userId="55df9692-3791-40ae-bd44-2b55daecbb6e" providerId="ADAL" clId="{959324A1-24E3-4513-8839-054B18CD0E87}" dt="2026-09-13T19:14:19.520" v="755" actId="1037"/>
      <pc:docMkLst>
        <pc:docMk/>
      </pc:docMkLst>
      <pc:sldChg chg="addSp delSp modSp mod modAnim">
        <pc:chgData name="Amy Peebles" userId="55df9692-3791-40ae-bd44-2b55daecbb6e" providerId="ADAL" clId="{959324A1-24E3-4513-8839-054B18CD0E87}" dt="2026-09-13T19:14:19.520" v="755" actId="1037"/>
        <pc:sldMkLst>
          <pc:docMk/>
          <pc:sldMk cId="25634001" sldId="269"/>
        </pc:sldMkLst>
        <pc:spChg chg="add">
          <ac:chgData name="Amy Peebles" userId="55df9692-3791-40ae-bd44-2b55daecbb6e" providerId="ADAL" clId="{959324A1-24E3-4513-8839-054B18CD0E87}" dt="2026-09-13T19:12:55.205" v="716" actId="22"/>
          <ac:spMkLst>
            <pc:docMk/>
            <pc:sldMk cId="25634001" sldId="269"/>
            <ac:spMk id="6" creationId="{746A2CD6-7533-8E30-B176-E28CD08B6AE6}"/>
          </ac:spMkLst>
        </pc:spChg>
        <pc:spChg chg="add mod">
          <ac:chgData name="Amy Peebles" userId="55df9692-3791-40ae-bd44-2b55daecbb6e" providerId="ADAL" clId="{959324A1-24E3-4513-8839-054B18CD0E87}" dt="2026-09-13T19:13:31.622" v="740" actId="1038"/>
          <ac:spMkLst>
            <pc:docMk/>
            <pc:sldMk cId="25634001" sldId="269"/>
            <ac:spMk id="10" creationId="{C1A2CCBF-9FBF-5273-87EA-B506EEC61A1F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25634001" sldId="269"/>
            <ac:spMk id="12" creationId="{ADB2CD83-A510-AB61-2057-FCAE4997E784}"/>
          </ac:spMkLst>
        </pc:spChg>
        <pc:spChg chg="add mod">
          <ac:chgData name="Amy Peebles" userId="55df9692-3791-40ae-bd44-2b55daecbb6e" providerId="ADAL" clId="{959324A1-24E3-4513-8839-054B18CD0E87}" dt="2026-09-13T19:13:31.622" v="740" actId="1038"/>
          <ac:spMkLst>
            <pc:docMk/>
            <pc:sldMk cId="25634001" sldId="269"/>
            <ac:spMk id="23" creationId="{E9F5DC9B-F0D6-E493-B6ED-C9193B032B53}"/>
          </ac:spMkLst>
        </pc:spChg>
        <pc:spChg chg="add mod">
          <ac:chgData name="Amy Peebles" userId="55df9692-3791-40ae-bd44-2b55daecbb6e" providerId="ADAL" clId="{959324A1-24E3-4513-8839-054B18CD0E87}" dt="2026-09-13T19:13:31.622" v="740" actId="1038"/>
          <ac:spMkLst>
            <pc:docMk/>
            <pc:sldMk cId="25634001" sldId="269"/>
            <ac:spMk id="32" creationId="{95FCF989-68A0-F880-1739-39B684F15791}"/>
          </ac:spMkLst>
        </pc:spChg>
        <pc:spChg chg="add mod">
          <ac:chgData name="Amy Peebles" userId="55df9692-3791-40ae-bd44-2b55daecbb6e" providerId="ADAL" clId="{959324A1-24E3-4513-8839-054B18CD0E87}" dt="2026-09-13T19:13:31.622" v="740" actId="1038"/>
          <ac:spMkLst>
            <pc:docMk/>
            <pc:sldMk cId="25634001" sldId="269"/>
            <ac:spMk id="34" creationId="{B3465E3A-C654-ED34-5B6E-4B36DD1BB41B}"/>
          </ac:spMkLst>
        </pc:spChg>
        <pc:spChg chg="add">
          <ac:chgData name="Amy Peebles" userId="55df9692-3791-40ae-bd44-2b55daecbb6e" providerId="ADAL" clId="{959324A1-24E3-4513-8839-054B18CD0E87}" dt="2026-09-13T19:14:07.931" v="744" actId="22"/>
          <ac:spMkLst>
            <pc:docMk/>
            <pc:sldMk cId="25634001" sldId="269"/>
            <ac:spMk id="53" creationId="{87CA9F5E-BAD4-5B46-BBB1-1568E14D1187}"/>
          </ac:spMkLst>
        </pc:spChg>
        <pc:spChg chg="add">
          <ac:chgData name="Amy Peebles" userId="55df9692-3791-40ae-bd44-2b55daecbb6e" providerId="ADAL" clId="{959324A1-24E3-4513-8839-054B18CD0E87}" dt="2026-09-13T19:14:07.931" v="744" actId="22"/>
          <ac:spMkLst>
            <pc:docMk/>
            <pc:sldMk cId="25634001" sldId="269"/>
            <ac:spMk id="55" creationId="{B728443F-09EB-CB9A-DA53-11ECACEABB5C}"/>
          </ac:spMkLst>
        </pc:spChg>
        <pc:picChg chg="add">
          <ac:chgData name="Amy Peebles" userId="55df9692-3791-40ae-bd44-2b55daecbb6e" providerId="ADAL" clId="{959324A1-24E3-4513-8839-054B18CD0E87}" dt="2026-09-13T19:12:55.205" v="716" actId="22"/>
          <ac:picMkLst>
            <pc:docMk/>
            <pc:sldMk cId="25634001" sldId="269"/>
            <ac:picMk id="8" creationId="{64F654AD-906A-9875-B6E7-6C052A69322E}"/>
          </ac:picMkLst>
        </pc:picChg>
        <pc:picChg chg="add mod">
          <ac:chgData name="Amy Peebles" userId="55df9692-3791-40ae-bd44-2b55daecbb6e" providerId="ADAL" clId="{959324A1-24E3-4513-8839-054B18CD0E87}" dt="2026-09-13T19:13:31.622" v="740" actId="1038"/>
          <ac:picMkLst>
            <pc:docMk/>
            <pc:sldMk cId="25634001" sldId="269"/>
            <ac:picMk id="17" creationId="{DC6E5D66-3F5F-63A6-F5B7-175BFF0C05F4}"/>
          </ac:picMkLst>
        </pc:picChg>
        <pc:picChg chg="add mod">
          <ac:chgData name="Amy Peebles" userId="55df9692-3791-40ae-bd44-2b55daecbb6e" providerId="ADAL" clId="{959324A1-24E3-4513-8839-054B18CD0E87}" dt="2026-09-13T19:13:31.622" v="740" actId="1038"/>
          <ac:picMkLst>
            <pc:docMk/>
            <pc:sldMk cId="25634001" sldId="269"/>
            <ac:picMk id="19" creationId="{DAF2B4DE-5169-F7A9-1FC6-2A3CBFB310FB}"/>
          </ac:picMkLst>
        </pc:picChg>
        <pc:picChg chg="add mod">
          <ac:chgData name="Amy Peebles" userId="55df9692-3791-40ae-bd44-2b55daecbb6e" providerId="ADAL" clId="{959324A1-24E3-4513-8839-054B18CD0E87}" dt="2026-09-13T19:13:31.622" v="740" actId="1038"/>
          <ac:picMkLst>
            <pc:docMk/>
            <pc:sldMk cId="25634001" sldId="269"/>
            <ac:picMk id="21" creationId="{B88D68FF-25AA-DAF3-6ADE-F3F7B447F57C}"/>
          </ac:picMkLst>
        </pc:picChg>
        <pc:picChg chg="add mod">
          <ac:chgData name="Amy Peebles" userId="55df9692-3791-40ae-bd44-2b55daecbb6e" providerId="ADAL" clId="{959324A1-24E3-4513-8839-054B18CD0E87}" dt="2026-09-13T19:14:19.520" v="755" actId="1037"/>
          <ac:picMkLst>
            <pc:docMk/>
            <pc:sldMk cId="25634001" sldId="269"/>
            <ac:picMk id="47" creationId="{9E65FECD-D7C0-4EF3-2917-8E015C34076B}"/>
          </ac:picMkLst>
        </pc:picChg>
        <pc:picChg chg="add mod">
          <ac:chgData name="Amy Peebles" userId="55df9692-3791-40ae-bd44-2b55daecbb6e" providerId="ADAL" clId="{959324A1-24E3-4513-8839-054B18CD0E87}" dt="2026-09-13T19:14:19.520" v="755" actId="1037"/>
          <ac:picMkLst>
            <pc:docMk/>
            <pc:sldMk cId="25634001" sldId="269"/>
            <ac:picMk id="48" creationId="{45A6D125-EB7F-D5D4-7BEA-344565B2EF0D}"/>
          </ac:picMkLst>
        </pc:picChg>
        <pc:picChg chg="add mod">
          <ac:chgData name="Amy Peebles" userId="55df9692-3791-40ae-bd44-2b55daecbb6e" providerId="ADAL" clId="{959324A1-24E3-4513-8839-054B18CD0E87}" dt="2026-09-13T19:14:19.520" v="755" actId="1037"/>
          <ac:picMkLst>
            <pc:docMk/>
            <pc:sldMk cId="25634001" sldId="269"/>
            <ac:picMk id="49" creationId="{9F7C1ABD-3543-ACB6-12F2-08835B6358FC}"/>
          </ac:picMkLst>
        </pc:picChg>
        <pc:picChg chg="add">
          <ac:chgData name="Amy Peebles" userId="55df9692-3791-40ae-bd44-2b55daecbb6e" providerId="ADAL" clId="{959324A1-24E3-4513-8839-054B18CD0E87}" dt="2026-09-13T19:14:07.931" v="744" actId="22"/>
          <ac:picMkLst>
            <pc:docMk/>
            <pc:sldMk cId="25634001" sldId="269"/>
            <ac:picMk id="51" creationId="{81C634ED-08C3-1E46-50DE-8B194DF0FFDB}"/>
          </ac:picMkLst>
        </pc:picChg>
        <pc:picChg chg="add">
          <ac:chgData name="Amy Peebles" userId="55df9692-3791-40ae-bd44-2b55daecbb6e" providerId="ADAL" clId="{959324A1-24E3-4513-8839-054B18CD0E87}" dt="2026-09-13T19:14:07.931" v="744" actId="22"/>
          <ac:picMkLst>
            <pc:docMk/>
            <pc:sldMk cId="25634001" sldId="269"/>
            <ac:picMk id="57" creationId="{1ABF7C70-09AE-805D-939C-B030AE1A3C5D}"/>
          </ac:picMkLst>
        </pc:picChg>
      </pc:sldChg>
      <pc:sldChg chg="addSp delSp modSp mod setBg">
        <pc:chgData name="Amy Peebles" userId="55df9692-3791-40ae-bd44-2b55daecbb6e" providerId="ADAL" clId="{959324A1-24E3-4513-8839-054B18CD0E87}" dt="2026-09-13T18:58:05.051" v="132" actId="1035"/>
        <pc:sldMkLst>
          <pc:docMk/>
          <pc:sldMk cId="4182502383" sldId="272"/>
        </pc:sldMkLst>
        <pc:spChg chg="mod">
          <ac:chgData name="Amy Peebles" userId="55df9692-3791-40ae-bd44-2b55daecbb6e" providerId="ADAL" clId="{959324A1-24E3-4513-8839-054B18CD0E87}" dt="2026-09-13T18:57:57.506" v="127" actId="20577"/>
          <ac:spMkLst>
            <pc:docMk/>
            <pc:sldMk cId="4182502383" sldId="272"/>
            <ac:spMk id="2" creationId="{3AFFD35C-31D7-48B1-6CAB-CE0ECCF34D2C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4182502383" sldId="272"/>
            <ac:spMk id="3" creationId="{555604B9-6B47-6A3C-7CF8-34598330D5C0}"/>
          </ac:spMkLst>
        </pc:spChg>
        <pc:spChg chg="add">
          <ac:chgData name="Amy Peebles" userId="55df9692-3791-40ae-bd44-2b55daecbb6e" providerId="ADAL" clId="{959324A1-24E3-4513-8839-054B18CD0E87}" dt="2026-09-13T18:55:30.812" v="2" actId="22"/>
          <ac:spMkLst>
            <pc:docMk/>
            <pc:sldMk cId="4182502383" sldId="272"/>
            <ac:spMk id="11" creationId="{C44F5043-0DE1-7055-4FB6-CBBB4237C3C7}"/>
          </ac:spMkLst>
        </pc:spChg>
        <pc:picChg chg="add">
          <ac:chgData name="Amy Peebles" userId="55df9692-3791-40ae-bd44-2b55daecbb6e" providerId="ADAL" clId="{959324A1-24E3-4513-8839-054B18CD0E87}" dt="2026-09-13T18:55:30.812" v="2" actId="22"/>
          <ac:picMkLst>
            <pc:docMk/>
            <pc:sldMk cId="4182502383" sldId="272"/>
            <ac:picMk id="13" creationId="{5E78EAC3-0448-1353-3653-FD1AC82D0C1F}"/>
          </ac:picMkLst>
        </pc:picChg>
        <pc:picChg chg="add">
          <ac:chgData name="Amy Peebles" userId="55df9692-3791-40ae-bd44-2b55daecbb6e" providerId="ADAL" clId="{959324A1-24E3-4513-8839-054B18CD0E87}" dt="2026-09-13T18:55:30.812" v="2" actId="22"/>
          <ac:picMkLst>
            <pc:docMk/>
            <pc:sldMk cId="4182502383" sldId="272"/>
            <ac:picMk id="15" creationId="{04DFCC62-315B-E68C-B257-8EA73F11EA65}"/>
          </ac:picMkLst>
        </pc:picChg>
        <pc:picChg chg="add mod modCrop">
          <ac:chgData name="Amy Peebles" userId="55df9692-3791-40ae-bd44-2b55daecbb6e" providerId="ADAL" clId="{959324A1-24E3-4513-8839-054B18CD0E87}" dt="2026-09-13T18:58:05.051" v="132" actId="1035"/>
          <ac:picMkLst>
            <pc:docMk/>
            <pc:sldMk cId="4182502383" sldId="272"/>
            <ac:picMk id="16" creationId="{FE99D710-B1AB-D378-594C-D18F66CBED30}"/>
          </ac:picMkLst>
        </pc:picChg>
      </pc:sldChg>
      <pc:sldChg chg="addSp delSp modSp mod modAnim">
        <pc:chgData name="Amy Peebles" userId="55df9692-3791-40ae-bd44-2b55daecbb6e" providerId="ADAL" clId="{959324A1-24E3-4513-8839-054B18CD0E87}" dt="2026-09-13T19:09:04.952" v="701" actId="22"/>
        <pc:sldMkLst>
          <pc:docMk/>
          <pc:sldMk cId="3070830473" sldId="282"/>
        </pc:sldMkLst>
        <pc:spChg chg="add">
          <ac:chgData name="Amy Peebles" userId="55df9692-3791-40ae-bd44-2b55daecbb6e" providerId="ADAL" clId="{959324A1-24E3-4513-8839-054B18CD0E87}" dt="2026-09-13T19:07:21.189" v="687" actId="22"/>
          <ac:spMkLst>
            <pc:docMk/>
            <pc:sldMk cId="3070830473" sldId="282"/>
            <ac:spMk id="23" creationId="{A6817382-6C2C-6FE8-9318-6973A15DDD06}"/>
          </ac:spMkLst>
        </pc:spChg>
        <pc:spChg chg="add mod">
          <ac:chgData name="Amy Peebles" userId="55df9692-3791-40ae-bd44-2b55daecbb6e" providerId="ADAL" clId="{959324A1-24E3-4513-8839-054B18CD0E87}" dt="2026-09-13T19:07:44.972" v="691" actId="14100"/>
          <ac:spMkLst>
            <pc:docMk/>
            <pc:sldMk cId="3070830473" sldId="282"/>
            <ac:spMk id="33" creationId="{2767A949-E91D-586F-B8C8-7744D163D8DE}"/>
          </ac:spMkLst>
        </pc:spChg>
        <pc:spChg chg="add mod">
          <ac:chgData name="Amy Peebles" userId="55df9692-3791-40ae-bd44-2b55daecbb6e" providerId="ADAL" clId="{959324A1-24E3-4513-8839-054B18CD0E87}" dt="2026-09-13T19:07:53.609" v="694" actId="113"/>
          <ac:spMkLst>
            <pc:docMk/>
            <pc:sldMk cId="3070830473" sldId="282"/>
            <ac:spMk id="35" creationId="{A47E83A9-736F-F41E-DF8C-06A9545986B7}"/>
          </ac:spMkLst>
        </pc:spChg>
        <pc:spChg chg="add mod">
          <ac:chgData name="Amy Peebles" userId="55df9692-3791-40ae-bd44-2b55daecbb6e" providerId="ADAL" clId="{959324A1-24E3-4513-8839-054B18CD0E87}" dt="2026-09-13T19:08:00.661" v="696" actId="113"/>
          <ac:spMkLst>
            <pc:docMk/>
            <pc:sldMk cId="3070830473" sldId="282"/>
            <ac:spMk id="37" creationId="{151ACE6B-C4EB-9C82-5E18-7F2E96994253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3070830473" sldId="282"/>
            <ac:spMk id="38" creationId="{82484765-3A3D-D0B2-1086-E034FE2260E7}"/>
          </ac:spMkLst>
        </pc:spChg>
        <pc:spChg chg="add">
          <ac:chgData name="Amy Peebles" userId="55df9692-3791-40ae-bd44-2b55daecbb6e" providerId="ADAL" clId="{959324A1-24E3-4513-8839-054B18CD0E87}" dt="2026-09-13T19:09:04.952" v="701" actId="22"/>
          <ac:spMkLst>
            <pc:docMk/>
            <pc:sldMk cId="3070830473" sldId="282"/>
            <ac:spMk id="62" creationId="{31E3AF58-82A5-976E-74ED-B393A4A71980}"/>
          </ac:spMkLst>
        </pc:spChg>
        <pc:picChg chg="add">
          <ac:chgData name="Amy Peebles" userId="55df9692-3791-40ae-bd44-2b55daecbb6e" providerId="ADAL" clId="{959324A1-24E3-4513-8839-054B18CD0E87}" dt="2026-09-13T19:07:21.189" v="687" actId="22"/>
          <ac:picMkLst>
            <pc:docMk/>
            <pc:sldMk cId="3070830473" sldId="282"/>
            <ac:picMk id="25" creationId="{8E58C28D-618D-F0E9-7224-FF292BB8A8D5}"/>
          </ac:picMkLst>
        </pc:picChg>
        <pc:picChg chg="add">
          <ac:chgData name="Amy Peebles" userId="55df9692-3791-40ae-bd44-2b55daecbb6e" providerId="ADAL" clId="{959324A1-24E3-4513-8839-054B18CD0E87}" dt="2026-09-13T19:07:21.189" v="687" actId="22"/>
          <ac:picMkLst>
            <pc:docMk/>
            <pc:sldMk cId="3070830473" sldId="282"/>
            <ac:picMk id="27" creationId="{4319A3B8-C7B4-D890-60FC-8B2A80E541AE}"/>
          </ac:picMkLst>
        </pc:picChg>
        <pc:picChg chg="add">
          <ac:chgData name="Amy Peebles" userId="55df9692-3791-40ae-bd44-2b55daecbb6e" providerId="ADAL" clId="{959324A1-24E3-4513-8839-054B18CD0E87}" dt="2026-09-13T19:07:21.189" v="687" actId="22"/>
          <ac:picMkLst>
            <pc:docMk/>
            <pc:sldMk cId="3070830473" sldId="282"/>
            <ac:picMk id="31" creationId="{CE2984EB-68A6-3C76-4AA9-989BD1CC766D}"/>
          </ac:picMkLst>
        </pc:picChg>
        <pc:picChg chg="add">
          <ac:chgData name="Amy Peebles" userId="55df9692-3791-40ae-bd44-2b55daecbb6e" providerId="ADAL" clId="{959324A1-24E3-4513-8839-054B18CD0E87}" dt="2026-09-13T19:09:04.952" v="701" actId="22"/>
          <ac:picMkLst>
            <pc:docMk/>
            <pc:sldMk cId="3070830473" sldId="282"/>
            <ac:picMk id="64" creationId="{3D3CCA69-8A09-9641-1819-381D79EBE964}"/>
          </ac:picMkLst>
        </pc:picChg>
        <pc:picChg chg="add">
          <ac:chgData name="Amy Peebles" userId="55df9692-3791-40ae-bd44-2b55daecbb6e" providerId="ADAL" clId="{959324A1-24E3-4513-8839-054B18CD0E87}" dt="2026-09-13T19:09:04.952" v="701" actId="22"/>
          <ac:picMkLst>
            <pc:docMk/>
            <pc:sldMk cId="3070830473" sldId="282"/>
            <ac:picMk id="66" creationId="{0B454BB5-C800-93D4-64EC-9D388EF7F7A1}"/>
          </ac:picMkLst>
        </pc:picChg>
      </pc:sldChg>
      <pc:sldChg chg="addSp modSp mod">
        <pc:chgData name="Amy Peebles" userId="55df9692-3791-40ae-bd44-2b55daecbb6e" providerId="ADAL" clId="{959324A1-24E3-4513-8839-054B18CD0E87}" dt="2026-09-13T19:10:38.268" v="704" actId="166"/>
        <pc:sldMkLst>
          <pc:docMk/>
          <pc:sldMk cId="3156341667" sldId="283"/>
        </pc:sldMkLst>
        <pc:spChg chg="add">
          <ac:chgData name="Amy Peebles" userId="55df9692-3791-40ae-bd44-2b55daecbb6e" providerId="ADAL" clId="{959324A1-24E3-4513-8839-054B18CD0E87}" dt="2026-09-13T19:10:29.426" v="702" actId="22"/>
          <ac:spMkLst>
            <pc:docMk/>
            <pc:sldMk cId="3156341667" sldId="283"/>
            <ac:spMk id="4" creationId="{78AA996F-A2FD-EBCC-5939-EABDE6FC1190}"/>
          </ac:spMkLst>
        </pc:spChg>
        <pc:spChg chg="ord">
          <ac:chgData name="Amy Peebles" userId="55df9692-3791-40ae-bd44-2b55daecbb6e" providerId="ADAL" clId="{959324A1-24E3-4513-8839-054B18CD0E87}" dt="2026-09-13T19:10:38.268" v="704" actId="166"/>
          <ac:spMkLst>
            <pc:docMk/>
            <pc:sldMk cId="3156341667" sldId="283"/>
            <ac:spMk id="19" creationId="{6E12930E-33F8-B8B6-5E54-B61380610BCF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3156341667" sldId="283"/>
            <ac:spMk id="31" creationId="{0D27E686-A6D4-A8A5-F026-B2332474C897}"/>
          </ac:spMkLst>
        </pc:spChg>
        <pc:picChg chg="add">
          <ac:chgData name="Amy Peebles" userId="55df9692-3791-40ae-bd44-2b55daecbb6e" providerId="ADAL" clId="{959324A1-24E3-4513-8839-054B18CD0E87}" dt="2026-09-13T19:10:29.426" v="702" actId="22"/>
          <ac:picMkLst>
            <pc:docMk/>
            <pc:sldMk cId="3156341667" sldId="283"/>
            <ac:picMk id="6" creationId="{1990DBBD-1EB5-C5E6-8708-5380A70DBEF1}"/>
          </ac:picMkLst>
        </pc:picChg>
        <pc:picChg chg="add">
          <ac:chgData name="Amy Peebles" userId="55df9692-3791-40ae-bd44-2b55daecbb6e" providerId="ADAL" clId="{959324A1-24E3-4513-8839-054B18CD0E87}" dt="2026-09-13T19:10:29.426" v="702" actId="22"/>
          <ac:picMkLst>
            <pc:docMk/>
            <pc:sldMk cId="3156341667" sldId="283"/>
            <ac:picMk id="8" creationId="{B4590A31-AC29-B092-7F65-4AA5F31F41CB}"/>
          </ac:picMkLst>
        </pc:picChg>
      </pc:sldChg>
      <pc:sldChg chg="addSp modSp mod">
        <pc:chgData name="Amy Peebles" userId="55df9692-3791-40ae-bd44-2b55daecbb6e" providerId="ADAL" clId="{959324A1-24E3-4513-8839-054B18CD0E87}" dt="2026-09-13T19:10:42.341" v="705" actId="166"/>
        <pc:sldMkLst>
          <pc:docMk/>
          <pc:sldMk cId="1663648387" sldId="284"/>
        </pc:sldMkLst>
        <pc:spChg chg="add">
          <ac:chgData name="Amy Peebles" userId="55df9692-3791-40ae-bd44-2b55daecbb6e" providerId="ADAL" clId="{959324A1-24E3-4513-8839-054B18CD0E87}" dt="2026-09-13T19:10:30.904" v="703" actId="22"/>
          <ac:spMkLst>
            <pc:docMk/>
            <pc:sldMk cId="1663648387" sldId="284"/>
            <ac:spMk id="9" creationId="{8829DFFC-2791-425D-E34E-863340EA4531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1663648387" sldId="284"/>
            <ac:spMk id="31" creationId="{0D27E686-A6D4-A8A5-F026-B2332474C897}"/>
          </ac:spMkLst>
        </pc:spChg>
        <pc:picChg chg="mod">
          <ac:chgData name="Amy Peebles" userId="55df9692-3791-40ae-bd44-2b55daecbb6e" providerId="ADAL" clId="{959324A1-24E3-4513-8839-054B18CD0E87}" dt="2026-09-13T19:10:42.341" v="705" actId="166"/>
          <ac:picMkLst>
            <pc:docMk/>
            <pc:sldMk cId="1663648387" sldId="284"/>
            <ac:picMk id="7" creationId="{D3F337DC-CF4C-07EF-B802-ACE56FDF23B7}"/>
          </ac:picMkLst>
        </pc:picChg>
        <pc:picChg chg="add">
          <ac:chgData name="Amy Peebles" userId="55df9692-3791-40ae-bd44-2b55daecbb6e" providerId="ADAL" clId="{959324A1-24E3-4513-8839-054B18CD0E87}" dt="2026-09-13T19:10:30.904" v="703" actId="22"/>
          <ac:picMkLst>
            <pc:docMk/>
            <pc:sldMk cId="1663648387" sldId="284"/>
            <ac:picMk id="11" creationId="{3CE4AD5A-73FE-35D9-ECF9-E6D66EFF45EF}"/>
          </ac:picMkLst>
        </pc:picChg>
        <pc:picChg chg="add">
          <ac:chgData name="Amy Peebles" userId="55df9692-3791-40ae-bd44-2b55daecbb6e" providerId="ADAL" clId="{959324A1-24E3-4513-8839-054B18CD0E87}" dt="2026-09-13T19:10:30.904" v="703" actId="22"/>
          <ac:picMkLst>
            <pc:docMk/>
            <pc:sldMk cId="1663648387" sldId="284"/>
            <ac:picMk id="15" creationId="{5EA177E0-8E84-E008-5D28-69BEB566928B}"/>
          </ac:picMkLst>
        </pc:picChg>
      </pc:sldChg>
      <pc:sldChg chg="addSp delSp modSp mod">
        <pc:chgData name="Amy Peebles" userId="55df9692-3791-40ae-bd44-2b55daecbb6e" providerId="ADAL" clId="{959324A1-24E3-4513-8839-054B18CD0E87}" dt="2026-09-13T19:11:27.624" v="708" actId="22"/>
        <pc:sldMkLst>
          <pc:docMk/>
          <pc:sldMk cId="3584178047" sldId="285"/>
        </pc:sldMkLst>
        <pc:spChg chg="add">
          <ac:chgData name="Amy Peebles" userId="55df9692-3791-40ae-bd44-2b55daecbb6e" providerId="ADAL" clId="{959324A1-24E3-4513-8839-054B18CD0E87}" dt="2026-09-13T19:10:48.710" v="706" actId="22"/>
          <ac:spMkLst>
            <pc:docMk/>
            <pc:sldMk cId="3584178047" sldId="285"/>
            <ac:spMk id="4" creationId="{0DB56805-23A4-C91C-2693-A0BC47486442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3584178047" sldId="285"/>
            <ac:spMk id="31" creationId="{0D27E686-A6D4-A8A5-F026-B2332474C897}"/>
          </ac:spMkLst>
        </pc:spChg>
        <pc:picChg chg="add">
          <ac:chgData name="Amy Peebles" userId="55df9692-3791-40ae-bd44-2b55daecbb6e" providerId="ADAL" clId="{959324A1-24E3-4513-8839-054B18CD0E87}" dt="2026-09-13T19:11:27.624" v="708" actId="22"/>
          <ac:picMkLst>
            <pc:docMk/>
            <pc:sldMk cId="3584178047" sldId="285"/>
            <ac:picMk id="22" creationId="{4526C2AF-ED85-AA23-B356-DBD34C9AAF13}"/>
          </ac:picMkLst>
        </pc:picChg>
        <pc:picChg chg="add">
          <ac:chgData name="Amy Peebles" userId="55df9692-3791-40ae-bd44-2b55daecbb6e" providerId="ADAL" clId="{959324A1-24E3-4513-8839-054B18CD0E87}" dt="2026-09-13T19:11:27.624" v="708" actId="22"/>
          <ac:picMkLst>
            <pc:docMk/>
            <pc:sldMk cId="3584178047" sldId="285"/>
            <ac:picMk id="24" creationId="{B1031C53-43CF-7A09-5766-425BB36BDB73}"/>
          </ac:picMkLst>
        </pc:picChg>
      </pc:sldChg>
      <pc:sldChg chg="addSp modSp mod">
        <pc:chgData name="Amy Peebles" userId="55df9692-3791-40ae-bd44-2b55daecbb6e" providerId="ADAL" clId="{959324A1-24E3-4513-8839-054B18CD0E87}" dt="2026-09-13T19:11:47.381" v="710" actId="1076"/>
        <pc:sldMkLst>
          <pc:docMk/>
          <pc:sldMk cId="3788873143" sldId="286"/>
        </pc:sldMkLst>
        <pc:spChg chg="add">
          <ac:chgData name="Amy Peebles" userId="55df9692-3791-40ae-bd44-2b55daecbb6e" providerId="ADAL" clId="{959324A1-24E3-4513-8839-054B18CD0E87}" dt="2026-09-13T19:11:36.026" v="709" actId="22"/>
          <ac:spMkLst>
            <pc:docMk/>
            <pc:sldMk cId="3788873143" sldId="286"/>
            <ac:spMk id="3" creationId="{FEB97AEC-C2C1-763A-29F5-4DCD38EAF60B}"/>
          </ac:spMkLst>
        </pc:spChg>
        <pc:spChg chg="add">
          <ac:chgData name="Amy Peebles" userId="55df9692-3791-40ae-bd44-2b55daecbb6e" providerId="ADAL" clId="{959324A1-24E3-4513-8839-054B18CD0E87}" dt="2026-09-13T19:11:36.026" v="709" actId="22"/>
          <ac:spMkLst>
            <pc:docMk/>
            <pc:sldMk cId="3788873143" sldId="286"/>
            <ac:spMk id="12" creationId="{A41A7195-9811-BE2A-3CA2-F8E8A3683472}"/>
          </ac:spMkLst>
        </pc:spChg>
        <pc:spChg chg="mod">
          <ac:chgData name="Amy Peebles" userId="55df9692-3791-40ae-bd44-2b55daecbb6e" providerId="ADAL" clId="{959324A1-24E3-4513-8839-054B18CD0E87}" dt="2026-09-13T19:11:47.381" v="710" actId="1076"/>
          <ac:spMkLst>
            <pc:docMk/>
            <pc:sldMk cId="3788873143" sldId="286"/>
            <ac:spMk id="22" creationId="{B046F91E-579B-E727-ABF6-7CFA37A78AB9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3788873143" sldId="286"/>
            <ac:spMk id="31" creationId="{0D27E686-A6D4-A8A5-F026-B2332474C897}"/>
          </ac:spMkLst>
        </pc:spChg>
        <pc:picChg chg="add">
          <ac:chgData name="Amy Peebles" userId="55df9692-3791-40ae-bd44-2b55daecbb6e" providerId="ADAL" clId="{959324A1-24E3-4513-8839-054B18CD0E87}" dt="2026-09-13T19:11:36.026" v="709" actId="22"/>
          <ac:picMkLst>
            <pc:docMk/>
            <pc:sldMk cId="3788873143" sldId="286"/>
            <ac:picMk id="8" creationId="{25E3B0E1-7657-D675-05C3-1ACDBE4FE4D3}"/>
          </ac:picMkLst>
        </pc:picChg>
        <pc:picChg chg="add">
          <ac:chgData name="Amy Peebles" userId="55df9692-3791-40ae-bd44-2b55daecbb6e" providerId="ADAL" clId="{959324A1-24E3-4513-8839-054B18CD0E87}" dt="2026-09-13T19:11:36.026" v="709" actId="22"/>
          <ac:picMkLst>
            <pc:docMk/>
            <pc:sldMk cId="3788873143" sldId="286"/>
            <ac:picMk id="10" creationId="{772B36FA-602B-B596-48EE-1B42B131EC84}"/>
          </ac:picMkLst>
        </pc:picChg>
      </pc:sldChg>
      <pc:sldChg chg="addSp modSp mod">
        <pc:chgData name="Amy Peebles" userId="55df9692-3791-40ae-bd44-2b55daecbb6e" providerId="ADAL" clId="{959324A1-24E3-4513-8839-054B18CD0E87}" dt="2026-09-13T19:12:39.219" v="712" actId="22"/>
        <pc:sldMkLst>
          <pc:docMk/>
          <pc:sldMk cId="4094161194" sldId="287"/>
        </pc:sldMkLst>
        <pc:spChg chg="add">
          <ac:chgData name="Amy Peebles" userId="55df9692-3791-40ae-bd44-2b55daecbb6e" providerId="ADAL" clId="{959324A1-24E3-4513-8839-054B18CD0E87}" dt="2026-09-13T19:12:39.219" v="712" actId="22"/>
          <ac:spMkLst>
            <pc:docMk/>
            <pc:sldMk cId="4094161194" sldId="287"/>
            <ac:spMk id="6" creationId="{D6160281-818F-4EB6-4C9F-9628EF28ED9F}"/>
          </ac:spMkLst>
        </pc:spChg>
        <pc:spChg chg="add">
          <ac:chgData name="Amy Peebles" userId="55df9692-3791-40ae-bd44-2b55daecbb6e" providerId="ADAL" clId="{959324A1-24E3-4513-8839-054B18CD0E87}" dt="2026-09-13T19:12:39.219" v="712" actId="22"/>
          <ac:spMkLst>
            <pc:docMk/>
            <pc:sldMk cId="4094161194" sldId="287"/>
            <ac:spMk id="13" creationId="{813C8846-2813-1A8F-ADF0-EE94C633EE19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4094161194" sldId="287"/>
            <ac:spMk id="31" creationId="{0D27E686-A6D4-A8A5-F026-B2332474C897}"/>
          </ac:spMkLst>
        </pc:spChg>
        <pc:picChg chg="add">
          <ac:chgData name="Amy Peebles" userId="55df9692-3791-40ae-bd44-2b55daecbb6e" providerId="ADAL" clId="{959324A1-24E3-4513-8839-054B18CD0E87}" dt="2026-09-13T19:12:39.219" v="712" actId="22"/>
          <ac:picMkLst>
            <pc:docMk/>
            <pc:sldMk cId="4094161194" sldId="287"/>
            <ac:picMk id="9" creationId="{070D1E02-5A72-BBA8-E2DC-ABE4CFA70AEB}"/>
          </ac:picMkLst>
        </pc:picChg>
        <pc:picChg chg="add">
          <ac:chgData name="Amy Peebles" userId="55df9692-3791-40ae-bd44-2b55daecbb6e" providerId="ADAL" clId="{959324A1-24E3-4513-8839-054B18CD0E87}" dt="2026-09-13T19:12:39.219" v="712" actId="22"/>
          <ac:picMkLst>
            <pc:docMk/>
            <pc:sldMk cId="4094161194" sldId="287"/>
            <ac:picMk id="11" creationId="{CC4FDB6C-F986-CB29-9770-77CEE32D9D35}"/>
          </ac:picMkLst>
        </pc:picChg>
      </pc:sldChg>
      <pc:sldChg chg="addSp modSp mod">
        <pc:chgData name="Amy Peebles" userId="55df9692-3791-40ae-bd44-2b55daecbb6e" providerId="ADAL" clId="{959324A1-24E3-4513-8839-054B18CD0E87}" dt="2026-09-13T19:12:41.874" v="714" actId="22"/>
        <pc:sldMkLst>
          <pc:docMk/>
          <pc:sldMk cId="310987730" sldId="288"/>
        </pc:sldMkLst>
        <pc:spChg chg="add">
          <ac:chgData name="Amy Peebles" userId="55df9692-3791-40ae-bd44-2b55daecbb6e" providerId="ADAL" clId="{959324A1-24E3-4513-8839-054B18CD0E87}" dt="2026-09-13T19:12:41.874" v="714" actId="22"/>
          <ac:spMkLst>
            <pc:docMk/>
            <pc:sldMk cId="310987730" sldId="288"/>
            <ac:spMk id="3" creationId="{8734ABA1-954E-83C1-6E56-4B0E279135AB}"/>
          </ac:spMkLst>
        </pc:spChg>
        <pc:spChg chg="add">
          <ac:chgData name="Amy Peebles" userId="55df9692-3791-40ae-bd44-2b55daecbb6e" providerId="ADAL" clId="{959324A1-24E3-4513-8839-054B18CD0E87}" dt="2026-09-13T19:12:41.874" v="714" actId="22"/>
          <ac:spMkLst>
            <pc:docMk/>
            <pc:sldMk cId="310987730" sldId="288"/>
            <ac:spMk id="12" creationId="{4DAC8DC0-9980-743F-7F69-DE541D8DEDB7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310987730" sldId="288"/>
            <ac:spMk id="31" creationId="{0D27E686-A6D4-A8A5-F026-B2332474C897}"/>
          </ac:spMkLst>
        </pc:spChg>
        <pc:picChg chg="add">
          <ac:chgData name="Amy Peebles" userId="55df9692-3791-40ae-bd44-2b55daecbb6e" providerId="ADAL" clId="{959324A1-24E3-4513-8839-054B18CD0E87}" dt="2026-09-13T19:12:41.874" v="714" actId="22"/>
          <ac:picMkLst>
            <pc:docMk/>
            <pc:sldMk cId="310987730" sldId="288"/>
            <ac:picMk id="8" creationId="{58A92226-FD4E-DDA0-1BB3-100B17738FB0}"/>
          </ac:picMkLst>
        </pc:picChg>
        <pc:picChg chg="add">
          <ac:chgData name="Amy Peebles" userId="55df9692-3791-40ae-bd44-2b55daecbb6e" providerId="ADAL" clId="{959324A1-24E3-4513-8839-054B18CD0E87}" dt="2026-09-13T19:12:41.874" v="714" actId="22"/>
          <ac:picMkLst>
            <pc:docMk/>
            <pc:sldMk cId="310987730" sldId="288"/>
            <ac:picMk id="10" creationId="{5D9057B2-DD86-CA03-9347-5744B0BBAD4F}"/>
          </ac:picMkLst>
        </pc:picChg>
      </pc:sldChg>
      <pc:sldChg chg="addSp modSp mod">
        <pc:chgData name="Amy Peebles" userId="55df9692-3791-40ae-bd44-2b55daecbb6e" providerId="ADAL" clId="{959324A1-24E3-4513-8839-054B18CD0E87}" dt="2026-09-13T19:12:40.779" v="713" actId="22"/>
        <pc:sldMkLst>
          <pc:docMk/>
          <pc:sldMk cId="309531180" sldId="289"/>
        </pc:sldMkLst>
        <pc:spChg chg="add">
          <ac:chgData name="Amy Peebles" userId="55df9692-3791-40ae-bd44-2b55daecbb6e" providerId="ADAL" clId="{959324A1-24E3-4513-8839-054B18CD0E87}" dt="2026-09-13T19:12:40.779" v="713" actId="22"/>
          <ac:spMkLst>
            <pc:docMk/>
            <pc:sldMk cId="309531180" sldId="289"/>
            <ac:spMk id="3" creationId="{72B98706-5994-6B11-8860-CCE065AA6138}"/>
          </ac:spMkLst>
        </pc:spChg>
        <pc:spChg chg="add">
          <ac:chgData name="Amy Peebles" userId="55df9692-3791-40ae-bd44-2b55daecbb6e" providerId="ADAL" clId="{959324A1-24E3-4513-8839-054B18CD0E87}" dt="2026-09-13T19:12:40.779" v="713" actId="22"/>
          <ac:spMkLst>
            <pc:docMk/>
            <pc:sldMk cId="309531180" sldId="289"/>
            <ac:spMk id="12" creationId="{76C22576-C3BF-805E-61B0-11DD7CFB1C0F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309531180" sldId="289"/>
            <ac:spMk id="31" creationId="{0D27E686-A6D4-A8A5-F026-B2332474C897}"/>
          </ac:spMkLst>
        </pc:spChg>
        <pc:picChg chg="add">
          <ac:chgData name="Amy Peebles" userId="55df9692-3791-40ae-bd44-2b55daecbb6e" providerId="ADAL" clId="{959324A1-24E3-4513-8839-054B18CD0E87}" dt="2026-09-13T19:12:40.779" v="713" actId="22"/>
          <ac:picMkLst>
            <pc:docMk/>
            <pc:sldMk cId="309531180" sldId="289"/>
            <ac:picMk id="8" creationId="{1AE4AB27-57A6-C7A8-1B43-8789DDB481E6}"/>
          </ac:picMkLst>
        </pc:picChg>
        <pc:picChg chg="add">
          <ac:chgData name="Amy Peebles" userId="55df9692-3791-40ae-bd44-2b55daecbb6e" providerId="ADAL" clId="{959324A1-24E3-4513-8839-054B18CD0E87}" dt="2026-09-13T19:12:40.779" v="713" actId="22"/>
          <ac:picMkLst>
            <pc:docMk/>
            <pc:sldMk cId="309531180" sldId="289"/>
            <ac:picMk id="10" creationId="{72C10A64-E7BA-0222-AAB6-56ED58A5B801}"/>
          </ac:picMkLst>
        </pc:picChg>
      </pc:sldChg>
      <pc:sldChg chg="addSp delSp modSp mod modAnim">
        <pc:chgData name="Amy Peebles" userId="55df9692-3791-40ae-bd44-2b55daecbb6e" providerId="ADAL" clId="{959324A1-24E3-4513-8839-054B18CD0E87}" dt="2026-09-13T19:06:25.899" v="682" actId="1076"/>
        <pc:sldMkLst>
          <pc:docMk/>
          <pc:sldMk cId="738198690" sldId="290"/>
        </pc:sldMkLst>
        <pc:spChg chg="mod ord">
          <ac:chgData name="Amy Peebles" userId="55df9692-3791-40ae-bd44-2b55daecbb6e" providerId="ADAL" clId="{959324A1-24E3-4513-8839-054B18CD0E87}" dt="2026-09-13T19:06:14.423" v="680" actId="11"/>
          <ac:spMkLst>
            <pc:docMk/>
            <pc:sldMk cId="738198690" sldId="290"/>
            <ac:spMk id="2" creationId="{3AFFD35C-31D7-48B1-6CAB-CE0ECCF34D2C}"/>
          </ac:spMkLst>
        </pc:spChg>
        <pc:spChg chg="mod">
          <ac:chgData name="Amy Peebles" userId="55df9692-3791-40ae-bd44-2b55daecbb6e" providerId="ADAL" clId="{959324A1-24E3-4513-8839-054B18CD0E87}" dt="2026-09-13T18:30:29.132" v="0"/>
          <ac:spMkLst>
            <pc:docMk/>
            <pc:sldMk cId="738198690" sldId="290"/>
            <ac:spMk id="3" creationId="{555604B9-6B47-6A3C-7CF8-34598330D5C0}"/>
          </ac:spMkLst>
        </pc:spChg>
        <pc:spChg chg="add">
          <ac:chgData name="Amy Peebles" userId="55df9692-3791-40ae-bd44-2b55daecbb6e" providerId="ADAL" clId="{959324A1-24E3-4513-8839-054B18CD0E87}" dt="2026-09-13T18:58:34.131" v="134" actId="22"/>
          <ac:spMkLst>
            <pc:docMk/>
            <pc:sldMk cId="738198690" sldId="290"/>
            <ac:spMk id="10" creationId="{160FA0D7-8D3D-6197-4C4D-5C53821E7DB9}"/>
          </ac:spMkLst>
        </pc:spChg>
        <pc:spChg chg="add mod">
          <ac:chgData name="Amy Peebles" userId="55df9692-3791-40ae-bd44-2b55daecbb6e" providerId="ADAL" clId="{959324A1-24E3-4513-8839-054B18CD0E87}" dt="2026-09-13T19:03:06.011" v="422" actId="1035"/>
          <ac:spMkLst>
            <pc:docMk/>
            <pc:sldMk cId="738198690" sldId="290"/>
            <ac:spMk id="20" creationId="{87CB7C3E-35A8-9EEC-1ECA-F39B59B404EC}"/>
          </ac:spMkLst>
        </pc:spChg>
        <pc:spChg chg="add mod">
          <ac:chgData name="Amy Peebles" userId="55df9692-3791-40ae-bd44-2b55daecbb6e" providerId="ADAL" clId="{959324A1-24E3-4513-8839-054B18CD0E87}" dt="2026-09-13T19:06:25.899" v="682" actId="1076"/>
          <ac:spMkLst>
            <pc:docMk/>
            <pc:sldMk cId="738198690" sldId="290"/>
            <ac:spMk id="21" creationId="{F80B6486-4503-E8B6-9623-87F30CDADBE6}"/>
          </ac:spMkLst>
        </pc:spChg>
        <pc:picChg chg="add">
          <ac:chgData name="Amy Peebles" userId="55df9692-3791-40ae-bd44-2b55daecbb6e" providerId="ADAL" clId="{959324A1-24E3-4513-8839-054B18CD0E87}" dt="2026-09-13T18:58:34.131" v="134" actId="22"/>
          <ac:picMkLst>
            <pc:docMk/>
            <pc:sldMk cId="738198690" sldId="290"/>
            <ac:picMk id="17" creationId="{5B2EDD32-9E3A-CF24-7F15-6D255A2D9311}"/>
          </ac:picMkLst>
        </pc:picChg>
        <pc:picChg chg="add">
          <ac:chgData name="Amy Peebles" userId="55df9692-3791-40ae-bd44-2b55daecbb6e" providerId="ADAL" clId="{959324A1-24E3-4513-8839-054B18CD0E87}" dt="2026-09-13T18:58:34.131" v="134" actId="22"/>
          <ac:picMkLst>
            <pc:docMk/>
            <pc:sldMk cId="738198690" sldId="290"/>
            <ac:picMk id="19" creationId="{1986D294-A5AD-2777-7783-255D546E273F}"/>
          </ac:picMkLst>
        </pc:picChg>
      </pc:sldChg>
      <pc:sldChg chg="addSp delSp modSp add mod addAnim delAnim modAnim">
        <pc:chgData name="Amy Peebles" userId="55df9692-3791-40ae-bd44-2b55daecbb6e" providerId="ADAL" clId="{959324A1-24E3-4513-8839-054B18CD0E87}" dt="2026-09-13T19:02:34.036" v="406" actId="1076"/>
        <pc:sldMkLst>
          <pc:docMk/>
          <pc:sldMk cId="1438565671" sldId="293"/>
        </pc:sldMkLst>
        <pc:spChg chg="mod">
          <ac:chgData name="Amy Peebles" userId="55df9692-3791-40ae-bd44-2b55daecbb6e" providerId="ADAL" clId="{959324A1-24E3-4513-8839-054B18CD0E87}" dt="2026-09-13T19:02:21.762" v="404" actId="20577"/>
          <ac:spMkLst>
            <pc:docMk/>
            <pc:sldMk cId="1438565671" sldId="293"/>
            <ac:spMk id="2" creationId="{4E9FF218-F5B2-4F69-A87D-0A2E44BF0E49}"/>
          </ac:spMkLst>
        </pc:spChg>
        <pc:spChg chg="add">
          <ac:chgData name="Amy Peebles" userId="55df9692-3791-40ae-bd44-2b55daecbb6e" providerId="ADAL" clId="{959324A1-24E3-4513-8839-054B18CD0E87}" dt="2026-09-13T19:00:01.375" v="141" actId="22"/>
          <ac:spMkLst>
            <pc:docMk/>
            <pc:sldMk cId="1438565671" sldId="293"/>
            <ac:spMk id="9" creationId="{B89A01F9-A3C1-D260-E9C4-FDC86E70CBFD}"/>
          </ac:spMkLst>
        </pc:spChg>
        <pc:graphicFrameChg chg="mod">
          <ac:chgData name="Amy Peebles" userId="55df9692-3791-40ae-bd44-2b55daecbb6e" providerId="ADAL" clId="{959324A1-24E3-4513-8839-054B18CD0E87}" dt="2026-09-13T19:02:34.036" v="406" actId="1076"/>
          <ac:graphicFrameMkLst>
            <pc:docMk/>
            <pc:sldMk cId="1438565671" sldId="293"/>
            <ac:graphicFrameMk id="16" creationId="{7F243FE3-CD7B-6443-1739-1BF0C3962D4F}"/>
          </ac:graphicFrameMkLst>
        </pc:graphicFrameChg>
        <pc:picChg chg="mod">
          <ac:chgData name="Amy Peebles" userId="55df9692-3791-40ae-bd44-2b55daecbb6e" providerId="ADAL" clId="{959324A1-24E3-4513-8839-054B18CD0E87}" dt="2026-09-13T19:02:27.628" v="405" actId="1076"/>
          <ac:picMkLst>
            <pc:docMk/>
            <pc:sldMk cId="1438565671" sldId="293"/>
            <ac:picMk id="11" creationId="{CF65E2E5-8392-C4B8-66D7-6AD8465B247C}"/>
          </ac:picMkLst>
        </pc:picChg>
        <pc:picChg chg="add">
          <ac:chgData name="Amy Peebles" userId="55df9692-3791-40ae-bd44-2b55daecbb6e" providerId="ADAL" clId="{959324A1-24E3-4513-8839-054B18CD0E87}" dt="2026-09-13T19:00:01.375" v="141" actId="22"/>
          <ac:picMkLst>
            <pc:docMk/>
            <pc:sldMk cId="1438565671" sldId="293"/>
            <ac:picMk id="18" creationId="{E8A3D4C0-87E5-264F-A17E-8F9020F79C84}"/>
          </ac:picMkLst>
        </pc:picChg>
        <pc:picChg chg="add">
          <ac:chgData name="Amy Peebles" userId="55df9692-3791-40ae-bd44-2b55daecbb6e" providerId="ADAL" clId="{959324A1-24E3-4513-8839-054B18CD0E87}" dt="2026-09-13T19:00:01.375" v="141" actId="22"/>
          <ac:picMkLst>
            <pc:docMk/>
            <pc:sldMk cId="1438565671" sldId="293"/>
            <ac:picMk id="21" creationId="{8E1D686E-8345-5D24-4E31-C889A5495F0A}"/>
          </ac:picMkLst>
        </pc:picChg>
        <pc:cxnChg chg="mod">
          <ac:chgData name="Amy Peebles" userId="55df9692-3791-40ae-bd44-2b55daecbb6e" providerId="ADAL" clId="{959324A1-24E3-4513-8839-054B18CD0E87}" dt="2026-09-13T19:02:27.628" v="405" actId="1076"/>
          <ac:cxnSpMkLst>
            <pc:docMk/>
            <pc:sldMk cId="1438565671" sldId="293"/>
            <ac:cxnSpMk id="13" creationId="{4A431AC6-2646-F1C3-6401-6FDDC09520DE}"/>
          </ac:cxnSpMkLst>
        </pc:cxnChg>
        <pc:cxnChg chg="mod">
          <ac:chgData name="Amy Peebles" userId="55df9692-3791-40ae-bd44-2b55daecbb6e" providerId="ADAL" clId="{959324A1-24E3-4513-8839-054B18CD0E87}" dt="2026-09-13T19:02:27.628" v="405" actId="1076"/>
          <ac:cxnSpMkLst>
            <pc:docMk/>
            <pc:sldMk cId="1438565671" sldId="293"/>
            <ac:cxnSpMk id="14" creationId="{85578B54-1EBC-DCA2-8838-81004E1D2D07}"/>
          </ac:cxnSpMkLst>
        </pc:cxnChg>
        <pc:cxnChg chg="mod">
          <ac:chgData name="Amy Peebles" userId="55df9692-3791-40ae-bd44-2b55daecbb6e" providerId="ADAL" clId="{959324A1-24E3-4513-8839-054B18CD0E87}" dt="2026-09-13T19:02:27.628" v="405" actId="1076"/>
          <ac:cxnSpMkLst>
            <pc:docMk/>
            <pc:sldMk cId="1438565671" sldId="293"/>
            <ac:cxnSpMk id="15" creationId="{08C8F987-E4DE-BECD-DC89-0FB80E034774}"/>
          </ac:cxnSpMkLst>
        </pc:cxnChg>
      </pc:sldChg>
      <pc:sldChg chg="addSp modSp add mod">
        <pc:chgData name="Amy Peebles" userId="55df9692-3791-40ae-bd44-2b55daecbb6e" providerId="ADAL" clId="{959324A1-24E3-4513-8839-054B18CD0E87}" dt="2026-09-13T19:08:51.247" v="699" actId="1076"/>
        <pc:sldMkLst>
          <pc:docMk/>
          <pc:sldMk cId="2683688758" sldId="294"/>
        </pc:sldMkLst>
        <pc:spChg chg="add mod">
          <ac:chgData name="Amy Peebles" userId="55df9692-3791-40ae-bd44-2b55daecbb6e" providerId="ADAL" clId="{959324A1-24E3-4513-8839-054B18CD0E87}" dt="2026-09-13T19:08:51.247" v="699" actId="1076"/>
          <ac:spMkLst>
            <pc:docMk/>
            <pc:sldMk cId="2683688758" sldId="294"/>
            <ac:spMk id="3" creationId="{8F228289-1998-6FDD-0DFD-29CCE9E1A8B1}"/>
          </ac:spMkLst>
        </pc:spChg>
        <pc:picChg chg="add mod">
          <ac:chgData name="Amy Peebles" userId="55df9692-3791-40ae-bd44-2b55daecbb6e" providerId="ADAL" clId="{959324A1-24E3-4513-8839-054B18CD0E87}" dt="2026-09-13T19:08:51.247" v="699" actId="1076"/>
          <ac:picMkLst>
            <pc:docMk/>
            <pc:sldMk cId="2683688758" sldId="294"/>
            <ac:picMk id="5" creationId="{C16C0E51-02A2-0568-CF92-2862CAD98A13}"/>
          </ac:picMkLst>
        </pc:picChg>
        <pc:picChg chg="add mod">
          <ac:chgData name="Amy Peebles" userId="55df9692-3791-40ae-bd44-2b55daecbb6e" providerId="ADAL" clId="{959324A1-24E3-4513-8839-054B18CD0E87}" dt="2026-09-13T19:08:51.247" v="699" actId="1076"/>
          <ac:picMkLst>
            <pc:docMk/>
            <pc:sldMk cId="2683688758" sldId="294"/>
            <ac:picMk id="7" creationId="{D836AB47-8497-5FB3-4966-AED3602AC766}"/>
          </ac:picMkLst>
        </pc:picChg>
      </pc:sldChg>
      <pc:sldMasterChg chg="setBg modSldLayout">
        <pc:chgData name="Amy Peebles" userId="55df9692-3791-40ae-bd44-2b55daecbb6e" providerId="ADAL" clId="{959324A1-24E3-4513-8839-054B18CD0E87}" dt="2026-09-13T18:55:39.722" v="4"/>
        <pc:sldMasterMkLst>
          <pc:docMk/>
          <pc:sldMasterMk cId="2460954070" sldId="2147483660"/>
        </pc:sldMasterMkLst>
        <pc:sldLayoutChg chg="setBg">
          <pc:chgData name="Amy Peebles" userId="55df9692-3791-40ae-bd44-2b55daecbb6e" providerId="ADAL" clId="{959324A1-24E3-4513-8839-054B18CD0E87}" dt="2026-09-13T18:55:39.722" v="4"/>
          <pc:sldLayoutMkLst>
            <pc:docMk/>
            <pc:sldMasterMk cId="2460954070" sldId="2147483660"/>
            <pc:sldLayoutMk cId="2385387890" sldId="2147483661"/>
          </pc:sldLayoutMkLst>
        </pc:sldLayoutChg>
        <pc:sldLayoutChg chg="setBg">
          <pc:chgData name="Amy Peebles" userId="55df9692-3791-40ae-bd44-2b55daecbb6e" providerId="ADAL" clId="{959324A1-24E3-4513-8839-054B18CD0E87}" dt="2026-09-13T18:55:39.722" v="4"/>
          <pc:sldLayoutMkLst>
            <pc:docMk/>
            <pc:sldMasterMk cId="2460954070" sldId="2147483660"/>
            <pc:sldLayoutMk cId="1248076482" sldId="2147483662"/>
          </pc:sldLayoutMkLst>
        </pc:sldLayoutChg>
        <pc:sldLayoutChg chg="setBg">
          <pc:chgData name="Amy Peebles" userId="55df9692-3791-40ae-bd44-2b55daecbb6e" providerId="ADAL" clId="{959324A1-24E3-4513-8839-054B18CD0E87}" dt="2026-09-13T18:55:39.722" v="4"/>
          <pc:sldLayoutMkLst>
            <pc:docMk/>
            <pc:sldMasterMk cId="2460954070" sldId="2147483660"/>
            <pc:sldLayoutMk cId="1139035286" sldId="2147483663"/>
          </pc:sldLayoutMkLst>
        </pc:sldLayoutChg>
        <pc:sldLayoutChg chg="setBg">
          <pc:chgData name="Amy Peebles" userId="55df9692-3791-40ae-bd44-2b55daecbb6e" providerId="ADAL" clId="{959324A1-24E3-4513-8839-054B18CD0E87}" dt="2026-09-13T18:55:39.722" v="4"/>
          <pc:sldLayoutMkLst>
            <pc:docMk/>
            <pc:sldMasterMk cId="2460954070" sldId="2147483660"/>
            <pc:sldLayoutMk cId="4135159618" sldId="2147483664"/>
          </pc:sldLayoutMkLst>
        </pc:sldLayoutChg>
      </pc:sldMasterChg>
    </pc:docChg>
  </pc:docChgLst>
  <pc:docChgLst>
    <pc:chgData name="Amy Peebles" userId="55df9692-3791-40ae-bd44-2b55daecbb6e" providerId="ADAL" clId="{AD7B0AA9-79D7-48EA-9628-4791FFC8E1B8}"/>
    <pc:docChg chg="custSel addSld delSld modSld">
      <pc:chgData name="Amy Peebles" userId="55df9692-3791-40ae-bd44-2b55daecbb6e" providerId="ADAL" clId="{AD7B0AA9-79D7-48EA-9628-4791FFC8E1B8}" dt="2026-09-22T09:07:35.474" v="107"/>
      <pc:docMkLst>
        <pc:docMk/>
      </pc:docMkLst>
      <pc:sldChg chg="addSp delSp modSp mod delAnim modAnim">
        <pc:chgData name="Amy Peebles" userId="55df9692-3791-40ae-bd44-2b55daecbb6e" providerId="ADAL" clId="{AD7B0AA9-79D7-48EA-9628-4791FFC8E1B8}" dt="2026-09-22T09:07:35.474" v="107"/>
        <pc:sldMkLst>
          <pc:docMk/>
          <pc:sldMk cId="25634001" sldId="269"/>
        </pc:sldMkLst>
        <pc:picChg chg="add mod">
          <ac:chgData name="Amy Peebles" userId="55df9692-3791-40ae-bd44-2b55daecbb6e" providerId="ADAL" clId="{AD7B0AA9-79D7-48EA-9628-4791FFC8E1B8}" dt="2026-09-22T09:07:35.474" v="107"/>
          <ac:picMkLst>
            <pc:docMk/>
            <pc:sldMk cId="25634001" sldId="269"/>
            <ac:picMk id="2" creationId="{74729C50-6323-56AB-7743-BF4452344ABC}"/>
          </ac:picMkLst>
        </pc:picChg>
        <pc:picChg chg="add mod">
          <ac:chgData name="Amy Peebles" userId="55df9692-3791-40ae-bd44-2b55daecbb6e" providerId="ADAL" clId="{AD7B0AA9-79D7-48EA-9628-4791FFC8E1B8}" dt="2026-09-22T09:07:35.474" v="107"/>
          <ac:picMkLst>
            <pc:docMk/>
            <pc:sldMk cId="25634001" sldId="269"/>
            <ac:picMk id="3" creationId="{B75B2098-1977-1537-EAED-154F0A625075}"/>
          </ac:picMkLst>
        </pc:picChg>
        <pc:picChg chg="add mod">
          <ac:chgData name="Amy Peebles" userId="55df9692-3791-40ae-bd44-2b55daecbb6e" providerId="ADAL" clId="{AD7B0AA9-79D7-48EA-9628-4791FFC8E1B8}" dt="2026-09-22T09:07:35.474" v="107"/>
          <ac:picMkLst>
            <pc:docMk/>
            <pc:sldMk cId="25634001" sldId="269"/>
            <ac:picMk id="4" creationId="{7639EB79-E150-D5FE-A00F-58EFA448CC34}"/>
          </ac:picMkLst>
        </pc:picChg>
        <pc:picChg chg="del">
          <ac:chgData name="Amy Peebles" userId="55df9692-3791-40ae-bd44-2b55daecbb6e" providerId="ADAL" clId="{AD7B0AA9-79D7-48EA-9628-4791FFC8E1B8}" dt="2026-09-22T09:07:35.186" v="106" actId="478"/>
          <ac:picMkLst>
            <pc:docMk/>
            <pc:sldMk cId="25634001" sldId="269"/>
            <ac:picMk id="47" creationId="{9E65FECD-D7C0-4EF3-2917-8E015C34076B}"/>
          </ac:picMkLst>
        </pc:picChg>
        <pc:picChg chg="del">
          <ac:chgData name="Amy Peebles" userId="55df9692-3791-40ae-bd44-2b55daecbb6e" providerId="ADAL" clId="{AD7B0AA9-79D7-48EA-9628-4791FFC8E1B8}" dt="2026-09-22T09:07:35.186" v="106" actId="478"/>
          <ac:picMkLst>
            <pc:docMk/>
            <pc:sldMk cId="25634001" sldId="269"/>
            <ac:picMk id="48" creationId="{45A6D125-EB7F-D5D4-7BEA-344565B2EF0D}"/>
          </ac:picMkLst>
        </pc:picChg>
        <pc:picChg chg="del">
          <ac:chgData name="Amy Peebles" userId="55df9692-3791-40ae-bd44-2b55daecbb6e" providerId="ADAL" clId="{AD7B0AA9-79D7-48EA-9628-4791FFC8E1B8}" dt="2026-09-22T09:07:35.186" v="106" actId="478"/>
          <ac:picMkLst>
            <pc:docMk/>
            <pc:sldMk cId="25634001" sldId="269"/>
            <ac:picMk id="49" creationId="{9F7C1ABD-3543-ACB6-12F2-08835B6358FC}"/>
          </ac:picMkLst>
        </pc:picChg>
      </pc:sldChg>
      <pc:sldChg chg="modSp mod">
        <pc:chgData name="Amy Peebles" userId="55df9692-3791-40ae-bd44-2b55daecbb6e" providerId="ADAL" clId="{AD7B0AA9-79D7-48EA-9628-4791FFC8E1B8}" dt="2026-09-14T12:49:16.137" v="11" actId="20577"/>
        <pc:sldMkLst>
          <pc:docMk/>
          <pc:sldMk cId="4182502383" sldId="272"/>
        </pc:sldMkLst>
        <pc:spChg chg="mod">
          <ac:chgData name="Amy Peebles" userId="55df9692-3791-40ae-bd44-2b55daecbb6e" providerId="ADAL" clId="{AD7B0AA9-79D7-48EA-9628-4791FFC8E1B8}" dt="2026-09-14T12:49:16.137" v="11" actId="20577"/>
          <ac:spMkLst>
            <pc:docMk/>
            <pc:sldMk cId="4182502383" sldId="272"/>
            <ac:spMk id="2" creationId="{3AFFD35C-31D7-48B1-6CAB-CE0ECCF34D2C}"/>
          </ac:spMkLst>
        </pc:spChg>
      </pc:sldChg>
      <pc:sldChg chg="addSp delSp modSp mod">
        <pc:chgData name="Amy Peebles" userId="55df9692-3791-40ae-bd44-2b55daecbb6e" providerId="ADAL" clId="{AD7B0AA9-79D7-48EA-9628-4791FFC8E1B8}" dt="2026-09-22T09:06:05.400" v="105" actId="1076"/>
        <pc:sldMkLst>
          <pc:docMk/>
          <pc:sldMk cId="3156341667" sldId="283"/>
        </pc:sldMkLst>
        <pc:spChg chg="add del mod">
          <ac:chgData name="Amy Peebles" userId="55df9692-3791-40ae-bd44-2b55daecbb6e" providerId="ADAL" clId="{AD7B0AA9-79D7-48EA-9628-4791FFC8E1B8}" dt="2026-09-22T09:05:30.802" v="98" actId="478"/>
          <ac:spMkLst>
            <pc:docMk/>
            <pc:sldMk cId="3156341667" sldId="283"/>
            <ac:spMk id="2" creationId="{5768DCED-132A-816D-C279-33B96F1D8AED}"/>
          </ac:spMkLst>
        </pc:spChg>
        <pc:spChg chg="mod ord">
          <ac:chgData name="Amy Peebles" userId="55df9692-3791-40ae-bd44-2b55daecbb6e" providerId="ADAL" clId="{AD7B0AA9-79D7-48EA-9628-4791FFC8E1B8}" dt="2026-09-22T09:05:36.416" v="100" actId="166"/>
          <ac:spMkLst>
            <pc:docMk/>
            <pc:sldMk cId="3156341667" sldId="283"/>
            <ac:spMk id="13" creationId="{76244E9A-0592-C97F-D1C0-0AFD585203E1}"/>
          </ac:spMkLst>
        </pc:spChg>
        <pc:spChg chg="mod">
          <ac:chgData name="Amy Peebles" userId="55df9692-3791-40ae-bd44-2b55daecbb6e" providerId="ADAL" clId="{AD7B0AA9-79D7-48EA-9628-4791FFC8E1B8}" dt="2026-09-22T09:06:05.400" v="105" actId="1076"/>
          <ac:spMkLst>
            <pc:docMk/>
            <pc:sldMk cId="3156341667" sldId="283"/>
            <ac:spMk id="19" creationId="{6E12930E-33F8-B8B6-5E54-B61380610BCF}"/>
          </ac:spMkLst>
        </pc:spChg>
        <pc:picChg chg="mod ord">
          <ac:chgData name="Amy Peebles" userId="55df9692-3791-40ae-bd44-2b55daecbb6e" providerId="ADAL" clId="{AD7B0AA9-79D7-48EA-9628-4791FFC8E1B8}" dt="2026-09-22T09:05:43.134" v="102" actId="166"/>
          <ac:picMkLst>
            <pc:docMk/>
            <pc:sldMk cId="3156341667" sldId="283"/>
            <ac:picMk id="18" creationId="{C777FC88-E51D-70D2-B9C3-E978DB7188BF}"/>
          </ac:picMkLst>
        </pc:picChg>
        <pc:cxnChg chg="mod">
          <ac:chgData name="Amy Peebles" userId="55df9692-3791-40ae-bd44-2b55daecbb6e" providerId="ADAL" clId="{AD7B0AA9-79D7-48EA-9628-4791FFC8E1B8}" dt="2026-09-22T09:05:49.308" v="103" actId="14100"/>
          <ac:cxnSpMkLst>
            <pc:docMk/>
            <pc:sldMk cId="3156341667" sldId="283"/>
            <ac:cxnSpMk id="16" creationId="{7623B21F-2DE9-6153-AFFD-03C4D4A7C8A2}"/>
          </ac:cxnSpMkLst>
        </pc:cxnChg>
        <pc:cxnChg chg="mod">
          <ac:chgData name="Amy Peebles" userId="55df9692-3791-40ae-bd44-2b55daecbb6e" providerId="ADAL" clId="{AD7B0AA9-79D7-48EA-9628-4791FFC8E1B8}" dt="2026-09-22T09:05:56.659" v="104" actId="14100"/>
          <ac:cxnSpMkLst>
            <pc:docMk/>
            <pc:sldMk cId="3156341667" sldId="283"/>
            <ac:cxnSpMk id="17" creationId="{5FD2F25C-804C-8E79-407C-B6DD7F2B6546}"/>
          </ac:cxnSpMkLst>
        </pc:cxnChg>
      </pc:sldChg>
      <pc:sldChg chg="addSp delSp modSp mod delAnim modAnim">
        <pc:chgData name="Amy Peebles" userId="55df9692-3791-40ae-bd44-2b55daecbb6e" providerId="ADAL" clId="{AD7B0AA9-79D7-48EA-9628-4791FFC8E1B8}" dt="2026-09-22T09:04:39.010" v="80" actId="21"/>
        <pc:sldMkLst>
          <pc:docMk/>
          <pc:sldMk cId="1663648387" sldId="284"/>
        </pc:sldMkLst>
        <pc:spChg chg="add del mod">
          <ac:chgData name="Amy Peebles" userId="55df9692-3791-40ae-bd44-2b55daecbb6e" providerId="ADAL" clId="{AD7B0AA9-79D7-48EA-9628-4791FFC8E1B8}" dt="2026-09-22T09:04:39.010" v="80" actId="21"/>
          <ac:spMkLst>
            <pc:docMk/>
            <pc:sldMk cId="1663648387" sldId="284"/>
            <ac:spMk id="8" creationId="{B6087AF0-7253-59F1-DE19-73514D137A99}"/>
          </ac:spMkLst>
        </pc:spChg>
        <pc:spChg chg="mod ord">
          <ac:chgData name="Amy Peebles" userId="55df9692-3791-40ae-bd44-2b55daecbb6e" providerId="ADAL" clId="{AD7B0AA9-79D7-48EA-9628-4791FFC8E1B8}" dt="2026-09-22T09:04:35.410" v="79" actId="1076"/>
          <ac:spMkLst>
            <pc:docMk/>
            <pc:sldMk cId="1663648387" sldId="284"/>
            <ac:spMk id="13" creationId="{76244E9A-0592-C97F-D1C0-0AFD585203E1}"/>
          </ac:spMkLst>
        </pc:spChg>
        <pc:cxnChg chg="ord">
          <ac:chgData name="Amy Peebles" userId="55df9692-3791-40ae-bd44-2b55daecbb6e" providerId="ADAL" clId="{AD7B0AA9-79D7-48EA-9628-4791FFC8E1B8}" dt="2026-09-22T09:04:19.853" v="77" actId="166"/>
          <ac:cxnSpMkLst>
            <pc:docMk/>
            <pc:sldMk cId="1663648387" sldId="284"/>
            <ac:cxnSpMk id="5" creationId="{7F90F0CF-91DD-19C1-D6C7-E7DFEFF18F70}"/>
          </ac:cxnSpMkLst>
        </pc:cxnChg>
      </pc:sldChg>
      <pc:sldChg chg="modSp mod">
        <pc:chgData name="Amy Peebles" userId="55df9692-3791-40ae-bd44-2b55daecbb6e" providerId="ADAL" clId="{AD7B0AA9-79D7-48EA-9628-4791FFC8E1B8}" dt="2026-09-14T12:49:19.929" v="13" actId="20577"/>
        <pc:sldMkLst>
          <pc:docMk/>
          <pc:sldMk cId="738198690" sldId="290"/>
        </pc:sldMkLst>
        <pc:spChg chg="mod">
          <ac:chgData name="Amy Peebles" userId="55df9692-3791-40ae-bd44-2b55daecbb6e" providerId="ADAL" clId="{AD7B0AA9-79D7-48EA-9628-4791FFC8E1B8}" dt="2026-09-14T12:49:19.929" v="13" actId="20577"/>
          <ac:spMkLst>
            <pc:docMk/>
            <pc:sldMk cId="738198690" sldId="290"/>
            <ac:spMk id="2" creationId="{3AFFD35C-31D7-48B1-6CAB-CE0ECCF34D2C}"/>
          </ac:spMkLst>
        </pc:spChg>
      </pc:sldChg>
      <pc:sldChg chg="modSp mod">
        <pc:chgData name="Amy Peebles" userId="55df9692-3791-40ae-bd44-2b55daecbb6e" providerId="ADAL" clId="{AD7B0AA9-79D7-48EA-9628-4791FFC8E1B8}" dt="2026-09-14T12:49:21.865" v="15" actId="20577"/>
        <pc:sldMkLst>
          <pc:docMk/>
          <pc:sldMk cId="1438565671" sldId="293"/>
        </pc:sldMkLst>
        <pc:spChg chg="mod">
          <ac:chgData name="Amy Peebles" userId="55df9692-3791-40ae-bd44-2b55daecbb6e" providerId="ADAL" clId="{AD7B0AA9-79D7-48EA-9628-4791FFC8E1B8}" dt="2026-09-14T12:49:21.865" v="15" actId="20577"/>
          <ac:spMkLst>
            <pc:docMk/>
            <pc:sldMk cId="1438565671" sldId="293"/>
            <ac:spMk id="2" creationId="{4E9FF218-F5B2-4F69-A87D-0A2E44BF0E49}"/>
          </ac:spMkLst>
        </pc:spChg>
      </pc:sldChg>
      <pc:sldChg chg="addSp delSp modSp add mod">
        <pc:chgData name="Amy Peebles" userId="55df9692-3791-40ae-bd44-2b55daecbb6e" providerId="ADAL" clId="{AD7B0AA9-79D7-48EA-9628-4791FFC8E1B8}" dt="2026-09-18T14:24:51.747" v="58"/>
        <pc:sldMkLst>
          <pc:docMk/>
          <pc:sldMk cId="966133637" sldId="295"/>
        </pc:sldMkLst>
        <pc:spChg chg="mod">
          <ac:chgData name="Amy Peebles" userId="55df9692-3791-40ae-bd44-2b55daecbb6e" providerId="ADAL" clId="{AD7B0AA9-79D7-48EA-9628-4791FFC8E1B8}" dt="2026-09-18T14:05:10.137" v="50" actId="14100"/>
          <ac:spMkLst>
            <pc:docMk/>
            <pc:sldMk cId="966133637" sldId="295"/>
            <ac:spMk id="12" creationId="{8D6995E8-E3E0-18EB-8515-156E63C16F83}"/>
          </ac:spMkLst>
        </pc:spChg>
        <pc:picChg chg="add mod">
          <ac:chgData name="Amy Peebles" userId="55df9692-3791-40ae-bd44-2b55daecbb6e" providerId="ADAL" clId="{AD7B0AA9-79D7-48EA-9628-4791FFC8E1B8}" dt="2026-09-18T14:05:31.801" v="51"/>
          <ac:picMkLst>
            <pc:docMk/>
            <pc:sldMk cId="966133637" sldId="295"/>
            <ac:picMk id="2" creationId="{892D1832-6278-62F6-08F5-93D0952B24C1}"/>
          </ac:picMkLst>
        </pc:picChg>
        <pc:picChg chg="add mod">
          <ac:chgData name="Amy Peebles" userId="55df9692-3791-40ae-bd44-2b55daecbb6e" providerId="ADAL" clId="{AD7B0AA9-79D7-48EA-9628-4791FFC8E1B8}" dt="2026-09-18T14:05:41.854" v="56" actId="1035"/>
          <ac:picMkLst>
            <pc:docMk/>
            <pc:sldMk cId="966133637" sldId="295"/>
            <ac:picMk id="5" creationId="{05C26EF7-1383-FAF7-A9F2-1282F09500E9}"/>
          </ac:picMkLst>
        </pc:picChg>
        <pc:picChg chg="add mod">
          <ac:chgData name="Amy Peebles" userId="55df9692-3791-40ae-bd44-2b55daecbb6e" providerId="ADAL" clId="{AD7B0AA9-79D7-48EA-9628-4791FFC8E1B8}" dt="2026-09-18T14:24:51.747" v="58"/>
          <ac:picMkLst>
            <pc:docMk/>
            <pc:sldMk cId="966133637" sldId="295"/>
            <ac:picMk id="6" creationId="{A550CEFB-AB24-61E2-B2A9-29312A701FCA}"/>
          </ac:picMkLst>
        </pc:picChg>
      </pc:sldChg>
      <pc:sldChg chg="add del">
        <pc:chgData name="Amy Peebles" userId="55df9692-3791-40ae-bd44-2b55daecbb6e" providerId="ADAL" clId="{AD7B0AA9-79D7-48EA-9628-4791FFC8E1B8}" dt="2026-09-22T09:04:47.462" v="82"/>
        <pc:sldMkLst>
          <pc:docMk/>
          <pc:sldMk cId="4038754677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55C777-F955-4B11-85EF-033529863E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F2B2F-A92E-46B4-9E15-A6A9D365FD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B104-792C-4978-B6A9-07FC550E3115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E689-54D7-4E87-8D1F-B6298DD008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D16D-3B6B-4CA1-977B-687D4D74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CB57C-B10F-4871-A4D3-586A13C53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3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16758-EAD6-4A71-A8FD-CCC27153C41D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04024-520A-4FA2-A6CD-537239085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30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9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688C-FA2B-4EF6-B9A2-77ABDEA1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E51AB-1C1E-980E-E490-426D44D76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DEDC9-0D0A-435B-CC59-93AF16ADB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F03D-9E89-6571-076A-099901E53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467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747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062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420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044A2-5177-4915-A2DF-48F2D6C2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568C3-926D-8437-0642-AF620710A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80CC3-2CF8-25BF-88F8-A97A47A1D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16BDA-A8D0-58F2-9661-A5DC1B0CB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715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482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789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215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089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17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uter Sc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E4E071-A5ED-7FA2-B941-6B3D19A62717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2516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2">
            <a:extLst>
              <a:ext uri="{FF2B5EF4-FFF2-40B4-BE49-F238E27FC236}">
                <a16:creationId xmlns:a16="http://schemas.microsoft.com/office/drawing/2014/main" id="{ABC7C60A-21C0-C46F-AF62-3A70277B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F7583BF-CB5B-480C-212A-68654FBA8AE5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83544672-6F1F-FB05-EC77-01E20EF3FF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746B2A39-90FD-7EA0-7E4B-1486AF0FD8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B3D9F8A3-F5FA-2710-4C2D-15B4BE81FB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7B5D19A-DF34-A2CD-E63C-ED7613E305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24" name="Graphic 23" descr="Lightbulb and gear">
            <a:extLst>
              <a:ext uri="{FF2B5EF4-FFF2-40B4-BE49-F238E27FC236}">
                <a16:creationId xmlns:a16="http://schemas.microsoft.com/office/drawing/2014/main" id="{4E163FE9-800E-1B25-73A1-6601DEE08E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34" name="Graphic 33" descr="Lightbulb and gear">
            <a:extLst>
              <a:ext uri="{FF2B5EF4-FFF2-40B4-BE49-F238E27FC236}">
                <a16:creationId xmlns:a16="http://schemas.microsoft.com/office/drawing/2014/main" id="{8ADE9D20-775C-C802-87A8-D5D93BCA0A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35" name="Graphic 34" descr="Lightbulb and gear">
            <a:extLst>
              <a:ext uri="{FF2B5EF4-FFF2-40B4-BE49-F238E27FC236}">
                <a16:creationId xmlns:a16="http://schemas.microsoft.com/office/drawing/2014/main" id="{73151FBD-4681-3AB8-1A3D-C86ED3B7C2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36" name="Graphic 35" descr="Key">
            <a:extLst>
              <a:ext uri="{FF2B5EF4-FFF2-40B4-BE49-F238E27FC236}">
                <a16:creationId xmlns:a16="http://schemas.microsoft.com/office/drawing/2014/main" id="{8A409B86-7E12-70DA-8F91-D6709992C0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1430892-FE2D-4C4C-5085-654525FA40D9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Digital Systems &amp; Media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CCD8B-D9F0-2100-3326-104074AEBF7C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6A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Computer Science </a:t>
            </a:r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14DC87E9-701C-02DE-D9AF-71A5B819D3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 Techn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8" y="89529"/>
            <a:ext cx="8122515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accent1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F93188-CCBA-B877-D46E-928F82DED82F}"/>
              </a:ext>
            </a:extLst>
          </p:cNvPr>
          <p:cNvCxnSpPr>
            <a:cxnSpLocks/>
          </p:cNvCxnSpPr>
          <p:nvPr userDrawn="1"/>
        </p:nvCxnSpPr>
        <p:spPr>
          <a:xfrm>
            <a:off x="840508" y="572071"/>
            <a:ext cx="8121494" cy="177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4A250323-FFCF-FCA6-DE9D-0DC17484410F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55DBC8CD-A632-03D1-7C74-0C8998837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6DF2579E-08EC-C970-5C55-E6BBBC124A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3A0DE0D7-B7B1-3642-50DE-3CBF3059CF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DE03672B-0083-C11B-F252-D8829AFF20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49" name="Graphic 48" descr="Lightbulb and gear">
            <a:extLst>
              <a:ext uri="{FF2B5EF4-FFF2-40B4-BE49-F238E27FC236}">
                <a16:creationId xmlns:a16="http://schemas.microsoft.com/office/drawing/2014/main" id="{76A6CA63-CF50-73E7-7606-DDDA11E906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50" name="Graphic 49" descr="Lightbulb and gear">
            <a:extLst>
              <a:ext uri="{FF2B5EF4-FFF2-40B4-BE49-F238E27FC236}">
                <a16:creationId xmlns:a16="http://schemas.microsoft.com/office/drawing/2014/main" id="{589701BB-333D-0904-2D27-EEDDD9F0B6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51" name="Graphic 50" descr="Lightbulb and gear">
            <a:extLst>
              <a:ext uri="{FF2B5EF4-FFF2-40B4-BE49-F238E27FC236}">
                <a16:creationId xmlns:a16="http://schemas.microsoft.com/office/drawing/2014/main" id="{1D2D09CF-4CBB-5EB1-666B-27B2692B2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52" name="Graphic 51" descr="Key">
            <a:extLst>
              <a:ext uri="{FF2B5EF4-FFF2-40B4-BE49-F238E27FC236}">
                <a16:creationId xmlns:a16="http://schemas.microsoft.com/office/drawing/2014/main" id="{3140F46D-F29D-4991-3657-F48D729696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CDC3DE9-E720-CA7D-E04D-91B4CFC61E60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Digital Systems &amp; Media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88A44-38AE-E7B4-6E89-8AB460EB8CFD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Information Technology </a:t>
            </a:r>
            <a:r>
              <a:rPr lang="en-GB" sz="1600" b="0" kern="1200" spc="300">
                <a:solidFill>
                  <a:schemeClr val="accent1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2DA97A1F-0F1F-A05E-9AE8-34E568428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03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Litera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1492" cy="0"/>
          </a:xfrm>
          <a:prstGeom prst="line">
            <a:avLst/>
          </a:prstGeom>
          <a:ln w="38100">
            <a:solidFill>
              <a:srgbClr val="6A5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6A587A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03F71-44F9-FC9D-A6A7-F0A6B2E7ED5C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A17AAE5-43DC-EB1F-24F3-4BA6BB18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4F3B6411-5F47-5742-4856-3DEBEAC11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175EA55-93EB-425B-AD43-3D0CB8A1E1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D96D4149-1F6D-0F63-0FE1-EB173E6A5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EF10083E-FE3F-5671-6D6C-5DBE25AB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F369106B-45B8-D8B0-C783-E6776F820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AE6F5A45-3000-5968-C5D8-1AE5D2C32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30C285F6-426A-C1EB-E37E-05D3B416C5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0E48FA-CA1F-C773-8A51-2B17AEAD1971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Digital Systems &amp; Media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CF14B0AD-6DA6-145D-2D07-F11D5BCD7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96ABD-A480-62DA-E7B8-003F236972E0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6A5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Digital Literacy </a:t>
            </a:r>
            <a:r>
              <a:rPr lang="en-GB" sz="1600" b="0" kern="1200" spc="300">
                <a:solidFill>
                  <a:srgbClr val="6A587A"/>
                </a:solidFill>
                <a:latin typeface="Avenir Next LT Pro" panose="020B05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5159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a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8521041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FA5D7AB-0872-4921-8ECD-C0B285539211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D1DFE3C3-567F-C3B9-5973-C1444EB20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A7015D62-A861-7A29-7930-18A4092AEA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31D8C83A-FD62-C374-BAAF-029F25BD9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4171082B-C598-9F9E-7C86-A0B2529853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FB17DD32-0160-A34A-A979-FD71112F19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E47F7F0F-D9D7-E029-C0A8-AB4B7331B4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9D8E8891-285C-FC80-4489-1A82549131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0B11F6A0-4496-696B-2E38-027FD12E58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2B28E-7E33-9F12-1A55-A7BCF24D5CF2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Digital Systems &amp; Media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F7BF061B-E249-7F97-7002-11A2C3C5B9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873" y="5426498"/>
            <a:ext cx="1495425" cy="14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7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2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2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34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microsoft.com/office/2007/relationships/hdphoto" Target="../media/hdphoto4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2.svg"/><Relationship Id="rId10" Type="http://schemas.microsoft.com/office/2007/relationships/hdphoto" Target="../media/hdphoto2.wdp"/><Relationship Id="rId4" Type="http://schemas.openxmlformats.org/officeDocument/2006/relationships/image" Target="../media/image1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FFD35C-31D7-48B1-6CAB-CE0ECCF34D2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b="1" dirty="0">
                <a:latin typeface="Daytona" panose="020B0604030500040204" pitchFamily="34" charset="0"/>
              </a:rPr>
              <a:t>Do Now</a:t>
            </a:r>
          </a:p>
          <a:p>
            <a:pPr marL="0" indent="0">
              <a:buNone/>
            </a:pPr>
            <a:r>
              <a:rPr lang="en-GB" sz="2200" dirty="0">
                <a:latin typeface="Daytona" panose="020B0604030500040204" pitchFamily="34" charset="0"/>
              </a:rPr>
              <a:t>Complete in your booklet: </a:t>
            </a:r>
            <a:r>
              <a:rPr lang="en-GB" sz="2200" b="1" dirty="0">
                <a:latin typeface="Daytona" panose="020B0604030500040204" pitchFamily="34" charset="0"/>
              </a:rPr>
              <a:t>8.1 Lesson 2</a:t>
            </a: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r>
              <a:rPr lang="en-GB" sz="2400" b="1" dirty="0">
                <a:latin typeface="Daytona" panose="020B0604030500040204" pitchFamily="34" charset="0"/>
              </a:rPr>
              <a:t>Homework</a:t>
            </a: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r>
              <a:rPr lang="en-GB" sz="2200" dirty="0">
                <a:latin typeface="Daytona" panose="020B0604030500040204" pitchFamily="34" charset="0"/>
              </a:rPr>
              <a:t>Your next homework is due on Monday 28</a:t>
            </a:r>
            <a:r>
              <a:rPr lang="en-GB" sz="2200" baseline="30000" dirty="0">
                <a:latin typeface="Daytona" panose="020B0604030500040204" pitchFamily="34" charset="0"/>
              </a:rPr>
              <a:t>th</a:t>
            </a:r>
            <a:r>
              <a:rPr lang="en-GB" sz="2200" dirty="0">
                <a:latin typeface="Daytona" panose="020B0604030500040204" pitchFamily="34" charset="0"/>
              </a:rPr>
              <a:t> September.</a:t>
            </a:r>
          </a:p>
          <a:p>
            <a:pPr marL="0" indent="0">
              <a:buNone/>
            </a:pPr>
            <a:br>
              <a:rPr lang="en-GB" sz="2200" dirty="0">
                <a:latin typeface="Daytona" panose="020B0604030500040204" pitchFamily="34" charset="0"/>
              </a:rPr>
            </a:br>
            <a:r>
              <a:rPr lang="en-GB" sz="2200" dirty="0">
                <a:latin typeface="Daytona" panose="020B0604030500040204" pitchFamily="34" charset="0"/>
              </a:rPr>
              <a:t>Yr8 Homework 1 on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19722-7D0E-B45E-BE2A-54BEFFAA2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3EFE-F197-79EF-F98F-F549546F79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F6E732-2986-8EFD-09C2-1680318F8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448708-F131-BE8B-A056-2C14ECF0C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4F5043-0DE1-7055-4FB6-CBBB4237C3C7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78EAC3-0448-1353-3653-FD1AC82D0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327832"/>
            <a:ext cx="1972906" cy="10889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DFCC62-315B-E68C-B257-8EA73F11E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1744642"/>
            <a:ext cx="1972906" cy="1144397"/>
          </a:xfrm>
          <a:prstGeom prst="rect">
            <a:avLst/>
          </a:prstGeom>
        </p:spPr>
      </p:pic>
      <p:pic>
        <p:nvPicPr>
          <p:cNvPr id="16" name="Picture 15" descr="Curriki AI Grants - Curriki AI Grants">
            <a:extLst>
              <a:ext uri="{FF2B5EF4-FFF2-40B4-BE49-F238E27FC236}">
                <a16:creationId xmlns:a16="http://schemas.microsoft.com/office/drawing/2014/main" id="{FE99D710-B1AB-D378-594C-D18F66CBE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2812" y1="46944" x2="12812" y2="46944"/>
                        <a14:foregroundMark x1="16406" y1="44861" x2="16406" y2="44861"/>
                        <a14:foregroundMark x1="20625" y1="41250" x2="20625" y2="41250"/>
                        <a14:foregroundMark x1="28359" y1="47083" x2="28359" y2="47083"/>
                        <a14:foregroundMark x1="36406" y1="45833" x2="36406" y2="45833"/>
                        <a14:foregroundMark x1="43906" y1="45833" x2="43906" y2="45833"/>
                        <a14:foregroundMark x1="52500" y1="48333" x2="52500" y2="48333"/>
                        <a14:foregroundMark x1="56328" y1="49583" x2="56328" y2="49583"/>
                        <a14:foregroundMark x1="62891" y1="46667" x2="62891" y2="46667"/>
                        <a14:foregroundMark x1="70781" y1="46389" x2="70781" y2="46389"/>
                        <a14:foregroundMark x1="77188" y1="46250" x2="77188" y2="46250"/>
                        <a14:foregroundMark x1="84531" y1="45694" x2="84531" y2="45694"/>
                        <a14:backgroundMark x1="38906" y1="42361" x2="38906" y2="42361"/>
                        <a14:backgroundMark x1="57344" y1="40833" x2="57344" y2="40833"/>
                        <a14:backgroundMark x1="72500" y1="62361" x2="92344" y2="61944"/>
                      </a14:backgroundRemoval>
                    </a14:imgEffect>
                  </a14:imgLayer>
                </a14:imgProps>
              </a:ext>
            </a:extLst>
          </a:blip>
          <a:srcRect l="8567" t="29434" r="9488" b="45220"/>
          <a:stretch>
            <a:fillRect/>
          </a:stretch>
        </p:blipFill>
        <p:spPr>
          <a:xfrm>
            <a:off x="3233394" y="3915989"/>
            <a:ext cx="3337089" cy="58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0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19722-7D0E-B45E-BE2A-54BEFFAA2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3EFE-F197-79EF-F98F-F549546F79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F6E732-2986-8EFD-09C2-1680318F8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448708-F131-BE8B-A056-2C14ECF0C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0FA0D7-8D3D-6197-4C4D-5C53821E7DB9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2EDD32-9E3A-CF24-7F15-6D255A2D9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327832"/>
            <a:ext cx="1972906" cy="10889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86D294-A5AD-2777-7783-255D546E2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130" y="1744642"/>
            <a:ext cx="1970135" cy="1088978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7CB7C3E-35A8-9EEC-1ECA-F39B59B404EC}"/>
              </a:ext>
            </a:extLst>
          </p:cNvPr>
          <p:cNvSpPr/>
          <p:nvPr/>
        </p:nvSpPr>
        <p:spPr>
          <a:xfrm>
            <a:off x="1983449" y="1435664"/>
            <a:ext cx="879108" cy="440768"/>
          </a:xfrm>
          <a:prstGeom prst="roundRect">
            <a:avLst/>
          </a:prstGeom>
          <a:solidFill>
            <a:srgbClr val="C1D9D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00" dirty="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FFD35C-31D7-48B1-6CAB-CE0ECCF34D2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3" y="698185"/>
            <a:ext cx="9307745" cy="49387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b="1" dirty="0">
                <a:latin typeface="Daytona" panose="020B0604030500040204" pitchFamily="34" charset="0"/>
              </a:rPr>
              <a:t>Review Now</a:t>
            </a:r>
            <a:br>
              <a:rPr lang="en-GB" sz="2400" b="1" dirty="0">
                <a:latin typeface="Daytona" panose="020B0604030500040204" pitchFamily="34" charset="0"/>
              </a:rPr>
            </a:br>
            <a:endParaRPr lang="en-GB" sz="2400" b="1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latin typeface="Daytona" panose="020B0604030500040204" pitchFamily="34" charset="0"/>
              </a:rPr>
              <a:t>True or False: You can use your email for personal use?</a:t>
            </a:r>
            <a:br>
              <a:rPr lang="en-GB" sz="2200" dirty="0">
                <a:latin typeface="Daytona" panose="020B0604030500040204" pitchFamily="34" charset="0"/>
              </a:rPr>
            </a:b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latin typeface="Daytona" panose="020B0604030500040204" pitchFamily="34" charset="0"/>
              </a:rPr>
              <a:t>Last year we used a program called ALICE to write </a:t>
            </a:r>
            <a:br>
              <a:rPr lang="en-GB" sz="2200" dirty="0">
                <a:latin typeface="Daytona" panose="020B0604030500040204" pitchFamily="34" charset="0"/>
              </a:rPr>
            </a:br>
            <a:r>
              <a:rPr lang="en-GB" sz="2200" dirty="0">
                <a:latin typeface="Daytona" panose="020B0604030500040204" pitchFamily="34" charset="0"/>
              </a:rPr>
              <a:t>algorithms. What sort of program was ALICE?</a:t>
            </a:r>
          </a:p>
          <a:p>
            <a:pPr marL="0" indent="0">
              <a:buNone/>
            </a:pPr>
            <a:endParaRPr lang="en-GB" sz="2200" dirty="0">
              <a:latin typeface="Daytona" panose="020B0604030500040204" pitchFamily="34" charset="0"/>
            </a:endParaRPr>
          </a:p>
          <a:p>
            <a:pPr marL="1074738" indent="-358775">
              <a:buFont typeface="+mj-lt"/>
              <a:buAutoNum type="alphaLcParenR"/>
            </a:pPr>
            <a:r>
              <a:rPr lang="en-GB" sz="2200" dirty="0">
                <a:latin typeface="Daytona" panose="020B0604030500040204" pitchFamily="34" charset="0"/>
              </a:rPr>
              <a:t>Word Processing Software	b) Programming Software</a:t>
            </a:r>
          </a:p>
          <a:p>
            <a:pPr marL="1074738" indent="-358775">
              <a:buFont typeface="+mj-lt"/>
              <a:buAutoNum type="alphaLcParenR"/>
            </a:pPr>
            <a:endParaRPr lang="en-GB" sz="2200" dirty="0">
              <a:latin typeface="Daytona" panose="020B0604030500040204" pitchFamily="34" charset="0"/>
            </a:endParaRPr>
          </a:p>
          <a:p>
            <a:pPr marL="1173163" indent="-457200">
              <a:buFont typeface="+mj-lt"/>
              <a:buAutoNum type="alphaLcParenR" startAt="3"/>
            </a:pPr>
            <a:r>
              <a:rPr lang="en-GB" sz="2200" dirty="0">
                <a:latin typeface="Daytona" panose="020B0604030500040204" pitchFamily="34" charset="0"/>
              </a:rPr>
              <a:t>Graphic Design Software		c) Operating System	</a:t>
            </a:r>
          </a:p>
          <a:p>
            <a:pPr marL="715963" indent="0">
              <a:buNone/>
            </a:pPr>
            <a:endParaRPr lang="en-GB" sz="2200" dirty="0">
              <a:latin typeface="Daytona" panose="020B0604030500040204" pitchFamily="34" charset="0"/>
            </a:endParaRPr>
          </a:p>
          <a:p>
            <a:pPr marL="0" indent="0">
              <a:buNone/>
            </a:pPr>
            <a:r>
              <a:rPr lang="en-GB" sz="2200" dirty="0">
                <a:latin typeface="Daytona" panose="020B060403050004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sz="2200" dirty="0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dirty="0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dirty="0">
              <a:latin typeface="Daytona" panose="020B060403050004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0B6486-4503-E8B6-9623-87F30CDADBE6}"/>
              </a:ext>
            </a:extLst>
          </p:cNvPr>
          <p:cNvSpPr/>
          <p:nvPr/>
        </p:nvSpPr>
        <p:spPr>
          <a:xfrm>
            <a:off x="5891126" y="3300990"/>
            <a:ext cx="3702508" cy="545307"/>
          </a:xfrm>
          <a:prstGeom prst="roundRect">
            <a:avLst/>
          </a:prstGeom>
          <a:solidFill>
            <a:srgbClr val="C1D9D1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00" dirty="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19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A2EC-81B2-714D-C970-EAE6EA9C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9FF218-F5B2-4F69-A87D-0A2E44BF0E4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5"/>
            <a:ext cx="8598864" cy="49387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b="1">
                <a:latin typeface="Daytona" panose="020B0604030500040204" pitchFamily="34" charset="0"/>
              </a:rPr>
              <a:t>Review Now</a:t>
            </a:r>
            <a:br>
              <a:rPr lang="en-GB" sz="2400" b="1" dirty="0">
                <a:latin typeface="Daytona" panose="020B0604030500040204" pitchFamily="34" charset="0"/>
              </a:rPr>
            </a:br>
            <a:endParaRPr lang="en-GB" sz="2400" b="1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GB" sz="2200" dirty="0">
                <a:latin typeface="Daytona" panose="020B0604030500040204" pitchFamily="34" charset="0"/>
              </a:rPr>
              <a:t> An algorithm can be constructed using these three methods. Match the method with its description:</a:t>
            </a:r>
          </a:p>
          <a:p>
            <a:pPr marL="457200" indent="-457200">
              <a:buFont typeface="+mj-lt"/>
              <a:buAutoNum type="arabicPeriod" startAt="3"/>
            </a:pP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GB" sz="2200" dirty="0">
              <a:latin typeface="Daytona" panose="020B0604030500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GB" sz="2200" dirty="0">
                <a:latin typeface="Daytona" panose="020B0604030500040204" pitchFamily="34" charset="0"/>
              </a:rPr>
              <a:t>Categorise the following input, output and storage devices.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27CD11-4A8C-E3A8-3715-645D68A9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B7BF5-2E47-3344-DB28-693E6C96E1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40C81-337E-F5E4-1246-BD6184AAB3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6FF2D3-C23D-C9B5-4831-4997566C48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729597-9C18-4F7C-16A2-117CE26E2B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65E2E5-8392-C4B8-66D7-6AD8465B2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182" y="2242088"/>
            <a:ext cx="5876925" cy="170313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431AC6-2646-F1C3-6401-6FDDC09520DE}"/>
              </a:ext>
            </a:extLst>
          </p:cNvPr>
          <p:cNvCxnSpPr/>
          <p:nvPr/>
        </p:nvCxnSpPr>
        <p:spPr>
          <a:xfrm>
            <a:off x="5616707" y="2544599"/>
            <a:ext cx="13811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578B54-1EBC-DCA2-8838-81004E1D2D07}"/>
              </a:ext>
            </a:extLst>
          </p:cNvPr>
          <p:cNvCxnSpPr/>
          <p:nvPr/>
        </p:nvCxnSpPr>
        <p:spPr>
          <a:xfrm>
            <a:off x="5616707" y="3163724"/>
            <a:ext cx="13811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C8F987-E4DE-BECD-DC89-0FB80E034774}"/>
              </a:ext>
            </a:extLst>
          </p:cNvPr>
          <p:cNvCxnSpPr/>
          <p:nvPr/>
        </p:nvCxnSpPr>
        <p:spPr>
          <a:xfrm>
            <a:off x="5616707" y="3643394"/>
            <a:ext cx="13811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F243FE3-CD7B-6443-1739-1BF0C3962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199757"/>
              </p:ext>
            </p:extLst>
          </p:nvPr>
        </p:nvGraphicFramePr>
        <p:xfrm>
          <a:off x="1635256" y="4836814"/>
          <a:ext cx="6962775" cy="1097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20925">
                  <a:extLst>
                    <a:ext uri="{9D8B030D-6E8A-4147-A177-3AD203B41FA5}">
                      <a16:colId xmlns:a16="http://schemas.microsoft.com/office/drawing/2014/main" val="3843305629"/>
                    </a:ext>
                  </a:extLst>
                </a:gridCol>
                <a:gridCol w="2320925">
                  <a:extLst>
                    <a:ext uri="{9D8B030D-6E8A-4147-A177-3AD203B41FA5}">
                      <a16:colId xmlns:a16="http://schemas.microsoft.com/office/drawing/2014/main" val="2060332147"/>
                    </a:ext>
                  </a:extLst>
                </a:gridCol>
                <a:gridCol w="2320925">
                  <a:extLst>
                    <a:ext uri="{9D8B030D-6E8A-4147-A177-3AD203B41FA5}">
                      <a16:colId xmlns:a16="http://schemas.microsoft.com/office/drawing/2014/main" val="1945544437"/>
                    </a:ext>
                  </a:extLst>
                </a:gridCol>
              </a:tblGrid>
              <a:tr h="2725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aytona" panose="020B0604030500040204" pitchFamily="34" charset="0"/>
                        </a:rPr>
                        <a:t>Input Device</a:t>
                      </a:r>
                      <a:endParaRPr lang="en-GB" dirty="0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Storage Device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Output Device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567841"/>
                  </a:ext>
                </a:extLst>
              </a:tr>
              <a:tr h="27258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Keyboard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Hard Drive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Speaker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089819"/>
                  </a:ext>
                </a:extLst>
              </a:tr>
              <a:tr h="27258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Daytona" panose="020B0604030500040204" pitchFamily="34" charset="0"/>
                        </a:rPr>
                        <a:t>Mouse</a:t>
                      </a:r>
                      <a:endParaRPr lang="en-GB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aytona" panose="020B0604030500040204" pitchFamily="34" charset="0"/>
                        </a:rPr>
                        <a:t>USB Flash Drive</a:t>
                      </a:r>
                      <a:endParaRPr lang="en-GB" dirty="0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Daytona" panose="020B0604030500040204" pitchFamily="34" charset="0"/>
                        </a:rPr>
                        <a:t>Monitor</a:t>
                      </a:r>
                      <a:endParaRPr lang="en-GB" dirty="0">
                        <a:latin typeface="Daytona" panose="020B0604030500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07087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89A01F9-A3C1-D260-E9C4-FDC86E70CBFD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A3D4C0-87E5-264F-A17E-8F9020F79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327832"/>
            <a:ext cx="1972906" cy="10889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1D686E-8345-5D24-4E31-C889A5495F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59" y="1744642"/>
            <a:ext cx="1972906" cy="114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6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2">
            <a:extLst>
              <a:ext uri="{FF2B5EF4-FFF2-40B4-BE49-F238E27FC236}">
                <a16:creationId xmlns:a16="http://schemas.microsoft.com/office/drawing/2014/main" id="{82484765-3A3D-D0B2-1086-E034FE22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E131D1C6-605B-31CB-B71C-3B496BC551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 dirty="0"/>
              <a:t>Identify </a:t>
            </a:r>
            <a:r>
              <a:rPr lang="en-US" dirty="0"/>
              <a:t>the key features of the RAM and ROM and their role in the computer system. 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3166750-FF46-7223-10D0-29E48FDA52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 dirty="0"/>
              <a:t>Explain </a:t>
            </a:r>
            <a:r>
              <a:rPr lang="en-US" dirty="0"/>
              <a:t>the difference between the purpose of RAM and ROM.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88B65405-CD80-935E-1E04-EEE59860E7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 dirty="0"/>
              <a:t>Explain</a:t>
            </a:r>
            <a:r>
              <a:rPr lang="en-GB" b="1" i="1" dirty="0"/>
              <a:t> </a:t>
            </a:r>
            <a:r>
              <a:rPr lang="en-GB" dirty="0"/>
              <a:t>what reading and writing from memory means and how it is used. </a:t>
            </a:r>
            <a:endParaRPr lang="en-GB" b="1" i="1" dirty="0"/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28EF5B-F89E-4B7C-8BB3-222F2477B6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A6817382-6C2C-6FE8-9318-6973A15DDD06}"/>
              </a:ext>
            </a:extLst>
          </p:cNvPr>
          <p:cNvSpPr txBox="1">
            <a:spLocks/>
          </p:cNvSpPr>
          <p:nvPr/>
        </p:nvSpPr>
        <p:spPr>
          <a:xfrm>
            <a:off x="1048175" y="791443"/>
            <a:ext cx="8528461" cy="48254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dirty="0">
                <a:latin typeface="Daytona" panose="020B0604030500040204" pitchFamily="34" charset="0"/>
              </a:rPr>
              <a:t>Lesson Objectives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GB" sz="2200" b="1" dirty="0">
                <a:latin typeface="Daytona" panose="020B0604030500040204" pitchFamily="34" charset="0"/>
              </a:rPr>
            </a:br>
            <a:endParaRPr lang="en-GB" sz="2200" b="1" dirty="0">
              <a:latin typeface="Daytona" panose="020B0604030500040204" pitchFamily="34" charset="0"/>
            </a:endParaRPr>
          </a:p>
        </p:txBody>
      </p:sp>
      <p:pic>
        <p:nvPicPr>
          <p:cNvPr id="25" name="Graphic 24" descr="Lightbulb and gear">
            <a:extLst>
              <a:ext uri="{FF2B5EF4-FFF2-40B4-BE49-F238E27FC236}">
                <a16:creationId xmlns:a16="http://schemas.microsoft.com/office/drawing/2014/main" id="{8E58C28D-618D-F0E9-7224-FF292BB8A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3814" y="1360263"/>
            <a:ext cx="658851" cy="658851"/>
          </a:xfrm>
          <a:prstGeom prst="rect">
            <a:avLst/>
          </a:prstGeom>
        </p:spPr>
      </p:pic>
      <p:pic>
        <p:nvPicPr>
          <p:cNvPr id="27" name="Graphic 26" descr="Lightbulb and gear">
            <a:extLst>
              <a:ext uri="{FF2B5EF4-FFF2-40B4-BE49-F238E27FC236}">
                <a16:creationId xmlns:a16="http://schemas.microsoft.com/office/drawing/2014/main" id="{4319A3B8-C7B4-D890-60FC-8B2A80E54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3176" y="2388454"/>
            <a:ext cx="658851" cy="658851"/>
          </a:xfrm>
          <a:prstGeom prst="rect">
            <a:avLst/>
          </a:prstGeom>
        </p:spPr>
      </p:pic>
      <p:pic>
        <p:nvPicPr>
          <p:cNvPr id="31" name="Graphic 30" descr="Lightbulb and gear">
            <a:extLst>
              <a:ext uri="{FF2B5EF4-FFF2-40B4-BE49-F238E27FC236}">
                <a16:creationId xmlns:a16="http://schemas.microsoft.com/office/drawing/2014/main" id="{CE2984EB-68A6-3C76-4AA9-989BD1CC7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3175" y="3413904"/>
            <a:ext cx="658851" cy="658851"/>
          </a:xfrm>
          <a:prstGeom prst="rect">
            <a:avLst/>
          </a:prstGeom>
        </p:spPr>
      </p:pic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767A949-E91D-586F-B8C8-7744D163D8DE}"/>
              </a:ext>
            </a:extLst>
          </p:cNvPr>
          <p:cNvSpPr txBox="1">
            <a:spLocks/>
          </p:cNvSpPr>
          <p:nvPr/>
        </p:nvSpPr>
        <p:spPr>
          <a:xfrm>
            <a:off x="1815217" y="1402778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Identify </a:t>
            </a:r>
            <a:r>
              <a:rPr lang="en-US" sz="2200" dirty="0"/>
              <a:t>the key features of the RAM and ROM and their role in the computer system.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47E83A9-736F-F41E-DF8C-06A9545986B7}"/>
              </a:ext>
            </a:extLst>
          </p:cNvPr>
          <p:cNvSpPr txBox="1">
            <a:spLocks/>
          </p:cNvSpPr>
          <p:nvPr/>
        </p:nvSpPr>
        <p:spPr>
          <a:xfrm>
            <a:off x="1862026" y="2425266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Explain </a:t>
            </a:r>
            <a:r>
              <a:rPr lang="en-US" sz="2200" dirty="0">
                <a:solidFill>
                  <a:schemeClr val="tx1"/>
                </a:solidFill>
              </a:rPr>
              <a:t>the difference between the purpose of RAM and ROM.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151ACE6B-C4EB-9C82-5E18-7F2E96994253}"/>
              </a:ext>
            </a:extLst>
          </p:cNvPr>
          <p:cNvSpPr txBox="1">
            <a:spLocks/>
          </p:cNvSpPr>
          <p:nvPr/>
        </p:nvSpPr>
        <p:spPr>
          <a:xfrm>
            <a:off x="1862026" y="3429000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Explain </a:t>
            </a:r>
            <a:r>
              <a:rPr lang="en-US" sz="2200" dirty="0">
                <a:solidFill>
                  <a:schemeClr val="tx1"/>
                </a:solidFill>
              </a:rPr>
              <a:t>what reading and writing from memory means and how it is used.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1E3AF58-82A5-976E-74ED-B393A4A71980}"/>
              </a:ext>
            </a:extLst>
          </p:cNvPr>
          <p:cNvSpPr/>
          <p:nvPr/>
        </p:nvSpPr>
        <p:spPr>
          <a:xfrm>
            <a:off x="9207564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3D3CCA69-8A09-9641-1819-381D79EBE9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916" y="329840"/>
            <a:ext cx="1972906" cy="108897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B454BB5-C800-93D4-64EC-9D388EF7F7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87" y="1750707"/>
            <a:ext cx="1970135" cy="10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3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3021E-4587-9065-630C-9A164B51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Flashback Icons - Free SVG &amp; PNG Flashback Images - Noun Project">
            <a:extLst>
              <a:ext uri="{FF2B5EF4-FFF2-40B4-BE49-F238E27FC236}">
                <a16:creationId xmlns:a16="http://schemas.microsoft.com/office/drawing/2014/main" id="{1B0818F5-CA37-473C-62DA-5F397320E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02" y="572071"/>
            <a:ext cx="996208" cy="99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32BD8B4-3F8E-1ECF-7FF9-10C73E20D284}"/>
              </a:ext>
            </a:extLst>
          </p:cNvPr>
          <p:cNvSpPr txBox="1">
            <a:spLocks/>
          </p:cNvSpPr>
          <p:nvPr/>
        </p:nvSpPr>
        <p:spPr>
          <a:xfrm>
            <a:off x="1919510" y="872992"/>
            <a:ext cx="2561426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Flashback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407632FD-33FB-1C8D-1B77-68FC0EC00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1E64047C-4485-4F08-A82C-37E159DE3D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3BA114E-D278-5385-790D-5DB59D0B2B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BEAC240-39E6-7EA5-AC62-09BC2A341A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D38E24-4DDA-55C0-0A8E-99C81D701C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grpSp>
        <p:nvGrpSpPr>
          <p:cNvPr id="44" name="Google Shape;88;p8">
            <a:extLst>
              <a:ext uri="{FF2B5EF4-FFF2-40B4-BE49-F238E27FC236}">
                <a16:creationId xmlns:a16="http://schemas.microsoft.com/office/drawing/2014/main" id="{181E7E97-377C-E95E-6CEA-5F9DF4F749DB}"/>
              </a:ext>
            </a:extLst>
          </p:cNvPr>
          <p:cNvGrpSpPr/>
          <p:nvPr/>
        </p:nvGrpSpPr>
        <p:grpSpPr>
          <a:xfrm>
            <a:off x="1206315" y="1724015"/>
            <a:ext cx="7948907" cy="1600953"/>
            <a:chOff x="585250" y="2754200"/>
            <a:chExt cx="5910850" cy="2988700"/>
          </a:xfrm>
          <a:solidFill>
            <a:srgbClr val="D1CAD8"/>
          </a:solidFill>
        </p:grpSpPr>
        <p:sp>
          <p:nvSpPr>
            <p:cNvPr id="45" name="Google Shape;89;p8">
              <a:extLst>
                <a:ext uri="{FF2B5EF4-FFF2-40B4-BE49-F238E27FC236}">
                  <a16:creationId xmlns:a16="http://schemas.microsoft.com/office/drawing/2014/main" id="{EAE61DE9-7574-2A00-8653-E5163CFAF4A7}"/>
                </a:ext>
              </a:extLst>
            </p:cNvPr>
            <p:cNvSpPr/>
            <p:nvPr/>
          </p:nvSpPr>
          <p:spPr>
            <a:xfrm>
              <a:off x="585250" y="2754200"/>
              <a:ext cx="1584300" cy="1026944"/>
            </a:xfrm>
            <a:prstGeom prst="rect">
              <a:avLst/>
            </a:prstGeom>
            <a:solidFill>
              <a:srgbClr val="D1CAD8"/>
            </a:solidFill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Input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46" name="Google Shape;90;p8">
              <a:extLst>
                <a:ext uri="{FF2B5EF4-FFF2-40B4-BE49-F238E27FC236}">
                  <a16:creationId xmlns:a16="http://schemas.microsoft.com/office/drawing/2014/main" id="{6C8E9182-FB67-AEFB-5C6D-0628507C8439}"/>
                </a:ext>
              </a:extLst>
            </p:cNvPr>
            <p:cNvSpPr/>
            <p:nvPr/>
          </p:nvSpPr>
          <p:spPr>
            <a:xfrm>
              <a:off x="2748525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Process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47" name="Google Shape;91;p8">
              <a:extLst>
                <a:ext uri="{FF2B5EF4-FFF2-40B4-BE49-F238E27FC236}">
                  <a16:creationId xmlns:a16="http://schemas.microsoft.com/office/drawing/2014/main" id="{EB08B19D-D6F6-AA8C-660D-3133F65492B5}"/>
                </a:ext>
              </a:extLst>
            </p:cNvPr>
            <p:cNvSpPr/>
            <p:nvPr/>
          </p:nvSpPr>
          <p:spPr>
            <a:xfrm>
              <a:off x="4911800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Output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48" name="Google Shape;92;p8">
              <a:extLst>
                <a:ext uri="{FF2B5EF4-FFF2-40B4-BE49-F238E27FC236}">
                  <a16:creationId xmlns:a16="http://schemas.microsoft.com/office/drawing/2014/main" id="{A66D92C2-1E39-B880-DD9D-58C5746EF523}"/>
                </a:ext>
              </a:extLst>
            </p:cNvPr>
            <p:cNvSpPr/>
            <p:nvPr/>
          </p:nvSpPr>
          <p:spPr>
            <a:xfrm>
              <a:off x="2748525" y="4638896"/>
              <a:ext cx="1584300" cy="110400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>
                  <a:solidFill>
                    <a:srgbClr val="000000"/>
                  </a:solidFill>
                  <a:latin typeface="Daytona"/>
                  <a:sym typeface="Cantarell"/>
                </a:rPr>
                <a:t>Memory</a:t>
              </a:r>
              <a:endParaRPr sz="2200">
                <a:latin typeface="Daytona" panose="020B0604030500040204" pitchFamily="34" charset="0"/>
              </a:endParaRPr>
            </a:p>
          </p:txBody>
        </p:sp>
        <p:cxnSp>
          <p:nvCxnSpPr>
            <p:cNvPr id="49" name="Google Shape;93;p8">
              <a:extLst>
                <a:ext uri="{FF2B5EF4-FFF2-40B4-BE49-F238E27FC236}">
                  <a16:creationId xmlns:a16="http://schemas.microsoft.com/office/drawing/2014/main" id="{5508E425-3C64-F10A-CBDF-8E2FA8D9F29C}"/>
                </a:ext>
              </a:extLst>
            </p:cNvPr>
            <p:cNvCxnSpPr>
              <a:cxnSpLocks/>
              <a:stCxn id="45" idx="3"/>
              <a:endCxn id="46" idx="1"/>
            </p:cNvCxnSpPr>
            <p:nvPr/>
          </p:nvCxnSpPr>
          <p:spPr>
            <a:xfrm>
              <a:off x="2169550" y="3267673"/>
              <a:ext cx="578975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0" name="Google Shape;94;p8">
              <a:extLst>
                <a:ext uri="{FF2B5EF4-FFF2-40B4-BE49-F238E27FC236}">
                  <a16:creationId xmlns:a16="http://schemas.microsoft.com/office/drawing/2014/main" id="{5774B6EC-8522-A40E-A600-25F4D6E6018C}"/>
                </a:ext>
              </a:extLst>
            </p:cNvPr>
            <p:cNvCxnSpPr/>
            <p:nvPr/>
          </p:nvCxnSpPr>
          <p:spPr>
            <a:xfrm>
              <a:off x="4332825" y="3377000"/>
              <a:ext cx="579000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1" name="Google Shape;95;p8">
              <a:extLst>
                <a:ext uri="{FF2B5EF4-FFF2-40B4-BE49-F238E27FC236}">
                  <a16:creationId xmlns:a16="http://schemas.microsoft.com/office/drawing/2014/main" id="{255052AC-875B-6E22-A090-0CD6BE8C8D2D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75" y="3781144"/>
              <a:ext cx="0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2" name="Google Shape;96;p8">
              <a:extLst>
                <a:ext uri="{FF2B5EF4-FFF2-40B4-BE49-F238E27FC236}">
                  <a16:creationId xmlns:a16="http://schemas.microsoft.com/office/drawing/2014/main" id="{7CE29FF2-BAD8-C721-2035-451EE14D0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9802" y="3781144"/>
              <a:ext cx="1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7715926A-3DF2-32E3-3572-07339C8EA9BA}"/>
              </a:ext>
            </a:extLst>
          </p:cNvPr>
          <p:cNvSpPr/>
          <p:nvPr/>
        </p:nvSpPr>
        <p:spPr>
          <a:xfrm>
            <a:off x="6380594" y="2765030"/>
            <a:ext cx="3059222" cy="1171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Daytona"/>
                <a:cs typeface="Segoe UI"/>
              </a:rPr>
              <a:t>Directly access </a:t>
            </a:r>
            <a:br>
              <a:rPr lang="en-US" sz="2200" b="1">
                <a:solidFill>
                  <a:schemeClr val="tx1"/>
                </a:solidFill>
                <a:latin typeface="Daytona"/>
                <a:cs typeface="Segoe UI"/>
              </a:rPr>
            </a:br>
            <a:r>
              <a:rPr lang="en-US" sz="2200">
                <a:solidFill>
                  <a:schemeClr val="tx1"/>
                </a:solidFill>
                <a:latin typeface="Daytona"/>
                <a:cs typeface="Segoe UI"/>
              </a:rPr>
              <a:t>the memory.</a:t>
            </a:r>
            <a:endParaRPr lang="en-GB" sz="2200">
              <a:solidFill>
                <a:schemeClr val="tx1"/>
              </a:solidFill>
              <a:latin typeface="Daytona"/>
              <a:cs typeface="Segoe UI"/>
            </a:endParaRPr>
          </a:p>
        </p:txBody>
      </p:sp>
      <p:pic>
        <p:nvPicPr>
          <p:cNvPr id="54" name="Picture 4" descr="See the source image">
            <a:extLst>
              <a:ext uri="{FF2B5EF4-FFF2-40B4-BE49-F238E27FC236}">
                <a16:creationId xmlns:a16="http://schemas.microsoft.com/office/drawing/2014/main" id="{040D1CDE-D5DB-EFAF-7423-C3860ADB8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60797" flipH="1">
            <a:off x="6131971" y="2249442"/>
            <a:ext cx="727090" cy="79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F3FD6680-5484-09D0-8FD0-499DA0335BEE}"/>
              </a:ext>
            </a:extLst>
          </p:cNvPr>
          <p:cNvSpPr/>
          <p:nvPr/>
        </p:nvSpPr>
        <p:spPr>
          <a:xfrm>
            <a:off x="3336881" y="4032368"/>
            <a:ext cx="3740117" cy="15103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Daytona"/>
                <a:cs typeface="Segoe UI"/>
              </a:rPr>
              <a:t>RAM &amp; ROM are types of memory as your CPU will </a:t>
            </a:r>
            <a:r>
              <a:rPr lang="en-US" sz="2200" b="1" dirty="0">
                <a:solidFill>
                  <a:schemeClr val="tx1"/>
                </a:solidFill>
                <a:latin typeface="Daytona"/>
                <a:cs typeface="Segoe UI"/>
              </a:rPr>
              <a:t>fetch</a:t>
            </a:r>
            <a:r>
              <a:rPr lang="en-US" sz="2200" dirty="0">
                <a:solidFill>
                  <a:schemeClr val="tx1"/>
                </a:solidFill>
                <a:latin typeface="Daytona"/>
                <a:cs typeface="Segoe UI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Daytona"/>
                <a:cs typeface="Segoe UI"/>
              </a:rPr>
              <a:t>all</a:t>
            </a:r>
            <a:r>
              <a:rPr lang="en-US" sz="2200" dirty="0">
                <a:solidFill>
                  <a:schemeClr val="tx1"/>
                </a:solidFill>
                <a:latin typeface="Daytona"/>
                <a:cs typeface="Segoe UI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Daytona"/>
                <a:cs typeface="Segoe UI"/>
              </a:rPr>
              <a:t>instructions</a:t>
            </a:r>
            <a:r>
              <a:rPr lang="en-US" sz="2200" dirty="0">
                <a:solidFill>
                  <a:schemeClr val="tx1"/>
                </a:solidFill>
                <a:latin typeface="Daytona"/>
                <a:cs typeface="Segoe UI"/>
              </a:rPr>
              <a:t> directly from them. </a:t>
            </a:r>
            <a:endParaRPr lang="en-GB" sz="2200" dirty="0">
              <a:solidFill>
                <a:schemeClr val="tx1"/>
              </a:solidFill>
              <a:latin typeface="Daytona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228289-1998-6FDD-0DFD-29CCE9E1A8B1}"/>
              </a:ext>
            </a:extLst>
          </p:cNvPr>
          <p:cNvSpPr/>
          <p:nvPr/>
        </p:nvSpPr>
        <p:spPr>
          <a:xfrm>
            <a:off x="9207564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C0E51-02A2-0568-CF92-2862CAD98A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916" y="329840"/>
            <a:ext cx="1972906" cy="1088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6AB47-8497-5FB3-4966-AED3602AC7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87" y="1750707"/>
            <a:ext cx="1970135" cy="10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8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E9BB0800-AD84-FD35-07F5-AC4269B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89AA196-B577-AAF6-6E22-4920BEE808A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pic>
        <p:nvPicPr>
          <p:cNvPr id="15" name="Google Shape;190;p15">
            <a:extLst>
              <a:ext uri="{FF2B5EF4-FFF2-40B4-BE49-F238E27FC236}">
                <a16:creationId xmlns:a16="http://schemas.microsoft.com/office/drawing/2014/main" id="{119BC33D-9B96-1DEE-8995-5CEDCAAEB8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419" t="2834" r="2027" b="2379"/>
          <a:stretch/>
        </p:blipFill>
        <p:spPr>
          <a:xfrm>
            <a:off x="1115368" y="3222019"/>
            <a:ext cx="4176792" cy="347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99;p15">
            <a:extLst>
              <a:ext uri="{FF2B5EF4-FFF2-40B4-BE49-F238E27FC236}">
                <a16:creationId xmlns:a16="http://schemas.microsoft.com/office/drawing/2014/main" id="{7623B21F-2DE9-6153-AFFD-03C4D4A7C8A2}"/>
              </a:ext>
            </a:extLst>
          </p:cNvPr>
          <p:cNvCxnSpPr>
            <a:cxnSpLocks/>
          </p:cNvCxnSpPr>
          <p:nvPr/>
        </p:nvCxnSpPr>
        <p:spPr>
          <a:xfrm flipV="1">
            <a:off x="3394102" y="2511029"/>
            <a:ext cx="2736415" cy="2934183"/>
          </a:xfrm>
          <a:prstGeom prst="straightConnector1">
            <a:avLst/>
          </a:prstGeom>
          <a:noFill/>
          <a:ln w="7620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0;p15">
            <a:extLst>
              <a:ext uri="{FF2B5EF4-FFF2-40B4-BE49-F238E27FC236}">
                <a16:creationId xmlns:a16="http://schemas.microsoft.com/office/drawing/2014/main" id="{5FD2F25C-804C-8E79-407C-B6DD7F2B6546}"/>
              </a:ext>
            </a:extLst>
          </p:cNvPr>
          <p:cNvCxnSpPr>
            <a:cxnSpLocks/>
            <a:endCxn id="18" idx="5"/>
          </p:cNvCxnSpPr>
          <p:nvPr/>
        </p:nvCxnSpPr>
        <p:spPr>
          <a:xfrm flipV="1">
            <a:off x="4891966" y="4371053"/>
            <a:ext cx="3960845" cy="1831895"/>
          </a:xfrm>
          <a:prstGeom prst="straightConnector1">
            <a:avLst/>
          </a:prstGeom>
          <a:noFill/>
          <a:ln w="7620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198;p15">
            <a:extLst>
              <a:ext uri="{FF2B5EF4-FFF2-40B4-BE49-F238E27FC236}">
                <a16:creationId xmlns:a16="http://schemas.microsoft.com/office/drawing/2014/main" id="{FE22470A-A46C-BB62-B435-59730C9376D4}"/>
              </a:ext>
            </a:extLst>
          </p:cNvPr>
          <p:cNvSpPr/>
          <p:nvPr/>
        </p:nvSpPr>
        <p:spPr>
          <a:xfrm>
            <a:off x="3083884" y="5288280"/>
            <a:ext cx="2118300" cy="1071600"/>
          </a:xfrm>
          <a:prstGeom prst="ellipse">
            <a:avLst/>
          </a:prstGeom>
          <a:noFill/>
          <a:ln w="76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Title 2">
            <a:extLst>
              <a:ext uri="{FF2B5EF4-FFF2-40B4-BE49-F238E27FC236}">
                <a16:creationId xmlns:a16="http://schemas.microsoft.com/office/drawing/2014/main" id="{0D27E686-A6D4-A8A5-F026-B2332474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67B7E643-E01C-F501-A32A-E415296B6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EBBE783-E784-9AC0-C0EC-0A7078BEEF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40B6D5F1-DE18-C999-B0A9-6804BB92D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C1670140-D8FB-3E53-9754-63CA4781E5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AA996F-A2FD-EBCC-5939-EABDE6FC1190}"/>
              </a:ext>
            </a:extLst>
          </p:cNvPr>
          <p:cNvSpPr/>
          <p:nvPr/>
        </p:nvSpPr>
        <p:spPr>
          <a:xfrm>
            <a:off x="9207564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0DBBD-1EB5-C5E6-8708-5380A70DBE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916" y="329840"/>
            <a:ext cx="1972906" cy="1088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590A31-AC29-B092-7F65-4AA5F31F41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87" y="1750707"/>
            <a:ext cx="1970135" cy="10889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12930E-33F8-B8B6-5E54-B61380610BCF}"/>
              </a:ext>
            </a:extLst>
          </p:cNvPr>
          <p:cNvSpPr txBox="1"/>
          <p:nvPr/>
        </p:nvSpPr>
        <p:spPr>
          <a:xfrm>
            <a:off x="7743902" y="5081610"/>
            <a:ext cx="394992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231F20"/>
                </a:solidFill>
                <a:latin typeface="Daytona" panose="020B0604030500040204" pitchFamily="34" charset="0"/>
              </a:rPr>
              <a:t>RAM is used to hold: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Daytona" panose="020B0604030500040204" pitchFamily="34" charset="0"/>
              </a:rPr>
              <a:t>The </a:t>
            </a:r>
            <a:r>
              <a:rPr lang="en-US" sz="2200" b="1" dirty="0">
                <a:solidFill>
                  <a:srgbClr val="231F20"/>
                </a:solidFill>
                <a:latin typeface="Daytona" panose="020B0604030500040204" pitchFamily="34" charset="0"/>
              </a:rPr>
              <a:t>Operating System</a:t>
            </a:r>
            <a:r>
              <a:rPr lang="en-US" sz="2200" dirty="0">
                <a:solidFill>
                  <a:srgbClr val="231F20"/>
                </a:solidFill>
                <a:latin typeface="Daytona" panose="020B0604030500040204" pitchFamily="34" charset="0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Daytona" panose="020B0604030500040204" pitchFamily="34" charset="0"/>
              </a:rPr>
              <a:t>Open </a:t>
            </a:r>
            <a:r>
              <a:rPr lang="en-US" sz="2200" b="1" dirty="0">
                <a:solidFill>
                  <a:srgbClr val="231F20"/>
                </a:solidFill>
                <a:latin typeface="Daytona" panose="020B0604030500040204" pitchFamily="34" charset="0"/>
              </a:rPr>
              <a:t>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Daytona" panose="020B0604030500040204" pitchFamily="34" charset="0"/>
              </a:rPr>
              <a:t>Running</a:t>
            </a:r>
            <a:r>
              <a:rPr lang="en-US" sz="2200" b="1" dirty="0">
                <a:solidFill>
                  <a:srgbClr val="231F20"/>
                </a:solidFill>
                <a:latin typeface="Daytona" panose="020B0604030500040204" pitchFamily="34" charset="0"/>
              </a:rPr>
              <a:t> Programs</a:t>
            </a:r>
            <a:endParaRPr lang="en-US" sz="2200" dirty="0">
              <a:latin typeface="Daytona" panose="020B0604030500040204" pitchFamily="34" charset="0"/>
              <a:cs typeface="Calibri" panose="020F0502020204030204"/>
            </a:endParaRPr>
          </a:p>
        </p:txBody>
      </p:sp>
      <p:sp>
        <p:nvSpPr>
          <p:cNvPr id="13" name="Google Shape;179;p14">
            <a:extLst>
              <a:ext uri="{FF2B5EF4-FFF2-40B4-BE49-F238E27FC236}">
                <a16:creationId xmlns:a16="http://schemas.microsoft.com/office/drawing/2014/main" id="{76244E9A-0592-C97F-D1C0-0AFD585203E1}"/>
              </a:ext>
            </a:extLst>
          </p:cNvPr>
          <p:cNvSpPr txBox="1"/>
          <p:nvPr/>
        </p:nvSpPr>
        <p:spPr>
          <a:xfrm>
            <a:off x="1025392" y="1571100"/>
            <a:ext cx="4176792" cy="18579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200" b="1">
                <a:solidFill>
                  <a:srgbClr val="CB2662"/>
                </a:solidFill>
                <a:latin typeface="Daytona" panose="020B060403050004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>
                <a:sym typeface="Cantarell"/>
              </a:rPr>
              <a:t>Random Access Memory </a:t>
            </a:r>
            <a:r>
              <a:rPr lang="en-GB" b="0" dirty="0">
                <a:solidFill>
                  <a:schemeClr val="tx1"/>
                </a:solidFill>
                <a:sym typeface="Cantarell"/>
              </a:rPr>
              <a:t>stores the data and </a:t>
            </a:r>
            <a:r>
              <a:rPr lang="en-GB" dirty="0">
                <a:solidFill>
                  <a:schemeClr val="tx1"/>
                </a:solidFill>
                <a:sym typeface="Cantarell"/>
              </a:rPr>
              <a:t>programs</a:t>
            </a:r>
            <a:r>
              <a:rPr lang="en-GB" b="0" dirty="0">
                <a:solidFill>
                  <a:schemeClr val="tx1"/>
                </a:solidFill>
                <a:sym typeface="Cantarell"/>
              </a:rPr>
              <a:t> that you are </a:t>
            </a:r>
            <a:r>
              <a:rPr lang="en-GB" dirty="0">
                <a:solidFill>
                  <a:schemeClr val="tx1"/>
                </a:solidFill>
                <a:sym typeface="Cantarell"/>
              </a:rPr>
              <a:t>currently running</a:t>
            </a:r>
            <a:r>
              <a:rPr lang="en-GB" b="0" dirty="0">
                <a:solidFill>
                  <a:schemeClr val="tx1"/>
                </a:solidFill>
                <a:sym typeface="Cantarell"/>
              </a:rPr>
              <a:t>. </a:t>
            </a:r>
            <a:endParaRPr lang="en-GB" b="0" dirty="0">
              <a:solidFill>
                <a:schemeClr val="tx1"/>
              </a:solidFill>
            </a:endParaRPr>
          </a:p>
        </p:txBody>
      </p:sp>
      <p:pic>
        <p:nvPicPr>
          <p:cNvPr id="18" name="Google Shape;201;p15">
            <a:extLst>
              <a:ext uri="{FF2B5EF4-FFF2-40B4-BE49-F238E27FC236}">
                <a16:creationId xmlns:a16="http://schemas.microsoft.com/office/drawing/2014/main" id="{C777FC88-E51D-70D2-B9C3-E978DB7188B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12080" b="16265"/>
          <a:stretch/>
        </p:blipFill>
        <p:spPr>
          <a:xfrm>
            <a:off x="5718307" y="2125098"/>
            <a:ext cx="3672300" cy="2631300"/>
          </a:xfrm>
          <a:prstGeom prst="ellipse">
            <a:avLst/>
          </a:prstGeom>
          <a:noFill/>
          <a:ln w="76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15634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E9BB0800-AD84-FD35-07F5-AC4269B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89AA196-B577-AAF6-6E22-4920BEE808A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sp>
        <p:nvSpPr>
          <p:cNvPr id="31" name="Title 2">
            <a:extLst>
              <a:ext uri="{FF2B5EF4-FFF2-40B4-BE49-F238E27FC236}">
                <a16:creationId xmlns:a16="http://schemas.microsoft.com/office/drawing/2014/main" id="{0D27E686-A6D4-A8A5-F026-B2332474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67B7E643-E01C-F501-A32A-E415296B6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EBBE783-E784-9AC0-C0EC-0A7078BEEF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40B6D5F1-DE18-C999-B0A9-6804BB92D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C1670140-D8FB-3E53-9754-63CA4781E5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pic>
        <p:nvPicPr>
          <p:cNvPr id="2" name="Google Shape;190;p15">
            <a:extLst>
              <a:ext uri="{FF2B5EF4-FFF2-40B4-BE49-F238E27FC236}">
                <a16:creationId xmlns:a16="http://schemas.microsoft.com/office/drawing/2014/main" id="{412F4608-01E5-A390-BE2B-EE1E509014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419" t="2834" r="2027" b="2379"/>
          <a:stretch/>
        </p:blipFill>
        <p:spPr>
          <a:xfrm>
            <a:off x="1471099" y="3142798"/>
            <a:ext cx="4176792" cy="34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98;p15">
            <a:extLst>
              <a:ext uri="{FF2B5EF4-FFF2-40B4-BE49-F238E27FC236}">
                <a16:creationId xmlns:a16="http://schemas.microsoft.com/office/drawing/2014/main" id="{B6C1F2F3-472D-1C51-4D30-067C85BF365E}"/>
              </a:ext>
            </a:extLst>
          </p:cNvPr>
          <p:cNvSpPr/>
          <p:nvPr/>
        </p:nvSpPr>
        <p:spPr>
          <a:xfrm>
            <a:off x="3949296" y="6007471"/>
            <a:ext cx="657325" cy="489372"/>
          </a:xfrm>
          <a:prstGeom prst="ellipse">
            <a:avLst/>
          </a:prstGeom>
          <a:noFill/>
          <a:ln w="76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" name="Google Shape;200;p15">
            <a:extLst>
              <a:ext uri="{FF2B5EF4-FFF2-40B4-BE49-F238E27FC236}">
                <a16:creationId xmlns:a16="http://schemas.microsoft.com/office/drawing/2014/main" id="{1E387C3D-2697-76DA-78EC-6D1BC919785C}"/>
              </a:ext>
            </a:extLst>
          </p:cNvPr>
          <p:cNvCxnSpPr>
            <a:cxnSpLocks/>
            <a:stCxn id="4" idx="5"/>
          </p:cNvCxnSpPr>
          <p:nvPr/>
        </p:nvCxnSpPr>
        <p:spPr>
          <a:xfrm flipV="1">
            <a:off x="4510358" y="3888292"/>
            <a:ext cx="4133655" cy="2536884"/>
          </a:xfrm>
          <a:prstGeom prst="straightConnector1">
            <a:avLst/>
          </a:prstGeom>
          <a:noFill/>
          <a:ln w="7620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829DFFC-2791-425D-E34E-863340EA4531}"/>
              </a:ext>
            </a:extLst>
          </p:cNvPr>
          <p:cNvSpPr/>
          <p:nvPr/>
        </p:nvSpPr>
        <p:spPr>
          <a:xfrm>
            <a:off x="9207564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E4AD5A-73FE-35D9-ECF9-E6D66EFF45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916" y="329840"/>
            <a:ext cx="1972906" cy="10889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A177E0-8E84-E008-5D28-69BEB56692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87" y="1750707"/>
            <a:ext cx="1970135" cy="1088978"/>
          </a:xfrm>
          <a:prstGeom prst="rect">
            <a:avLst/>
          </a:prstGeom>
        </p:spPr>
      </p:pic>
      <p:pic>
        <p:nvPicPr>
          <p:cNvPr id="7" name="Picture 2" descr="Old Eprom Chip On White Background Stock Photo (Edit Now) 34723">
            <a:extLst>
              <a:ext uri="{FF2B5EF4-FFF2-40B4-BE49-F238E27FC236}">
                <a16:creationId xmlns:a16="http://schemas.microsoft.com/office/drawing/2014/main" id="{D3F337DC-CF4C-07EF-B802-ACE56FDF23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1" t="12052" r="20652" b="12850"/>
          <a:stretch/>
        </p:blipFill>
        <p:spPr bwMode="auto">
          <a:xfrm>
            <a:off x="6216650" y="1299838"/>
            <a:ext cx="2977347" cy="2864469"/>
          </a:xfrm>
          <a:prstGeom prst="ellipse">
            <a:avLst/>
          </a:prstGeom>
          <a:noFill/>
          <a:ln w="7620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9;p14">
            <a:extLst>
              <a:ext uri="{FF2B5EF4-FFF2-40B4-BE49-F238E27FC236}">
                <a16:creationId xmlns:a16="http://schemas.microsoft.com/office/drawing/2014/main" id="{76244E9A-0592-C97F-D1C0-0AFD585203E1}"/>
              </a:ext>
            </a:extLst>
          </p:cNvPr>
          <p:cNvSpPr txBox="1"/>
          <p:nvPr/>
        </p:nvSpPr>
        <p:spPr>
          <a:xfrm>
            <a:off x="966655" y="1560319"/>
            <a:ext cx="4833643" cy="159692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200" b="1">
                <a:solidFill>
                  <a:srgbClr val="CB2662"/>
                </a:solidFill>
                <a:latin typeface="Daytona" panose="020B060403050004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>
                <a:sym typeface="Cantarell"/>
              </a:rPr>
              <a:t>Read Only Memory </a:t>
            </a:r>
            <a:r>
              <a:rPr lang="en-GB" b="0" dirty="0">
                <a:solidFill>
                  <a:schemeClr val="tx1"/>
                </a:solidFill>
                <a:sym typeface="Cantarell"/>
              </a:rPr>
              <a:t>stores a program which takes the computer through all the steps to </a:t>
            </a:r>
            <a:r>
              <a:rPr lang="en-GB" dirty="0">
                <a:solidFill>
                  <a:schemeClr val="tx1"/>
                </a:solidFill>
                <a:sym typeface="Cantarell"/>
              </a:rPr>
              <a:t>start up the computer</a:t>
            </a:r>
            <a:r>
              <a:rPr lang="en-GB" b="0" dirty="0">
                <a:solidFill>
                  <a:schemeClr val="tx1"/>
                </a:solidFill>
                <a:sym typeface="Cantarell"/>
              </a:rPr>
              <a:t>. </a:t>
            </a:r>
          </a:p>
        </p:txBody>
      </p:sp>
      <p:cxnSp>
        <p:nvCxnSpPr>
          <p:cNvPr id="5" name="Google Shape;199;p15">
            <a:extLst>
              <a:ext uri="{FF2B5EF4-FFF2-40B4-BE49-F238E27FC236}">
                <a16:creationId xmlns:a16="http://schemas.microsoft.com/office/drawing/2014/main" id="{7F90F0CF-91DD-19C1-D6C7-E7DFEFF18F70}"/>
              </a:ext>
            </a:extLst>
          </p:cNvPr>
          <p:cNvCxnSpPr>
            <a:cxnSpLocks/>
            <a:stCxn id="4" idx="1"/>
            <a:endCxn id="7" idx="1"/>
          </p:cNvCxnSpPr>
          <p:nvPr/>
        </p:nvCxnSpPr>
        <p:spPr>
          <a:xfrm flipV="1">
            <a:off x="4045559" y="1719330"/>
            <a:ext cx="2607113" cy="4359808"/>
          </a:xfrm>
          <a:prstGeom prst="straightConnector1">
            <a:avLst/>
          </a:prstGeom>
          <a:noFill/>
          <a:ln w="7620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63648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E9BB0800-AD84-FD35-07F5-AC4269B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89AA196-B577-AAF6-6E22-4920BEE808A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Terms</a:t>
            </a:r>
          </a:p>
        </p:txBody>
      </p:sp>
      <p:sp>
        <p:nvSpPr>
          <p:cNvPr id="31" name="Title 2">
            <a:extLst>
              <a:ext uri="{FF2B5EF4-FFF2-40B4-BE49-F238E27FC236}">
                <a16:creationId xmlns:a16="http://schemas.microsoft.com/office/drawing/2014/main" id="{0D27E686-A6D4-A8A5-F026-B2332474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67B7E643-E01C-F501-A32A-E415296B6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EBBE783-E784-9AC0-C0EC-0A7078BEEF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40B6D5F1-DE18-C999-B0A9-6804BB92D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C1670140-D8FB-3E53-9754-63CA4781E5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graphicFrame>
        <p:nvGraphicFramePr>
          <p:cNvPr id="8" name="Table 23">
            <a:extLst>
              <a:ext uri="{FF2B5EF4-FFF2-40B4-BE49-F238E27FC236}">
                <a16:creationId xmlns:a16="http://schemas.microsoft.com/office/drawing/2014/main" id="{06339435-7FAD-9D61-9D4A-DAB44CC25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093786"/>
              </p:ext>
            </p:extLst>
          </p:nvPr>
        </p:nvGraphicFramePr>
        <p:xfrm>
          <a:off x="1191321" y="1571086"/>
          <a:ext cx="7771704" cy="5110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5852">
                  <a:extLst>
                    <a:ext uri="{9D8B030D-6E8A-4147-A177-3AD203B41FA5}">
                      <a16:colId xmlns:a16="http://schemas.microsoft.com/office/drawing/2014/main" val="1898687763"/>
                    </a:ext>
                  </a:extLst>
                </a:gridCol>
                <a:gridCol w="3885852">
                  <a:extLst>
                    <a:ext uri="{9D8B030D-6E8A-4147-A177-3AD203B41FA5}">
                      <a16:colId xmlns:a16="http://schemas.microsoft.com/office/drawing/2014/main" val="383542146"/>
                    </a:ext>
                  </a:extLst>
                </a:gridCol>
              </a:tblGrid>
              <a:tr h="255548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031262"/>
                  </a:ext>
                </a:extLst>
              </a:tr>
              <a:tr h="255548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548308"/>
                  </a:ext>
                </a:extLst>
              </a:tr>
            </a:tbl>
          </a:graphicData>
        </a:graphic>
      </p:graphicFrame>
      <p:sp>
        <p:nvSpPr>
          <p:cNvPr id="9" name="Google Shape;179;p14">
            <a:extLst>
              <a:ext uri="{FF2B5EF4-FFF2-40B4-BE49-F238E27FC236}">
                <a16:creationId xmlns:a16="http://schemas.microsoft.com/office/drawing/2014/main" id="{4B929AF1-45C2-5A46-8205-A07CFB36294D}"/>
              </a:ext>
            </a:extLst>
          </p:cNvPr>
          <p:cNvSpPr txBox="1"/>
          <p:nvPr/>
        </p:nvSpPr>
        <p:spPr>
          <a:xfrm>
            <a:off x="1400148" y="1780602"/>
            <a:ext cx="3455811" cy="18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200" b="1" i="1">
                <a:latin typeface="Daytona"/>
                <a:ea typeface="Cantarell"/>
                <a:cs typeface="Cantarell"/>
                <a:sym typeface="Cantarell"/>
              </a:rPr>
              <a:t>Read</a:t>
            </a:r>
            <a:r>
              <a:rPr lang="en-GB" sz="2200">
                <a:latin typeface="Daytona"/>
                <a:ea typeface="Cantarell"/>
                <a:cs typeface="Cantarell"/>
                <a:sym typeface="Cantarell"/>
              </a:rPr>
              <a:t> from the memory.</a:t>
            </a:r>
            <a:endParaRPr lang="en-GB" sz="2200">
              <a:latin typeface="Daytona" panose="020B0604030500040204" pitchFamily="34" charset="0"/>
              <a:ea typeface="Cantarell"/>
              <a:cs typeface="Cantarell"/>
            </a:endParaRPr>
          </a:p>
        </p:txBody>
      </p:sp>
      <p:pic>
        <p:nvPicPr>
          <p:cNvPr id="10" name="Picture 2" descr="A picture containing mirror&#10;&#10;Description automatically generated">
            <a:extLst>
              <a:ext uri="{FF2B5EF4-FFF2-40B4-BE49-F238E27FC236}">
                <a16:creationId xmlns:a16="http://schemas.microsoft.com/office/drawing/2014/main" id="{0B4A6DF3-D262-1A08-E311-2304F6577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762" y="2280748"/>
            <a:ext cx="2752492" cy="1526900"/>
          </a:xfrm>
          <a:prstGeom prst="rect">
            <a:avLst/>
          </a:prstGeom>
        </p:spPr>
      </p:pic>
      <p:sp>
        <p:nvSpPr>
          <p:cNvPr id="11" name="Google Shape;179;p14">
            <a:extLst>
              <a:ext uri="{FF2B5EF4-FFF2-40B4-BE49-F238E27FC236}">
                <a16:creationId xmlns:a16="http://schemas.microsoft.com/office/drawing/2014/main" id="{457346EE-120D-856B-E6E0-26CAA6BBA2E5}"/>
              </a:ext>
            </a:extLst>
          </p:cNvPr>
          <p:cNvSpPr txBox="1"/>
          <p:nvPr/>
        </p:nvSpPr>
        <p:spPr>
          <a:xfrm>
            <a:off x="5299222" y="1780601"/>
            <a:ext cx="3455811" cy="18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200" b="1" i="1">
                <a:latin typeface="Daytona"/>
                <a:ea typeface="Cantarell"/>
                <a:cs typeface="Cantarell"/>
                <a:sym typeface="Cantarell"/>
              </a:rPr>
              <a:t>Write</a:t>
            </a:r>
            <a:r>
              <a:rPr lang="en-GB" sz="2200">
                <a:latin typeface="Daytona"/>
                <a:ea typeface="Cantarell"/>
                <a:cs typeface="Cantarell"/>
                <a:sym typeface="Cantarell"/>
              </a:rPr>
              <a:t> to the memory.</a:t>
            </a:r>
            <a:endParaRPr lang="en-GB" sz="2200">
              <a:latin typeface="Daytona" panose="020B0604030500040204" pitchFamily="34" charset="0"/>
              <a:ea typeface="Cantarell"/>
              <a:cs typeface="Cantarell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14AA84B7-6BA8-0768-0781-41CE1C4C74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5587" r="-339" b="657"/>
          <a:stretch/>
        </p:blipFill>
        <p:spPr>
          <a:xfrm>
            <a:off x="5645420" y="2280748"/>
            <a:ext cx="2752499" cy="1530780"/>
          </a:xfrm>
          <a:prstGeom prst="rect">
            <a:avLst/>
          </a:prstGeom>
        </p:spPr>
      </p:pic>
      <p:sp>
        <p:nvSpPr>
          <p:cNvPr id="15" name="Google Shape;179;p14">
            <a:extLst>
              <a:ext uri="{FF2B5EF4-FFF2-40B4-BE49-F238E27FC236}">
                <a16:creationId xmlns:a16="http://schemas.microsoft.com/office/drawing/2014/main" id="{11145DA7-2DF0-9783-54F6-477E5D9C70C2}"/>
              </a:ext>
            </a:extLst>
          </p:cNvPr>
          <p:cNvSpPr txBox="1"/>
          <p:nvPr/>
        </p:nvSpPr>
        <p:spPr>
          <a:xfrm>
            <a:off x="1341907" y="4317503"/>
            <a:ext cx="3455811" cy="18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200" b="1" i="1">
                <a:latin typeface="Daytona"/>
                <a:ea typeface="Cantarell"/>
                <a:cs typeface="Cantarell"/>
                <a:sym typeface="Cantarell"/>
              </a:rPr>
              <a:t>Volatile</a:t>
            </a:r>
            <a:endParaRPr lang="en-GB" sz="2200">
              <a:latin typeface="Daytona" panose="020B0604030500040204" pitchFamily="34" charset="0"/>
              <a:ea typeface="Cantarell"/>
              <a:cs typeface="Cantarell"/>
            </a:endParaRPr>
          </a:p>
        </p:txBody>
      </p:sp>
      <p:sp>
        <p:nvSpPr>
          <p:cNvPr id="16" name="Google Shape;179;p14">
            <a:extLst>
              <a:ext uri="{FF2B5EF4-FFF2-40B4-BE49-F238E27FC236}">
                <a16:creationId xmlns:a16="http://schemas.microsoft.com/office/drawing/2014/main" id="{FDD08AC9-9149-2E0F-5FFB-D07AD3AA55F4}"/>
              </a:ext>
            </a:extLst>
          </p:cNvPr>
          <p:cNvSpPr txBox="1"/>
          <p:nvPr/>
        </p:nvSpPr>
        <p:spPr>
          <a:xfrm>
            <a:off x="5299221" y="4317503"/>
            <a:ext cx="3455811" cy="18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200" b="1" i="1">
                <a:latin typeface="Daytona"/>
                <a:ea typeface="Cantarell"/>
                <a:cs typeface="Cantarell"/>
                <a:sym typeface="Cantarell"/>
              </a:rPr>
              <a:t>Non-Volatile</a:t>
            </a:r>
            <a:endParaRPr lang="en-GB" sz="2200">
              <a:latin typeface="Daytona" panose="020B0604030500040204" pitchFamily="34" charset="0"/>
              <a:ea typeface="Cantarell"/>
              <a:cs typeface="Cantarell"/>
            </a:endParaRPr>
          </a:p>
        </p:txBody>
      </p:sp>
      <p:pic>
        <p:nvPicPr>
          <p:cNvPr id="17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810C67E2-F0A0-2B20-2F18-2E180F9BDB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812" y="4821720"/>
            <a:ext cx="2743200" cy="1471857"/>
          </a:xfrm>
          <a:prstGeom prst="rect">
            <a:avLst/>
          </a:prstGeom>
        </p:spPr>
      </p:pic>
      <p:pic>
        <p:nvPicPr>
          <p:cNvPr id="18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35E7808F-A400-4405-FF7C-05A380AB02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3891" y="5343800"/>
            <a:ext cx="1971675" cy="1152525"/>
          </a:xfrm>
          <a:prstGeom prst="rect">
            <a:avLst/>
          </a:prstGeom>
        </p:spPr>
      </p:pic>
      <p:pic>
        <p:nvPicPr>
          <p:cNvPr id="19" name="Picture 9" descr="Icon&#10;&#10;Description automatically generated">
            <a:extLst>
              <a:ext uri="{FF2B5EF4-FFF2-40B4-BE49-F238E27FC236}">
                <a16:creationId xmlns:a16="http://schemas.microsoft.com/office/drawing/2014/main" id="{FD378B07-B779-4C3E-A7AD-A31FC2528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1604" y="4913550"/>
            <a:ext cx="1009418" cy="1009418"/>
          </a:xfrm>
          <a:prstGeom prst="rect">
            <a:avLst/>
          </a:prstGeom>
        </p:spPr>
      </p:pic>
      <p:pic>
        <p:nvPicPr>
          <p:cNvPr id="20" name="Picture 16" descr="Icon&#10;&#10;Description automatically generated">
            <a:extLst>
              <a:ext uri="{FF2B5EF4-FFF2-40B4-BE49-F238E27FC236}">
                <a16:creationId xmlns:a16="http://schemas.microsoft.com/office/drawing/2014/main" id="{792E3B90-E3F2-2F37-CE18-040C39E28D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129" y="5418258"/>
            <a:ext cx="901392" cy="12916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B56805-23A4-C91C-2693-A0BC47486442}"/>
              </a:ext>
            </a:extLst>
          </p:cNvPr>
          <p:cNvSpPr/>
          <p:nvPr/>
        </p:nvSpPr>
        <p:spPr>
          <a:xfrm>
            <a:off x="9207564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26C2AF-ED85-AA23-B356-DBD34C9AAF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82" y="330800"/>
            <a:ext cx="1970135" cy="10889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1031C53-43CF-7A09-5766-425BB36BDB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1778896"/>
            <a:ext cx="1972906" cy="10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78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866E-1DC4-7883-10BD-336EE6BE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D6995E8-E3E0-18EB-8515-156E63C16F83}"/>
              </a:ext>
            </a:extLst>
          </p:cNvPr>
          <p:cNvSpPr txBox="1">
            <a:spLocks/>
          </p:cNvSpPr>
          <p:nvPr/>
        </p:nvSpPr>
        <p:spPr>
          <a:xfrm>
            <a:off x="1191321" y="875289"/>
            <a:ext cx="4107900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Whiteboard Quiz Time!</a:t>
            </a:r>
          </a:p>
        </p:txBody>
      </p:sp>
      <p:sp>
        <p:nvSpPr>
          <p:cNvPr id="31" name="Title 2">
            <a:extLst>
              <a:ext uri="{FF2B5EF4-FFF2-40B4-BE49-F238E27FC236}">
                <a16:creationId xmlns:a16="http://schemas.microsoft.com/office/drawing/2014/main" id="{637B7D75-16BE-D31D-759E-AB89C545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485AB60B-CF5B-ACED-D965-1CA55ABBF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50F33AB-69DC-0549-BC28-5FEF61F957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32312174-4B29-D6DF-4383-3B8BE78A65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0D60432B-0C45-BE5E-638B-C754D932B7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graphicFrame>
        <p:nvGraphicFramePr>
          <p:cNvPr id="8" name="Table 23">
            <a:extLst>
              <a:ext uri="{FF2B5EF4-FFF2-40B4-BE49-F238E27FC236}">
                <a16:creationId xmlns:a16="http://schemas.microsoft.com/office/drawing/2014/main" id="{CD3FA512-A55B-FC93-5FB4-4A975FA4C528}"/>
              </a:ext>
            </a:extLst>
          </p:cNvPr>
          <p:cNvGraphicFramePr>
            <a:graphicFrameLocks noGrp="1"/>
          </p:cNvGraphicFramePr>
          <p:nvPr/>
        </p:nvGraphicFramePr>
        <p:xfrm>
          <a:off x="1191321" y="1571086"/>
          <a:ext cx="7771704" cy="5110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5852">
                  <a:extLst>
                    <a:ext uri="{9D8B030D-6E8A-4147-A177-3AD203B41FA5}">
                      <a16:colId xmlns:a16="http://schemas.microsoft.com/office/drawing/2014/main" val="1898687763"/>
                    </a:ext>
                  </a:extLst>
                </a:gridCol>
                <a:gridCol w="3885852">
                  <a:extLst>
                    <a:ext uri="{9D8B030D-6E8A-4147-A177-3AD203B41FA5}">
                      <a16:colId xmlns:a16="http://schemas.microsoft.com/office/drawing/2014/main" val="383542146"/>
                    </a:ext>
                  </a:extLst>
                </a:gridCol>
              </a:tblGrid>
              <a:tr h="255548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031262"/>
                  </a:ext>
                </a:extLst>
              </a:tr>
              <a:tr h="255548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548308"/>
                  </a:ext>
                </a:extLst>
              </a:tr>
            </a:tbl>
          </a:graphicData>
        </a:graphic>
      </p:graphicFrame>
      <p:sp>
        <p:nvSpPr>
          <p:cNvPr id="9" name="Google Shape;179;p14">
            <a:extLst>
              <a:ext uri="{FF2B5EF4-FFF2-40B4-BE49-F238E27FC236}">
                <a16:creationId xmlns:a16="http://schemas.microsoft.com/office/drawing/2014/main" id="{8CA40302-60D2-CAAD-EC72-FB7B65C0E95C}"/>
              </a:ext>
            </a:extLst>
          </p:cNvPr>
          <p:cNvSpPr txBox="1"/>
          <p:nvPr/>
        </p:nvSpPr>
        <p:spPr>
          <a:xfrm>
            <a:off x="1400148" y="1780602"/>
            <a:ext cx="3455811" cy="18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200" b="1" i="1">
                <a:latin typeface="Daytona"/>
                <a:ea typeface="Cantarell"/>
                <a:cs typeface="Cantarell"/>
                <a:sym typeface="Cantarell"/>
              </a:rPr>
              <a:t>Read</a:t>
            </a:r>
            <a:r>
              <a:rPr lang="en-GB" sz="2200">
                <a:latin typeface="Daytona"/>
                <a:ea typeface="Cantarell"/>
                <a:cs typeface="Cantarell"/>
                <a:sym typeface="Cantarell"/>
              </a:rPr>
              <a:t> from the memory.</a:t>
            </a:r>
            <a:endParaRPr lang="en-GB" sz="2200">
              <a:latin typeface="Daytona" panose="020B0604030500040204" pitchFamily="34" charset="0"/>
              <a:ea typeface="Cantarell"/>
              <a:cs typeface="Cantarell"/>
            </a:endParaRPr>
          </a:p>
        </p:txBody>
      </p:sp>
      <p:pic>
        <p:nvPicPr>
          <p:cNvPr id="10" name="Picture 2" descr="A picture containing mirror&#10;&#10;Description automatically generated">
            <a:extLst>
              <a:ext uri="{FF2B5EF4-FFF2-40B4-BE49-F238E27FC236}">
                <a16:creationId xmlns:a16="http://schemas.microsoft.com/office/drawing/2014/main" id="{2FEB0EA4-554D-544C-8BF8-683D7212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762" y="2280748"/>
            <a:ext cx="2752492" cy="1526900"/>
          </a:xfrm>
          <a:prstGeom prst="rect">
            <a:avLst/>
          </a:prstGeom>
        </p:spPr>
      </p:pic>
      <p:sp>
        <p:nvSpPr>
          <p:cNvPr id="11" name="Google Shape;179;p14">
            <a:extLst>
              <a:ext uri="{FF2B5EF4-FFF2-40B4-BE49-F238E27FC236}">
                <a16:creationId xmlns:a16="http://schemas.microsoft.com/office/drawing/2014/main" id="{70E28A15-13F7-A811-E626-92EA22EE9083}"/>
              </a:ext>
            </a:extLst>
          </p:cNvPr>
          <p:cNvSpPr txBox="1"/>
          <p:nvPr/>
        </p:nvSpPr>
        <p:spPr>
          <a:xfrm>
            <a:off x="5299222" y="1780601"/>
            <a:ext cx="3455811" cy="18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200" b="1" i="1">
                <a:latin typeface="Daytona"/>
                <a:ea typeface="Cantarell"/>
                <a:cs typeface="Cantarell"/>
                <a:sym typeface="Cantarell"/>
              </a:rPr>
              <a:t>Write</a:t>
            </a:r>
            <a:r>
              <a:rPr lang="en-GB" sz="2200">
                <a:latin typeface="Daytona"/>
                <a:ea typeface="Cantarell"/>
                <a:cs typeface="Cantarell"/>
                <a:sym typeface="Cantarell"/>
              </a:rPr>
              <a:t> to the memory.</a:t>
            </a:r>
            <a:endParaRPr lang="en-GB" sz="2200">
              <a:latin typeface="Daytona" panose="020B0604030500040204" pitchFamily="34" charset="0"/>
              <a:ea typeface="Cantarell"/>
              <a:cs typeface="Cantarell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53D682CB-CD8B-A38E-C216-812017E000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587" r="-339" b="657"/>
          <a:stretch/>
        </p:blipFill>
        <p:spPr>
          <a:xfrm>
            <a:off x="5645420" y="2280748"/>
            <a:ext cx="2752499" cy="1530780"/>
          </a:xfrm>
          <a:prstGeom prst="rect">
            <a:avLst/>
          </a:prstGeom>
        </p:spPr>
      </p:pic>
      <p:sp>
        <p:nvSpPr>
          <p:cNvPr id="15" name="Google Shape;179;p14">
            <a:extLst>
              <a:ext uri="{FF2B5EF4-FFF2-40B4-BE49-F238E27FC236}">
                <a16:creationId xmlns:a16="http://schemas.microsoft.com/office/drawing/2014/main" id="{3EC004E5-5377-1EE6-E446-AD6AC7BC33A4}"/>
              </a:ext>
            </a:extLst>
          </p:cNvPr>
          <p:cNvSpPr txBox="1"/>
          <p:nvPr/>
        </p:nvSpPr>
        <p:spPr>
          <a:xfrm>
            <a:off x="1341907" y="4317503"/>
            <a:ext cx="3455811" cy="18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200" b="1" i="1">
                <a:latin typeface="Daytona"/>
                <a:ea typeface="Cantarell"/>
                <a:cs typeface="Cantarell"/>
                <a:sym typeface="Cantarell"/>
              </a:rPr>
              <a:t>Volatile</a:t>
            </a:r>
            <a:endParaRPr lang="en-GB" sz="2200">
              <a:latin typeface="Daytona" panose="020B0604030500040204" pitchFamily="34" charset="0"/>
              <a:ea typeface="Cantarell"/>
              <a:cs typeface="Cantarell"/>
            </a:endParaRPr>
          </a:p>
        </p:txBody>
      </p:sp>
      <p:sp>
        <p:nvSpPr>
          <p:cNvPr id="16" name="Google Shape;179;p14">
            <a:extLst>
              <a:ext uri="{FF2B5EF4-FFF2-40B4-BE49-F238E27FC236}">
                <a16:creationId xmlns:a16="http://schemas.microsoft.com/office/drawing/2014/main" id="{20E82F02-4CAB-F7B3-82CE-11B14F6F16C4}"/>
              </a:ext>
            </a:extLst>
          </p:cNvPr>
          <p:cNvSpPr txBox="1"/>
          <p:nvPr/>
        </p:nvSpPr>
        <p:spPr>
          <a:xfrm>
            <a:off x="5299221" y="4317503"/>
            <a:ext cx="3455811" cy="18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200" b="1" i="1">
                <a:latin typeface="Daytona"/>
                <a:ea typeface="Cantarell"/>
                <a:cs typeface="Cantarell"/>
                <a:sym typeface="Cantarell"/>
              </a:rPr>
              <a:t>Non-Volatile</a:t>
            </a:r>
            <a:endParaRPr lang="en-GB" sz="2200">
              <a:latin typeface="Daytona" panose="020B0604030500040204" pitchFamily="34" charset="0"/>
              <a:ea typeface="Cantarell"/>
              <a:cs typeface="Cantarell"/>
            </a:endParaRPr>
          </a:p>
        </p:txBody>
      </p:sp>
      <p:pic>
        <p:nvPicPr>
          <p:cNvPr id="17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D4653649-50FA-1E36-A262-3B30E3651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812" y="4821720"/>
            <a:ext cx="2743200" cy="1471857"/>
          </a:xfrm>
          <a:prstGeom prst="rect">
            <a:avLst/>
          </a:prstGeom>
        </p:spPr>
      </p:pic>
      <p:pic>
        <p:nvPicPr>
          <p:cNvPr id="18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48380B1E-A2F5-C25B-36D2-39ED35962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891" y="5343800"/>
            <a:ext cx="1971675" cy="1152525"/>
          </a:xfrm>
          <a:prstGeom prst="rect">
            <a:avLst/>
          </a:prstGeom>
        </p:spPr>
      </p:pic>
      <p:pic>
        <p:nvPicPr>
          <p:cNvPr id="19" name="Picture 9" descr="Icon&#10;&#10;Description automatically generated">
            <a:extLst>
              <a:ext uri="{FF2B5EF4-FFF2-40B4-BE49-F238E27FC236}">
                <a16:creationId xmlns:a16="http://schemas.microsoft.com/office/drawing/2014/main" id="{FBEF83A3-0006-7870-4B8C-C775904838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604" y="4913550"/>
            <a:ext cx="1009418" cy="1009418"/>
          </a:xfrm>
          <a:prstGeom prst="rect">
            <a:avLst/>
          </a:prstGeom>
        </p:spPr>
      </p:pic>
      <p:pic>
        <p:nvPicPr>
          <p:cNvPr id="20" name="Picture 16" descr="Icon&#10;&#10;Description automatically generated">
            <a:extLst>
              <a:ext uri="{FF2B5EF4-FFF2-40B4-BE49-F238E27FC236}">
                <a16:creationId xmlns:a16="http://schemas.microsoft.com/office/drawing/2014/main" id="{5DB640F9-B90C-1171-9150-D90786616B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129" y="5418258"/>
            <a:ext cx="901392" cy="12916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AD5493-21A9-3CC7-2B8B-BB20B657102A}"/>
              </a:ext>
            </a:extLst>
          </p:cNvPr>
          <p:cNvSpPr/>
          <p:nvPr/>
        </p:nvSpPr>
        <p:spPr>
          <a:xfrm>
            <a:off x="9207564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CAD58C-7518-8910-B1F1-A4779B509A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82" y="330800"/>
            <a:ext cx="1970135" cy="10889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2D1832-6278-62F6-08F5-93D0952B24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226993"/>
            <a:ext cx="1972906" cy="1088978"/>
          </a:xfrm>
          <a:prstGeom prst="rect">
            <a:avLst/>
          </a:prstGeom>
        </p:spPr>
      </p:pic>
      <p:pic>
        <p:nvPicPr>
          <p:cNvPr id="5" name="We Do">
            <a:extLst>
              <a:ext uri="{FF2B5EF4-FFF2-40B4-BE49-F238E27FC236}">
                <a16:creationId xmlns:a16="http://schemas.microsoft.com/office/drawing/2014/main" id="{05C26EF7-1383-FAF7-A9F2-1282F09500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744" y="331701"/>
            <a:ext cx="1970135" cy="1088978"/>
          </a:xfrm>
          <a:prstGeom prst="rect">
            <a:avLst/>
          </a:prstGeom>
        </p:spPr>
      </p:pic>
      <p:pic>
        <p:nvPicPr>
          <p:cNvPr id="6" name="Quiet Working">
            <a:extLst>
              <a:ext uri="{FF2B5EF4-FFF2-40B4-BE49-F238E27FC236}">
                <a16:creationId xmlns:a16="http://schemas.microsoft.com/office/drawing/2014/main" id="{A550CEFB-AB24-61E2-B2A9-29312A701F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721" y="1821594"/>
            <a:ext cx="1970135" cy="114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33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2">
            <a:extLst>
              <a:ext uri="{FF2B5EF4-FFF2-40B4-BE49-F238E27FC236}">
                <a16:creationId xmlns:a16="http://schemas.microsoft.com/office/drawing/2014/main" id="{0D27E686-A6D4-A8A5-F026-B2332474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67B7E643-E01C-F501-A32A-E415296B6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EBBE783-E784-9AC0-C0EC-0A7078BEEF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40B6D5F1-DE18-C999-B0A9-6804BB92D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C1670140-D8FB-3E53-9754-63CA4781E5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19952C-9B18-B79C-4755-0B415DE4C11E}"/>
              </a:ext>
            </a:extLst>
          </p:cNvPr>
          <p:cNvSpPr txBox="1">
            <a:spLocks/>
          </p:cNvSpPr>
          <p:nvPr/>
        </p:nvSpPr>
        <p:spPr>
          <a:xfrm>
            <a:off x="1020466" y="809419"/>
            <a:ext cx="4865429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Task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BB21F2F-D5F8-B670-2EBB-14F37ACFAFDA}"/>
              </a:ext>
            </a:extLst>
          </p:cNvPr>
          <p:cNvSpPr txBox="1">
            <a:spLocks/>
          </p:cNvSpPr>
          <p:nvPr/>
        </p:nvSpPr>
        <p:spPr>
          <a:xfrm>
            <a:off x="1020465" y="1359521"/>
            <a:ext cx="7937104" cy="31458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In your Class Notebook </a:t>
            </a:r>
            <a:r>
              <a:rPr lang="en-US" sz="2200" b="1"/>
              <a:t>copy and complete this table.</a:t>
            </a: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D255737F-4DC0-27F2-F80E-78C7E6F9F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332465"/>
              </p:ext>
            </p:extLst>
          </p:nvPr>
        </p:nvGraphicFramePr>
        <p:xfrm>
          <a:off x="1114425" y="1909623"/>
          <a:ext cx="7843144" cy="249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0">
                  <a:extLst>
                    <a:ext uri="{9D8B030D-6E8A-4147-A177-3AD203B41FA5}">
                      <a16:colId xmlns:a16="http://schemas.microsoft.com/office/drawing/2014/main" val="1921848951"/>
                    </a:ext>
                  </a:extLst>
                </a:gridCol>
                <a:gridCol w="2416622">
                  <a:extLst>
                    <a:ext uri="{9D8B030D-6E8A-4147-A177-3AD203B41FA5}">
                      <a16:colId xmlns:a16="http://schemas.microsoft.com/office/drawing/2014/main" val="1732235687"/>
                    </a:ext>
                  </a:extLst>
                </a:gridCol>
                <a:gridCol w="2416622">
                  <a:extLst>
                    <a:ext uri="{9D8B030D-6E8A-4147-A177-3AD203B41FA5}">
                      <a16:colId xmlns:a16="http://schemas.microsoft.com/office/drawing/2014/main" val="881233282"/>
                    </a:ext>
                  </a:extLst>
                </a:gridCol>
              </a:tblGrid>
              <a:tr h="3147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>
                          <a:latin typeface="Daytona"/>
                        </a:rPr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>
                          <a:latin typeface="Daytona"/>
                        </a:rPr>
                        <a:t>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6513"/>
                  </a:ext>
                </a:extLst>
              </a:tr>
              <a:tr h="6695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>
                          <a:latin typeface="Daytona"/>
                        </a:rPr>
                        <a:t>Why is it needed? </a:t>
                      </a:r>
                      <a:br>
                        <a:rPr lang="en-GB" sz="2000">
                          <a:latin typeface="Daytona"/>
                        </a:rPr>
                      </a:br>
                      <a:r>
                        <a:rPr lang="en-GB" sz="2000" b="0" i="0" u="none" strike="noStrike" noProof="0">
                          <a:latin typeface="Daytona"/>
                        </a:rPr>
                        <a:t>What does it store?</a:t>
                      </a:r>
                      <a:endParaRPr lang="en-GB" sz="20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200124"/>
                  </a:ext>
                </a:extLst>
              </a:tr>
              <a:tr h="6695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 b="0" i="0" u="none" strike="noStrike" noProof="0">
                          <a:latin typeface="Daytona"/>
                        </a:rPr>
                        <a:t>Volatile or </a:t>
                      </a:r>
                      <a:br>
                        <a:rPr lang="en-GB" sz="2000" b="0" i="0" u="none" strike="noStrike" noProof="0">
                          <a:latin typeface="Daytona"/>
                        </a:rPr>
                      </a:br>
                      <a:r>
                        <a:rPr lang="en-GB" sz="2000" b="0" i="0" u="none" strike="noStrike" noProof="0">
                          <a:latin typeface="Daytona"/>
                        </a:rPr>
                        <a:t>Non-Volatile?</a:t>
                      </a:r>
                      <a:endParaRPr lang="en-US" sz="20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122914"/>
                  </a:ext>
                </a:extLst>
              </a:tr>
              <a:tr h="6695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 b="0" i="0" u="none" strike="noStrike" noProof="0">
                          <a:latin typeface="Daytona"/>
                        </a:rPr>
                        <a:t>Write/Read?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17600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3F1C31EE-28C1-7FF4-D32F-92086ECC47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51" b="48042"/>
          <a:stretch/>
        </p:blipFill>
        <p:spPr>
          <a:xfrm>
            <a:off x="-729" y="4603676"/>
            <a:ext cx="847725" cy="2254324"/>
          </a:xfrm>
          <a:prstGeom prst="rect">
            <a:avLst/>
          </a:prstGeom>
        </p:spPr>
      </p:pic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046F91E-579B-E727-ABF6-7CFA37A78AB9}"/>
              </a:ext>
            </a:extLst>
          </p:cNvPr>
          <p:cNvSpPr txBox="1">
            <a:spLocks/>
          </p:cNvSpPr>
          <p:nvPr/>
        </p:nvSpPr>
        <p:spPr>
          <a:xfrm>
            <a:off x="1850639" y="4670315"/>
            <a:ext cx="7203679" cy="6871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What makes a table an appropriate way to present this information?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pic>
        <p:nvPicPr>
          <p:cNvPr id="1026" name="Picture 2" descr="Black Question Mark PNG Images Transparent Background | PNG Play">
            <a:extLst>
              <a:ext uri="{FF2B5EF4-FFF2-40B4-BE49-F238E27FC236}">
                <a16:creationId xmlns:a16="http://schemas.microsoft.com/office/drawing/2014/main" id="{55642DDF-F9F3-6246-EA04-FD37E8360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87" y="4684838"/>
            <a:ext cx="1093601" cy="109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E21EED78-565D-1330-11BB-21BF2321E356}"/>
              </a:ext>
            </a:extLst>
          </p:cNvPr>
          <p:cNvSpPr txBox="1">
            <a:spLocks/>
          </p:cNvSpPr>
          <p:nvPr/>
        </p:nvSpPr>
        <p:spPr>
          <a:xfrm>
            <a:off x="2194861" y="5590420"/>
            <a:ext cx="7203679" cy="6871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000">
                <a:solidFill>
                  <a:srgbClr val="6A587A"/>
                </a:solidFill>
              </a:rPr>
              <a:t>Makes information easy to read and </a:t>
            </a:r>
            <a:r>
              <a:rPr lang="en-US" sz="2000" err="1">
                <a:solidFill>
                  <a:srgbClr val="6A587A"/>
                </a:solidFill>
              </a:rPr>
              <a:t>organised</a:t>
            </a:r>
            <a:r>
              <a:rPr lang="en-US" sz="2000">
                <a:solidFill>
                  <a:srgbClr val="6A587A"/>
                </a:solidFill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rgbClr val="6A587A"/>
                </a:solidFill>
              </a:rPr>
              <a:t>Shows a lot of information in a small area.</a:t>
            </a:r>
          </a:p>
          <a:p>
            <a:pPr>
              <a:spcBef>
                <a:spcPts val="600"/>
              </a:spcBef>
            </a:pPr>
            <a:r>
              <a:rPr lang="en-US" sz="2000">
                <a:solidFill>
                  <a:srgbClr val="6A587A"/>
                </a:solidFill>
              </a:rPr>
              <a:t>Help to quickly compare similarities &amp; differences.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2000">
              <a:solidFill>
                <a:srgbClr val="6A587A"/>
              </a:solidFill>
            </a:endParaRP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2000">
              <a:solidFill>
                <a:srgbClr val="6A587A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7B0D02C-7977-6502-B0C5-DC5058FA1CE1}"/>
              </a:ext>
            </a:extLst>
          </p:cNvPr>
          <p:cNvSpPr txBox="1">
            <a:spLocks/>
          </p:cNvSpPr>
          <p:nvPr/>
        </p:nvSpPr>
        <p:spPr>
          <a:xfrm>
            <a:off x="1020465" y="5133974"/>
            <a:ext cx="7937104" cy="5637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200" dirty="0"/>
              <a:t>Before we start this task…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B97AEC-C2C1-763A-29F5-4DCD38EAF60B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E3B0E1-7657-D675-05C3-1ACDBE4FE4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30800"/>
            <a:ext cx="1972906" cy="1088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2B36FA-602B-B596-48EE-1B42B131EC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1751187"/>
            <a:ext cx="1972906" cy="11443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1A7195-9811-BE2A-3CA2-F8E8A3683472}"/>
              </a:ext>
            </a:extLst>
          </p:cNvPr>
          <p:cNvSpPr/>
          <p:nvPr/>
        </p:nvSpPr>
        <p:spPr>
          <a:xfrm>
            <a:off x="9762196" y="3226993"/>
            <a:ext cx="1847135" cy="963941"/>
          </a:xfrm>
          <a:prstGeom prst="roundRect">
            <a:avLst>
              <a:gd name="adj" fmla="val 777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Class Notebook</a:t>
            </a:r>
          </a:p>
        </p:txBody>
      </p:sp>
    </p:spTree>
    <p:extLst>
      <p:ext uri="{BB962C8B-B14F-4D97-AF65-F5344CB8AC3E}">
        <p14:creationId xmlns:p14="http://schemas.microsoft.com/office/powerpoint/2010/main" val="378887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2">
            <a:extLst>
              <a:ext uri="{FF2B5EF4-FFF2-40B4-BE49-F238E27FC236}">
                <a16:creationId xmlns:a16="http://schemas.microsoft.com/office/drawing/2014/main" id="{0D27E686-A6D4-A8A5-F026-B2332474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67B7E643-E01C-F501-A32A-E415296B6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EBBE783-E784-9AC0-C0EC-0A7078BEEF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40B6D5F1-DE18-C999-B0A9-6804BB92D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C1670140-D8FB-3E53-9754-63CA4781E5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19952C-9B18-B79C-4755-0B415DE4C11E}"/>
              </a:ext>
            </a:extLst>
          </p:cNvPr>
          <p:cNvSpPr txBox="1">
            <a:spLocks/>
          </p:cNvSpPr>
          <p:nvPr/>
        </p:nvSpPr>
        <p:spPr>
          <a:xfrm>
            <a:off x="1020466" y="809419"/>
            <a:ext cx="4865429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Task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BB21F2F-D5F8-B670-2EBB-14F37ACFAFDA}"/>
              </a:ext>
            </a:extLst>
          </p:cNvPr>
          <p:cNvSpPr txBox="1">
            <a:spLocks/>
          </p:cNvSpPr>
          <p:nvPr/>
        </p:nvSpPr>
        <p:spPr>
          <a:xfrm>
            <a:off x="1020465" y="1359521"/>
            <a:ext cx="7937104" cy="31458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In your Class Notebook </a:t>
            </a:r>
            <a:r>
              <a:rPr lang="en-US" sz="2200" b="1"/>
              <a:t>copy and complete this table.</a:t>
            </a: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D255737F-4DC0-27F2-F80E-78C7E6F9FB8A}"/>
              </a:ext>
            </a:extLst>
          </p:cNvPr>
          <p:cNvGraphicFramePr>
            <a:graphicFrameLocks noGrp="1"/>
          </p:cNvGraphicFramePr>
          <p:nvPr/>
        </p:nvGraphicFramePr>
        <p:xfrm>
          <a:off x="1114425" y="1909623"/>
          <a:ext cx="7843144" cy="249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0">
                  <a:extLst>
                    <a:ext uri="{9D8B030D-6E8A-4147-A177-3AD203B41FA5}">
                      <a16:colId xmlns:a16="http://schemas.microsoft.com/office/drawing/2014/main" val="1921848951"/>
                    </a:ext>
                  </a:extLst>
                </a:gridCol>
                <a:gridCol w="2416622">
                  <a:extLst>
                    <a:ext uri="{9D8B030D-6E8A-4147-A177-3AD203B41FA5}">
                      <a16:colId xmlns:a16="http://schemas.microsoft.com/office/drawing/2014/main" val="1732235687"/>
                    </a:ext>
                  </a:extLst>
                </a:gridCol>
                <a:gridCol w="2416622">
                  <a:extLst>
                    <a:ext uri="{9D8B030D-6E8A-4147-A177-3AD203B41FA5}">
                      <a16:colId xmlns:a16="http://schemas.microsoft.com/office/drawing/2014/main" val="881233282"/>
                    </a:ext>
                  </a:extLst>
                </a:gridCol>
              </a:tblGrid>
              <a:tr h="3147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>
                          <a:latin typeface="Daytona"/>
                        </a:rPr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>
                          <a:latin typeface="Daytona"/>
                        </a:rPr>
                        <a:t>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626513"/>
                  </a:ext>
                </a:extLst>
              </a:tr>
              <a:tr h="6695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>
                          <a:latin typeface="Daytona"/>
                        </a:rPr>
                        <a:t>Why is it needed? </a:t>
                      </a:r>
                      <a:br>
                        <a:rPr lang="en-GB" sz="2000">
                          <a:latin typeface="Daytona"/>
                        </a:rPr>
                      </a:br>
                      <a:r>
                        <a:rPr lang="en-GB" sz="2000" b="0" i="0" u="none" strike="noStrike" noProof="0">
                          <a:latin typeface="Daytona"/>
                        </a:rPr>
                        <a:t>What does it store?</a:t>
                      </a:r>
                      <a:endParaRPr lang="en-GB" sz="20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200124"/>
                  </a:ext>
                </a:extLst>
              </a:tr>
              <a:tr h="6695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 b="0" i="0" u="none" strike="noStrike" noProof="0">
                          <a:latin typeface="Daytona"/>
                        </a:rPr>
                        <a:t>Volatile or </a:t>
                      </a:r>
                      <a:br>
                        <a:rPr lang="en-GB" sz="2000" b="0" i="0" u="none" strike="noStrike" noProof="0">
                          <a:latin typeface="Daytona"/>
                        </a:rPr>
                      </a:br>
                      <a:r>
                        <a:rPr lang="en-GB" sz="2000" b="0" i="0" u="none" strike="noStrike" noProof="0">
                          <a:latin typeface="Daytona"/>
                        </a:rPr>
                        <a:t>Non-Volatile?</a:t>
                      </a:r>
                      <a:endParaRPr lang="en-US" sz="20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122914"/>
                  </a:ext>
                </a:extLst>
              </a:tr>
              <a:tr h="6695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 b="0" i="0" u="none" strike="noStrike" noProof="0">
                          <a:latin typeface="Daytona"/>
                        </a:rPr>
                        <a:t>Write/Read?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176004"/>
                  </a:ext>
                </a:extLst>
              </a:tr>
            </a:tbl>
          </a:graphicData>
        </a:graphic>
      </p:graphicFrame>
      <p:pic>
        <p:nvPicPr>
          <p:cNvPr id="24" name="Lightbulb 1">
            <a:extLst>
              <a:ext uri="{FF2B5EF4-FFF2-40B4-BE49-F238E27FC236}">
                <a16:creationId xmlns:a16="http://schemas.microsoft.com/office/drawing/2014/main" id="{A80C8E8C-09AD-053C-1E61-E9429A3940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pic>
        <p:nvPicPr>
          <p:cNvPr id="25" name="Lightbulb 2">
            <a:extLst>
              <a:ext uri="{FF2B5EF4-FFF2-40B4-BE49-F238E27FC236}">
                <a16:creationId xmlns:a16="http://schemas.microsoft.com/office/drawing/2014/main" id="{90BD566C-102A-F372-785B-0E9F58DBCB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B98706-5994-6B11-8860-CCE065AA6138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E4AB27-57A6-C7A8-1B43-8789DDB481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30800"/>
            <a:ext cx="1972906" cy="1088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C10A64-E7BA-0222-AAB6-56ED58A5B8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1751187"/>
            <a:ext cx="1972906" cy="11443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C22576-C3BF-805E-61B0-11DD7CFB1C0F}"/>
              </a:ext>
            </a:extLst>
          </p:cNvPr>
          <p:cNvSpPr/>
          <p:nvPr/>
        </p:nvSpPr>
        <p:spPr>
          <a:xfrm>
            <a:off x="9762196" y="3226993"/>
            <a:ext cx="1847135" cy="963941"/>
          </a:xfrm>
          <a:prstGeom prst="roundRect">
            <a:avLst>
              <a:gd name="adj" fmla="val 777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Class Notebook</a:t>
            </a:r>
          </a:p>
        </p:txBody>
      </p:sp>
    </p:spTree>
    <p:extLst>
      <p:ext uri="{BB962C8B-B14F-4D97-AF65-F5344CB8AC3E}">
        <p14:creationId xmlns:p14="http://schemas.microsoft.com/office/powerpoint/2010/main" val="30953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2">
            <a:extLst>
              <a:ext uri="{FF2B5EF4-FFF2-40B4-BE49-F238E27FC236}">
                <a16:creationId xmlns:a16="http://schemas.microsoft.com/office/drawing/2014/main" id="{0D27E686-A6D4-A8A5-F026-B2332474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67B7E643-E01C-F501-A32A-E415296B6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EBBE783-E784-9AC0-C0EC-0A7078BEEF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40B6D5F1-DE18-C999-B0A9-6804BB92D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C1670140-D8FB-3E53-9754-63CA4781E5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19952C-9B18-B79C-4755-0B415DE4C11E}"/>
              </a:ext>
            </a:extLst>
          </p:cNvPr>
          <p:cNvSpPr txBox="1">
            <a:spLocks/>
          </p:cNvSpPr>
          <p:nvPr/>
        </p:nvSpPr>
        <p:spPr>
          <a:xfrm>
            <a:off x="1020466" y="809419"/>
            <a:ext cx="4865429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Task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BB21F2F-D5F8-B670-2EBB-14F37ACFAFDA}"/>
              </a:ext>
            </a:extLst>
          </p:cNvPr>
          <p:cNvSpPr txBox="1">
            <a:spLocks/>
          </p:cNvSpPr>
          <p:nvPr/>
        </p:nvSpPr>
        <p:spPr>
          <a:xfrm>
            <a:off x="1020465" y="1359521"/>
            <a:ext cx="7937104" cy="31458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In your Class Notebook </a:t>
            </a:r>
            <a:r>
              <a:rPr lang="en-US" sz="2200" b="1"/>
              <a:t>copy and complete this table.</a:t>
            </a: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D255737F-4DC0-27F2-F80E-78C7E6F9F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4138"/>
              </p:ext>
            </p:extLst>
          </p:nvPr>
        </p:nvGraphicFramePr>
        <p:xfrm>
          <a:off x="1114425" y="1909623"/>
          <a:ext cx="7843143" cy="3823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381">
                  <a:extLst>
                    <a:ext uri="{9D8B030D-6E8A-4147-A177-3AD203B41FA5}">
                      <a16:colId xmlns:a16="http://schemas.microsoft.com/office/drawing/2014/main" val="1921848951"/>
                    </a:ext>
                  </a:extLst>
                </a:gridCol>
                <a:gridCol w="2614381">
                  <a:extLst>
                    <a:ext uri="{9D8B030D-6E8A-4147-A177-3AD203B41FA5}">
                      <a16:colId xmlns:a16="http://schemas.microsoft.com/office/drawing/2014/main" val="1732235687"/>
                    </a:ext>
                  </a:extLst>
                </a:gridCol>
                <a:gridCol w="2614381">
                  <a:extLst>
                    <a:ext uri="{9D8B030D-6E8A-4147-A177-3AD203B41FA5}">
                      <a16:colId xmlns:a16="http://schemas.microsoft.com/office/drawing/2014/main" val="881233282"/>
                    </a:ext>
                  </a:extLst>
                </a:gridCol>
              </a:tblGrid>
              <a:tr h="513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2200">
                        <a:latin typeface="Dayton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>
                          <a:latin typeface="Daytona"/>
                        </a:rPr>
                        <a:t>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>
                          <a:latin typeface="Daytona"/>
                        </a:rPr>
                        <a:t>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626513"/>
                  </a:ext>
                </a:extLst>
              </a:tr>
              <a:tr h="116946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>
                          <a:latin typeface="Daytona"/>
                        </a:rPr>
                        <a:t>Why is it needed? </a:t>
                      </a:r>
                      <a:br>
                        <a:rPr lang="en-GB" sz="2000">
                          <a:latin typeface="Daytona"/>
                        </a:rPr>
                      </a:br>
                      <a:r>
                        <a:rPr lang="en-GB" sz="2000" b="0" i="0" u="none" strike="noStrike" noProof="0">
                          <a:latin typeface="Daytona"/>
                        </a:rPr>
                        <a:t>What does it store?</a:t>
                      </a:r>
                      <a:endParaRPr lang="en-GB" sz="20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>
                          <a:latin typeface="Daytona" panose="020B0604030500040204" pitchFamily="34" charset="0"/>
                          <a:ea typeface="Cantarell"/>
                          <a:cs typeface="Cantarell"/>
                          <a:sym typeface="Cantarell"/>
                        </a:rPr>
                        <a:t>Stores </a:t>
                      </a:r>
                      <a:r>
                        <a:rPr lang="en-GB" sz="1800" b="1">
                          <a:latin typeface="Daytona" panose="020B0604030500040204" pitchFamily="34" charset="0"/>
                          <a:ea typeface="Cantarell"/>
                          <a:cs typeface="Cantarell"/>
                          <a:sym typeface="Cantarell"/>
                        </a:rPr>
                        <a:t>a program </a:t>
                      </a:r>
                      <a:r>
                        <a:rPr lang="en-GB" sz="1800">
                          <a:latin typeface="Daytona" panose="020B0604030500040204" pitchFamily="34" charset="0"/>
                          <a:ea typeface="Cantarell"/>
                          <a:cs typeface="Cantarell"/>
                          <a:sym typeface="Cantarell"/>
                        </a:rPr>
                        <a:t>to </a:t>
                      </a:r>
                      <a:r>
                        <a:rPr lang="en-GB" sz="1800" b="1">
                          <a:latin typeface="Daytona" panose="020B0604030500040204" pitchFamily="34" charset="0"/>
                          <a:ea typeface="Cantarell"/>
                          <a:cs typeface="Cantarell"/>
                          <a:sym typeface="Cantarell"/>
                        </a:rPr>
                        <a:t>start up the computer</a:t>
                      </a:r>
                      <a:r>
                        <a:rPr lang="en-GB" sz="1800">
                          <a:latin typeface="Daytona" panose="020B0604030500040204" pitchFamily="34" charset="0"/>
                          <a:ea typeface="Cantarell"/>
                          <a:cs typeface="Cantarell"/>
                          <a:sym typeface="Cantarell"/>
                        </a:rPr>
                        <a:t>. </a:t>
                      </a:r>
                      <a:endParaRPr lang="en-GB" sz="1800" b="1">
                        <a:latin typeface="Daytona" panose="020B0604030500040204" pitchFamily="34" charset="0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>
                          <a:latin typeface="Daytona"/>
                          <a:ea typeface="Cantarell"/>
                          <a:cs typeface="Cantarell"/>
                          <a:sym typeface="Cantarell"/>
                        </a:rPr>
                        <a:t>Stores the data and programs that you are </a:t>
                      </a:r>
                      <a:r>
                        <a:rPr lang="en-GB" sz="1800" b="1">
                          <a:latin typeface="Daytona"/>
                          <a:ea typeface="Cantarell"/>
                          <a:cs typeface="Cantarell"/>
                          <a:sym typeface="Cantarell"/>
                        </a:rPr>
                        <a:t>currently running. </a:t>
                      </a:r>
                      <a:endParaRPr lang="en-GB" sz="1800" b="1">
                        <a:latin typeface="Daytona" panose="020B0604030500040204" pitchFamily="34" charset="0"/>
                        <a:ea typeface="Cantarell"/>
                        <a:cs typeface="Cantarel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200124"/>
                  </a:ext>
                </a:extLst>
              </a:tr>
              <a:tr h="116946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 b="0" i="0" u="none" strike="noStrike" noProof="0">
                          <a:latin typeface="Daytona"/>
                        </a:rPr>
                        <a:t>Volatile or </a:t>
                      </a:r>
                      <a:br>
                        <a:rPr lang="en-GB" sz="2000" b="0" i="0" u="none" strike="noStrike" noProof="0">
                          <a:latin typeface="Daytona"/>
                        </a:rPr>
                      </a:br>
                      <a:r>
                        <a:rPr lang="en-GB" sz="2000" b="0" i="0" u="none" strike="noStrike" noProof="0">
                          <a:latin typeface="Daytona"/>
                        </a:rPr>
                        <a:t>Non-Volatile?</a:t>
                      </a:r>
                      <a:endParaRPr lang="en-US" sz="20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Daytona"/>
                        </a:rPr>
                        <a:t>Non-Volatile</a:t>
                      </a:r>
                      <a:br>
                        <a:rPr lang="en-US" sz="1800">
                          <a:latin typeface="Daytona"/>
                        </a:rPr>
                      </a:br>
                      <a:r>
                        <a:rPr lang="en-US" sz="1800">
                          <a:latin typeface="Daytona"/>
                        </a:rPr>
                        <a:t>Data is not lost.</a:t>
                      </a:r>
                      <a:endParaRPr lang="en-GB" sz="1800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Daytona"/>
                        </a:rPr>
                        <a:t>Volatile</a:t>
                      </a:r>
                    </a:p>
                    <a:p>
                      <a:pPr algn="ctr"/>
                      <a:r>
                        <a:rPr lang="en-US" sz="1800">
                          <a:latin typeface="Daytona"/>
                        </a:rPr>
                        <a:t>Data is wiped when it loses power. </a:t>
                      </a:r>
                      <a:endParaRPr lang="en-GB" sz="1800">
                        <a:latin typeface="Dayton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122914"/>
                  </a:ext>
                </a:extLst>
              </a:tr>
              <a:tr h="9514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 b="0" i="0" u="none" strike="noStrike" noProof="0">
                          <a:latin typeface="Daytona"/>
                        </a:rPr>
                        <a:t>Write/Read?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Daytona"/>
                        </a:rPr>
                        <a:t>Read Only</a:t>
                      </a:r>
                      <a:endParaRPr lang="en-GB" sz="1800" b="1">
                        <a:latin typeface="Dayto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Daytona"/>
                          <a:ea typeface="+mn-ea"/>
                          <a:cs typeface="+mn-cs"/>
                        </a:rPr>
                        <a:t>Read &amp; Write</a:t>
                      </a:r>
                      <a:endParaRPr lang="en-GB" sz="1800" b="1" kern="1200">
                        <a:solidFill>
                          <a:schemeClr val="dk1"/>
                        </a:solidFill>
                        <a:latin typeface="Dayton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176004"/>
                  </a:ext>
                </a:extLst>
              </a:tr>
            </a:tbl>
          </a:graphicData>
        </a:graphic>
      </p:graphicFrame>
      <p:pic>
        <p:nvPicPr>
          <p:cNvPr id="24" name="Lightbulb 1">
            <a:extLst>
              <a:ext uri="{FF2B5EF4-FFF2-40B4-BE49-F238E27FC236}">
                <a16:creationId xmlns:a16="http://schemas.microsoft.com/office/drawing/2014/main" id="{A80C8E8C-09AD-053C-1E61-E9429A3940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pic>
        <p:nvPicPr>
          <p:cNvPr id="25" name="Lightbulb 2">
            <a:extLst>
              <a:ext uri="{FF2B5EF4-FFF2-40B4-BE49-F238E27FC236}">
                <a16:creationId xmlns:a16="http://schemas.microsoft.com/office/drawing/2014/main" id="{90BD566C-102A-F372-785B-0E9F58DBCB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34ABA1-954E-83C1-6E56-4B0E279135AB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92226-FD4E-DDA0-1BB3-100B17738F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30800"/>
            <a:ext cx="1972906" cy="1088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9057B2-DD86-CA03-9347-5744B0BBA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1751187"/>
            <a:ext cx="1972906" cy="11443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AC8DC0-9980-743F-7F69-DE541D8DEDB7}"/>
              </a:ext>
            </a:extLst>
          </p:cNvPr>
          <p:cNvSpPr/>
          <p:nvPr/>
        </p:nvSpPr>
        <p:spPr>
          <a:xfrm>
            <a:off x="9762196" y="3226993"/>
            <a:ext cx="1847135" cy="963941"/>
          </a:xfrm>
          <a:prstGeom prst="roundRect">
            <a:avLst>
              <a:gd name="adj" fmla="val 777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Class Notebook</a:t>
            </a:r>
          </a:p>
        </p:txBody>
      </p:sp>
    </p:spTree>
    <p:extLst>
      <p:ext uri="{BB962C8B-B14F-4D97-AF65-F5344CB8AC3E}">
        <p14:creationId xmlns:p14="http://schemas.microsoft.com/office/powerpoint/2010/main" val="310987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2">
            <a:extLst>
              <a:ext uri="{FF2B5EF4-FFF2-40B4-BE49-F238E27FC236}">
                <a16:creationId xmlns:a16="http://schemas.microsoft.com/office/drawing/2014/main" id="{0D27E686-A6D4-A8A5-F026-B2332474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67B7E643-E01C-F501-A32A-E415296B6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5921" y="1084470"/>
            <a:ext cx="1790541" cy="913834"/>
          </a:xfrm>
        </p:spPr>
        <p:txBody>
          <a:bodyPr/>
          <a:lstStyle/>
          <a:p>
            <a:r>
              <a:rPr lang="en-US" b="1"/>
              <a:t>Identify </a:t>
            </a:r>
            <a:r>
              <a:rPr lang="en-US"/>
              <a:t>the key features of the RAM and ROM and their role in the computer system.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EBBE783-E784-9AC0-C0EC-0A7078BEEF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45921" y="2358780"/>
            <a:ext cx="1947605" cy="942210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difference between the purpose of RAM and ROM.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40B6D5F1-DE18-C999-B0A9-6804BB92DE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5920" y="3661466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what reading and writing from memory means and how it is used. </a:t>
            </a:r>
            <a:endParaRPr lang="en-GB" b="1" i="1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C1670140-D8FB-3E53-9754-63CA4781E5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0784" y="5210964"/>
            <a:ext cx="2251216" cy="1274896"/>
          </a:xfrm>
        </p:spPr>
        <p:txBody>
          <a:bodyPr/>
          <a:lstStyle/>
          <a:p>
            <a:pPr algn="ctr"/>
            <a:r>
              <a:rPr lang="en-GB"/>
              <a:t>Random Access Memory</a:t>
            </a:r>
          </a:p>
          <a:p>
            <a:pPr algn="ctr"/>
            <a:r>
              <a:rPr lang="en-GB"/>
              <a:t>Read Only Memory</a:t>
            </a:r>
          </a:p>
          <a:p>
            <a:pPr algn="ctr"/>
            <a:r>
              <a:rPr lang="en-GB"/>
              <a:t>Volatile</a:t>
            </a:r>
          </a:p>
          <a:p>
            <a:pPr algn="ctr"/>
            <a:r>
              <a:rPr lang="en-GB"/>
              <a:t>Read from / Write to</a:t>
            </a:r>
          </a:p>
          <a:p>
            <a:pPr algn="ctr"/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19952C-9B18-B79C-4755-0B415DE4C11E}"/>
              </a:ext>
            </a:extLst>
          </p:cNvPr>
          <p:cNvSpPr txBox="1">
            <a:spLocks/>
          </p:cNvSpPr>
          <p:nvPr/>
        </p:nvSpPr>
        <p:spPr>
          <a:xfrm>
            <a:off x="1020466" y="809419"/>
            <a:ext cx="4865429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Challenge!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BB21F2F-D5F8-B670-2EBB-14F37ACFAFDA}"/>
              </a:ext>
            </a:extLst>
          </p:cNvPr>
          <p:cNvSpPr txBox="1">
            <a:spLocks/>
          </p:cNvSpPr>
          <p:nvPr/>
        </p:nvSpPr>
        <p:spPr>
          <a:xfrm>
            <a:off x="1020465" y="1359521"/>
            <a:ext cx="8299210" cy="31458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Below your table </a:t>
            </a:r>
            <a:r>
              <a:rPr lang="en-GB" sz="2000" b="1" dirty="0"/>
              <a:t>explain</a:t>
            </a:r>
            <a:r>
              <a:rPr lang="en-GB" sz="2000" b="1" i="1" dirty="0"/>
              <a:t> </a:t>
            </a:r>
            <a:r>
              <a:rPr lang="en-GB" sz="2000" dirty="0"/>
              <a:t>what reading and writing from memory means and how it is used. </a:t>
            </a:r>
          </a:p>
          <a:p>
            <a:pPr marL="0" indent="0">
              <a:buNone/>
            </a:pPr>
            <a:endParaRPr lang="en-GB" sz="2000" b="1" i="1" dirty="0"/>
          </a:p>
          <a:p>
            <a:pPr marL="0" indent="0">
              <a:buNone/>
            </a:pPr>
            <a:r>
              <a:rPr lang="en-GB" sz="2000" b="1" dirty="0"/>
              <a:t>	</a:t>
            </a:r>
            <a:r>
              <a:rPr lang="en-US" sz="2200" dirty="0"/>
              <a:t>When you explain, you're helping someone		   understand how or why something works.</a:t>
            </a:r>
            <a:endParaRPr lang="en-GB" sz="2200" b="1" i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pic>
        <p:nvPicPr>
          <p:cNvPr id="24" name="Lightbulb 1">
            <a:extLst>
              <a:ext uri="{FF2B5EF4-FFF2-40B4-BE49-F238E27FC236}">
                <a16:creationId xmlns:a16="http://schemas.microsoft.com/office/drawing/2014/main" id="{A80C8E8C-09AD-053C-1E61-E9429A3940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pic>
        <p:nvPicPr>
          <p:cNvPr id="25" name="Lightbulb 2">
            <a:extLst>
              <a:ext uri="{FF2B5EF4-FFF2-40B4-BE49-F238E27FC236}">
                <a16:creationId xmlns:a16="http://schemas.microsoft.com/office/drawing/2014/main" id="{90BD566C-102A-F372-785B-0E9F58DBCB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pic>
        <p:nvPicPr>
          <p:cNvPr id="2" name="Lightbulb 3">
            <a:extLst>
              <a:ext uri="{FF2B5EF4-FFF2-40B4-BE49-F238E27FC236}">
                <a16:creationId xmlns:a16="http://schemas.microsoft.com/office/drawing/2014/main" id="{22031B8E-9D2E-2C0C-24ED-4B40E49805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  <p:pic>
        <p:nvPicPr>
          <p:cNvPr id="2052" name="Picture 4" descr="Gears Clipart Cute and other clipart images on Cliparts pub™">
            <a:extLst>
              <a:ext uri="{FF2B5EF4-FFF2-40B4-BE49-F238E27FC236}">
                <a16:creationId xmlns:a16="http://schemas.microsoft.com/office/drawing/2014/main" id="{6515A854-EABA-B79E-74E2-F20EAD4FA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37" b="89903" l="10000" r="90000">
                        <a14:foregroundMark x1="32500" y1="8932" x2="32500" y2="8932"/>
                        <a14:foregroundMark x1="46167" y1="7184" x2="46167" y2="7184"/>
                        <a14:foregroundMark x1="31667" y1="5437" x2="32667" y2="12621"/>
                        <a14:foregroundMark x1="71167" y1="63107" x2="71167" y2="631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62" y="2314803"/>
            <a:ext cx="1322070" cy="113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9ED0CA-89FB-8FA3-90D3-E2A97A56173A}"/>
              </a:ext>
            </a:extLst>
          </p:cNvPr>
          <p:cNvSpPr txBox="1"/>
          <p:nvPr/>
        </p:nvSpPr>
        <p:spPr>
          <a:xfrm>
            <a:off x="2059940" y="3485766"/>
            <a:ext cx="70840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latin typeface="Daytona" panose="020B0604030500040204" pitchFamily="34" charset="0"/>
                <a:cs typeface="Segoe UI" panose="020B0502040204020203" pitchFamily="34" charset="0"/>
              </a:rPr>
              <a:t>Consider: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>
                <a:latin typeface="Daytona" panose="020B0604030500040204" pitchFamily="34" charset="0"/>
                <a:cs typeface="Segoe UI" panose="020B0502040204020203" pitchFamily="34" charset="0"/>
              </a:rPr>
              <a:t>What data might we want to change?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>
                <a:latin typeface="Daytona" panose="020B0604030500040204" pitchFamily="34" charset="0"/>
                <a:cs typeface="Segoe UI" panose="020B0502040204020203" pitchFamily="34" charset="0"/>
              </a:rPr>
              <a:t>Will reading change the data?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>
                <a:latin typeface="Daytona" panose="020B0604030500040204" pitchFamily="34" charset="0"/>
                <a:cs typeface="Segoe UI" panose="020B0502040204020203" pitchFamily="34" charset="0"/>
              </a:rPr>
              <a:t>What happens when you write to something?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>
                <a:latin typeface="Daytona" panose="020B0604030500040204" pitchFamily="34" charset="0"/>
                <a:cs typeface="Segoe UI" panose="020B0502040204020203" pitchFamily="34" charset="0"/>
              </a:rPr>
              <a:t>What could go wrong?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160281-818F-4EB6-4C9F-9628EF28ED9F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0D1E02-5A72-BBA8-E2DC-ABE4CFA70A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330800"/>
            <a:ext cx="1972906" cy="1088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4FDB6C-F986-CB29-9770-77CEE32D9D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11" y="1751187"/>
            <a:ext cx="1972906" cy="1144397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3C8846-2813-1A8F-ADF0-EE94C633EE19}"/>
              </a:ext>
            </a:extLst>
          </p:cNvPr>
          <p:cNvSpPr/>
          <p:nvPr/>
        </p:nvSpPr>
        <p:spPr>
          <a:xfrm>
            <a:off x="9762196" y="3226993"/>
            <a:ext cx="1847135" cy="963941"/>
          </a:xfrm>
          <a:prstGeom prst="roundRect">
            <a:avLst>
              <a:gd name="adj" fmla="val 777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Class Notebook</a:t>
            </a:r>
          </a:p>
        </p:txBody>
      </p:sp>
    </p:spTree>
    <p:extLst>
      <p:ext uri="{BB962C8B-B14F-4D97-AF65-F5344CB8AC3E}">
        <p14:creationId xmlns:p14="http://schemas.microsoft.com/office/powerpoint/2010/main" val="409416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ADB2CD83-A510-AB61-2057-FCAE4997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8.1 Lesson 2 - RAM &amp; ROM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A2CD6-7533-8E30-B176-E28CD08B6AE6}"/>
              </a:ext>
            </a:extLst>
          </p:cNvPr>
          <p:cNvSpPr/>
          <p:nvPr/>
        </p:nvSpPr>
        <p:spPr>
          <a:xfrm>
            <a:off x="9191625" y="0"/>
            <a:ext cx="3000375" cy="6485860"/>
          </a:xfrm>
          <a:prstGeom prst="rect">
            <a:avLst/>
          </a:prstGeom>
          <a:solidFill>
            <a:srgbClr val="FFF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Exit Questionning">
            <a:extLst>
              <a:ext uri="{FF2B5EF4-FFF2-40B4-BE49-F238E27FC236}">
                <a16:creationId xmlns:a16="http://schemas.microsoft.com/office/drawing/2014/main" id="{64F654AD-906A-9875-B6E7-6C052A693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520" y="404614"/>
            <a:ext cx="2238916" cy="1141626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1A2CCBF-9FBF-5273-87EA-B506EEC61A1F}"/>
              </a:ext>
            </a:extLst>
          </p:cNvPr>
          <p:cNvSpPr txBox="1">
            <a:spLocks/>
          </p:cNvSpPr>
          <p:nvPr/>
        </p:nvSpPr>
        <p:spPr>
          <a:xfrm>
            <a:off x="473140" y="791443"/>
            <a:ext cx="8528461" cy="48254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dirty="0">
                <a:latin typeface="Daytona" panose="020B0604030500040204" pitchFamily="34" charset="0"/>
              </a:rPr>
              <a:t>Lesson Objectives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GB" sz="2200" b="1" dirty="0">
                <a:latin typeface="Daytona" panose="020B0604030500040204" pitchFamily="34" charset="0"/>
              </a:rPr>
            </a:br>
            <a:endParaRPr lang="en-GB" sz="2200" b="1" dirty="0">
              <a:latin typeface="Daytona" panose="020B0604030500040204" pitchFamily="34" charset="0"/>
            </a:endParaRPr>
          </a:p>
        </p:txBody>
      </p:sp>
      <p:pic>
        <p:nvPicPr>
          <p:cNvPr id="17" name="Graphic 16" descr="Lightbulb and gear">
            <a:extLst>
              <a:ext uri="{FF2B5EF4-FFF2-40B4-BE49-F238E27FC236}">
                <a16:creationId xmlns:a16="http://schemas.microsoft.com/office/drawing/2014/main" id="{DC6E5D66-3F5F-63A6-F5B7-175BFF0C0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779" y="1360263"/>
            <a:ext cx="658851" cy="658851"/>
          </a:xfrm>
          <a:prstGeom prst="rect">
            <a:avLst/>
          </a:prstGeom>
        </p:spPr>
      </p:pic>
      <p:pic>
        <p:nvPicPr>
          <p:cNvPr id="19" name="Graphic 18" descr="Lightbulb and gear">
            <a:extLst>
              <a:ext uri="{FF2B5EF4-FFF2-40B4-BE49-F238E27FC236}">
                <a16:creationId xmlns:a16="http://schemas.microsoft.com/office/drawing/2014/main" id="{DAF2B4DE-5169-F7A9-1FC6-2A3CBFB31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141" y="2388454"/>
            <a:ext cx="658851" cy="658851"/>
          </a:xfrm>
          <a:prstGeom prst="rect">
            <a:avLst/>
          </a:prstGeom>
        </p:spPr>
      </p:pic>
      <p:pic>
        <p:nvPicPr>
          <p:cNvPr id="21" name="Graphic 20" descr="Lightbulb and gear">
            <a:extLst>
              <a:ext uri="{FF2B5EF4-FFF2-40B4-BE49-F238E27FC236}">
                <a16:creationId xmlns:a16="http://schemas.microsoft.com/office/drawing/2014/main" id="{B88D68FF-25AA-DAF3-6ADE-F3F7B447F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140" y="3413904"/>
            <a:ext cx="658851" cy="658851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E9F5DC9B-F0D6-E493-B6ED-C9193B032B53}"/>
              </a:ext>
            </a:extLst>
          </p:cNvPr>
          <p:cNvSpPr txBox="1">
            <a:spLocks/>
          </p:cNvSpPr>
          <p:nvPr/>
        </p:nvSpPr>
        <p:spPr>
          <a:xfrm>
            <a:off x="1240182" y="1402778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Identify </a:t>
            </a:r>
            <a:r>
              <a:rPr lang="en-US" sz="2200" dirty="0"/>
              <a:t>the key features of the RAM and ROM and their role in the computer system. 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95FCF989-68A0-F880-1739-39B684F15791}"/>
              </a:ext>
            </a:extLst>
          </p:cNvPr>
          <p:cNvSpPr txBox="1">
            <a:spLocks/>
          </p:cNvSpPr>
          <p:nvPr/>
        </p:nvSpPr>
        <p:spPr>
          <a:xfrm>
            <a:off x="1286991" y="2425266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Explain </a:t>
            </a:r>
            <a:r>
              <a:rPr lang="en-US" sz="2200" dirty="0">
                <a:solidFill>
                  <a:schemeClr val="tx1"/>
                </a:solidFill>
              </a:rPr>
              <a:t>the difference between the purpose of RAM and ROM.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3465E3A-C654-ED34-5B6E-4B36DD1BB41B}"/>
              </a:ext>
            </a:extLst>
          </p:cNvPr>
          <p:cNvSpPr txBox="1">
            <a:spLocks/>
          </p:cNvSpPr>
          <p:nvPr/>
        </p:nvSpPr>
        <p:spPr>
          <a:xfrm>
            <a:off x="1286991" y="3429000"/>
            <a:ext cx="7122177" cy="654060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A333A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Explain </a:t>
            </a:r>
            <a:r>
              <a:rPr lang="en-US" sz="2200" dirty="0">
                <a:solidFill>
                  <a:schemeClr val="tx1"/>
                </a:solidFill>
              </a:rPr>
              <a:t>what reading and writing from memory means and how it is used. </a:t>
            </a:r>
          </a:p>
        </p:txBody>
      </p:sp>
      <p:pic>
        <p:nvPicPr>
          <p:cNvPr id="51" name="Picture 50" descr="Just a Friendly Reminder you should be Receiving your W-2 Form">
            <a:extLst>
              <a:ext uri="{FF2B5EF4-FFF2-40B4-BE49-F238E27FC236}">
                <a16:creationId xmlns:a16="http://schemas.microsoft.com/office/drawing/2014/main" id="{81C634ED-08C3-1E46-50DE-8B194DF0FF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69" b="94705" l="9978" r="89686">
                        <a14:foregroundMark x1="43274" y1="8623" x2="44395" y2="15734"/>
                        <a14:foregroundMark x1="56951" y1="80635" x2="55045" y2="62784"/>
                        <a14:foregroundMark x1="48655" y1="87746" x2="48318" y2="72012"/>
                        <a14:foregroundMark x1="55942" y1="94705" x2="54484" y2="74130"/>
                        <a14:foregroundMark x1="60538" y1="90923" x2="59081" y2="74584"/>
                        <a14:foregroundMark x1="41816" y1="8169" x2="41816" y2="8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830"/>
          <a:stretch/>
        </p:blipFill>
        <p:spPr bwMode="auto">
          <a:xfrm rot="5400000">
            <a:off x="7207" y="4574953"/>
            <a:ext cx="1394036" cy="145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87CA9F5E-BAD4-5B46-BBB1-1568E14D1187}"/>
              </a:ext>
            </a:extLst>
          </p:cNvPr>
          <p:cNvSpPr txBox="1">
            <a:spLocks/>
          </p:cNvSpPr>
          <p:nvPr/>
        </p:nvSpPr>
        <p:spPr>
          <a:xfrm>
            <a:off x="1429966" y="4667506"/>
            <a:ext cx="8803759" cy="14334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Daytona"/>
                <a:cs typeface="Segoe UI"/>
              </a:rPr>
              <a:t>Reminders</a:t>
            </a:r>
            <a:r>
              <a:rPr lang="en-US" b="1" dirty="0">
                <a:latin typeface="Daytona"/>
                <a:cs typeface="Segoe UI"/>
              </a:rPr>
              <a:t> 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Daytona"/>
                <a:cs typeface="Segoe UI"/>
              </a:rPr>
              <a:t>    </a:t>
            </a:r>
            <a:r>
              <a:rPr lang="en-GB" sz="2200" dirty="0">
                <a:latin typeface="Daytona"/>
                <a:cs typeface="Segoe UI"/>
              </a:rPr>
              <a:t>Toilets &amp; Reception closed between lessons.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 dirty="0">
                <a:latin typeface="Daytona"/>
                <a:cs typeface="Segoe UI"/>
              </a:rPr>
              <a:t>    Self- Check your uniform.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 dirty="0"/>
              <a:t>    Arrive during the Do Now, you are late. 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B728443F-09EB-CB9A-DA53-11ECACEABB5C}"/>
              </a:ext>
            </a:extLst>
          </p:cNvPr>
          <p:cNvSpPr txBox="1">
            <a:spLocks/>
          </p:cNvSpPr>
          <p:nvPr/>
        </p:nvSpPr>
        <p:spPr>
          <a:xfrm>
            <a:off x="9439932" y="4712526"/>
            <a:ext cx="2343036" cy="12159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 dirty="0">
                <a:latin typeface="Daytona"/>
                <a:cs typeface="Segoe UI"/>
              </a:rPr>
              <a:t>Positive Note</a:t>
            </a: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200" dirty="0">
                <a:latin typeface="Daytona"/>
                <a:cs typeface="Segoe UI"/>
              </a:rPr>
              <a:t>Who has done well today?</a:t>
            </a:r>
            <a:endParaRPr lang="en-GB" dirty="0"/>
          </a:p>
        </p:txBody>
      </p:sp>
      <p:pic>
        <p:nvPicPr>
          <p:cNvPr id="57" name="Picture 8" descr="Glowing star Icon | Noto Emoji Travel &amp; Places Iconset | Google">
            <a:extLst>
              <a:ext uri="{FF2B5EF4-FFF2-40B4-BE49-F238E27FC236}">
                <a16:creationId xmlns:a16="http://schemas.microsoft.com/office/drawing/2014/main" id="{1ABF7C70-09AE-805D-939C-B030AE1A3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0798">
            <a:off x="8186711" y="4448237"/>
            <a:ext cx="1184173" cy="11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Lightbulb 1">
            <a:extLst>
              <a:ext uri="{FF2B5EF4-FFF2-40B4-BE49-F238E27FC236}">
                <a16:creationId xmlns:a16="http://schemas.microsoft.com/office/drawing/2014/main" id="{74729C50-6323-56AB-7743-BF4452344AB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521544" y="1278770"/>
            <a:ext cx="803082" cy="826936"/>
          </a:xfrm>
          <a:prstGeom prst="rect">
            <a:avLst/>
          </a:prstGeom>
        </p:spPr>
      </p:pic>
      <p:pic>
        <p:nvPicPr>
          <p:cNvPr id="3" name="Lightbulb 1">
            <a:extLst>
              <a:ext uri="{FF2B5EF4-FFF2-40B4-BE49-F238E27FC236}">
                <a16:creationId xmlns:a16="http://schemas.microsoft.com/office/drawing/2014/main" id="{B75B2098-1977-1537-EAED-154F0A62507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539263" y="2303284"/>
            <a:ext cx="803082" cy="826936"/>
          </a:xfrm>
          <a:prstGeom prst="rect">
            <a:avLst/>
          </a:prstGeom>
        </p:spPr>
      </p:pic>
      <p:pic>
        <p:nvPicPr>
          <p:cNvPr id="4" name="Lightbulb 1">
            <a:extLst>
              <a:ext uri="{FF2B5EF4-FFF2-40B4-BE49-F238E27FC236}">
                <a16:creationId xmlns:a16="http://schemas.microsoft.com/office/drawing/2014/main" id="{7639EB79-E150-D5FE-A00F-58EFA448CC3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535267" y="3321930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9a2e7fe-bc0c-4b13-852e-7324c743c5b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4D21B94-15D6-4D92-9C31-2F505E22F88A}" vid="{E97799A3-AA53-4A43-94F2-A52BE1F49A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F5C8DB6524E042920744FAE0E40E34" ma:contentTypeVersion="19" ma:contentTypeDescription="Create a new document." ma:contentTypeScope="" ma:versionID="1a05b7646520c25defa78206c1fbe74e">
  <xsd:schema xmlns:xsd="http://www.w3.org/2001/XMLSchema" xmlns:xs="http://www.w3.org/2001/XMLSchema" xmlns:p="http://schemas.microsoft.com/office/2006/metadata/properties" xmlns:ns2="bfe72cd4-5de8-44f3-bcb9-4e4b78d78579" xmlns:ns3="22f59333-07dd-4348-bbcd-8c36bc1bb6bd" targetNamespace="http://schemas.microsoft.com/office/2006/metadata/properties" ma:root="true" ma:fieldsID="d7cd5cbd3a93b5c46ea5b69b472b1e68" ns2:_="" ns3:_="">
    <xsd:import namespace="bfe72cd4-5de8-44f3-bcb9-4e4b78d78579"/>
    <xsd:import namespace="22f59333-07dd-4348-bbcd-8c36bc1bb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dateaccesse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72cd4-5de8-44f3-bcb9-4e4b78d78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8c75037-beba-46f7-960b-ede9acc496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accessed" ma:index="25" nillable="true" ma:displayName="dateaccessed" ma:format="DateOnly" ma:internalName="dateaccessed">
      <xsd:simpleType>
        <xsd:restriction base="dms:DateTim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59333-07dd-4348-bbcd-8c36bc1bb6b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6c9b8a4-5ab7-4e38-b4de-59c7e1d65cc3}" ma:internalName="TaxCatchAll" ma:showField="CatchAllData" ma:web="22f59333-07dd-4348-bbcd-8c36bc1bb6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f59333-07dd-4348-bbcd-8c36bc1bb6bd" xsi:nil="true"/>
    <lcf76f155ced4ddcb4097134ff3c332f xmlns="bfe72cd4-5de8-44f3-bcb9-4e4b78d78579">
      <Terms xmlns="http://schemas.microsoft.com/office/infopath/2007/PartnerControls"/>
    </lcf76f155ced4ddcb4097134ff3c332f>
    <dateaccessed xmlns="bfe72cd4-5de8-44f3-bcb9-4e4b78d78579" xsi:nil="true"/>
  </documentManagement>
</p:properties>
</file>

<file path=customXml/itemProps1.xml><?xml version="1.0" encoding="utf-8"?>
<ds:datastoreItem xmlns:ds="http://schemas.openxmlformats.org/officeDocument/2006/customXml" ds:itemID="{2804DDFB-CB6D-4488-91CB-5CF62F09AC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72cd4-5de8-44f3-bcb9-4e4b78d78579"/>
    <ds:schemaRef ds:uri="22f59333-07dd-4348-bbcd-8c36bc1bb6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1C5F79-FBCA-4F46-A1D7-BC99FE0F32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9CC6F5-B8E3-43F9-8A87-0F870821AA79}">
  <ds:schemaRefs>
    <ds:schemaRef ds:uri="22f59333-07dd-4348-bbcd-8c36bc1bb6bd"/>
    <ds:schemaRef ds:uri="401213bc-cf33-4e82-9359-cd35485a38d2"/>
    <ds:schemaRef ds:uri="aeaad743-c813-4b01-b7d5-36368adb10b7"/>
    <ds:schemaRef ds:uri="bfe72cd4-5de8-44f3-bcb9-4e4b78d785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KS3 Template</Template>
  <TotalTime>253</TotalTime>
  <Words>1431</Words>
  <Application>Microsoft Office PowerPoint</Application>
  <PresentationFormat>Widescreen</PresentationFormat>
  <Paragraphs>252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Avenir Next LT Pro</vt:lpstr>
      <vt:lpstr>Calibri</vt:lpstr>
      <vt:lpstr>Cantarell</vt:lpstr>
      <vt:lpstr>Century Gothic</vt:lpstr>
      <vt:lpstr>Corbel Light</vt:lpstr>
      <vt:lpstr>Daytona</vt:lpstr>
      <vt:lpstr>Office Theme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  <vt:lpstr>8.1 Lesson 2 - RAM &amp; ROM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7.1.1 Introducing Computing</dc:title>
  <dc:creator>Amy Peebles</dc:creator>
  <cp:lastModifiedBy>Amy Peebles</cp:lastModifiedBy>
  <cp:revision>1</cp:revision>
  <dcterms:created xsi:type="dcterms:W3CDTF">2022-02-21T16:28:15Z</dcterms:created>
  <dcterms:modified xsi:type="dcterms:W3CDTF">2026-09-22T09:07:44Z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0x01010053F5C8DB6524E042920744FAE0E40E34</vt:lpwstr>
  </property>
  <property fmtid="{D5CDD505-2E9C-101B-9397-08002B2CF9AE}" pid="3" name="Order">
    <vt:r8>8700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