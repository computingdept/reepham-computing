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93" r:id="rId5"/>
    <p:sldId id="294" r:id="rId6"/>
    <p:sldId id="295" r:id="rId7"/>
    <p:sldId id="303" r:id="rId8"/>
    <p:sldId id="296" r:id="rId9"/>
    <p:sldId id="297" r:id="rId10"/>
    <p:sldId id="298" r:id="rId11"/>
    <p:sldId id="299" r:id="rId12"/>
    <p:sldId id="300" r:id="rId13"/>
    <p:sldId id="301" r:id="rId14"/>
    <p:sldId id="302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8D5"/>
    <a:srgbClr val="FDFAD4"/>
    <a:srgbClr val="C1D9D1"/>
    <a:srgbClr val="9CC1B5"/>
    <a:srgbClr val="FFFFCC"/>
    <a:srgbClr val="006A4C"/>
    <a:srgbClr val="6A587A"/>
    <a:srgbClr val="7F6A93"/>
    <a:srgbClr val="3E003E"/>
    <a:srgbClr val="DAE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39ECF3-F7C7-408A-B6D1-385F2238C638}" v="1" dt="2026-09-09T12:14:22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99" autoAdjust="0"/>
    <p:restoredTop sz="94660"/>
  </p:normalViewPr>
  <p:slideViewPr>
    <p:cSldViewPr snapToGrid="0">
      <p:cViewPr varScale="1">
        <p:scale>
          <a:sx n="82" d="100"/>
          <a:sy n="82" d="100"/>
        </p:scale>
        <p:origin x="44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y Peebles" userId="55df9692-3791-40ae-bd44-2b55daecbb6e" providerId="ADAL" clId="{959324A1-24E3-4513-8839-054B18CD0E87}"/>
    <pc:docChg chg="undo custSel addSld modSld sldOrd modMainMaster">
      <pc:chgData name="Amy Peebles" userId="55df9692-3791-40ae-bd44-2b55daecbb6e" providerId="ADAL" clId="{959324A1-24E3-4513-8839-054B18CD0E87}" dt="2026-09-05T09:18:21.588" v="180" actId="1076"/>
      <pc:docMkLst>
        <pc:docMk/>
      </pc:docMkLst>
      <pc:sldChg chg="addSp delSp modSp add mod ord setBg">
        <pc:chgData name="Amy Peebles" userId="55df9692-3791-40ae-bd44-2b55daecbb6e" providerId="ADAL" clId="{959324A1-24E3-4513-8839-054B18CD0E87}" dt="2026-09-02T20:32:50.258" v="34"/>
        <pc:sldMkLst>
          <pc:docMk/>
          <pc:sldMk cId="3406734976" sldId="293"/>
        </pc:sldMkLst>
        <pc:picChg chg="add mod">
          <ac:chgData name="Amy Peebles" userId="55df9692-3791-40ae-bd44-2b55daecbb6e" providerId="ADAL" clId="{959324A1-24E3-4513-8839-054B18CD0E87}" dt="2026-09-02T20:32:40.886" v="32" actId="14100"/>
          <ac:picMkLst>
            <pc:docMk/>
            <pc:sldMk cId="3406734976" sldId="293"/>
            <ac:picMk id="5" creationId="{31FC3789-E759-CB24-5D2A-95014428EB09}"/>
          </ac:picMkLst>
        </pc:picChg>
      </pc:sldChg>
      <pc:sldChg chg="add ord setBg">
        <pc:chgData name="Amy Peebles" userId="55df9692-3791-40ae-bd44-2b55daecbb6e" providerId="ADAL" clId="{959324A1-24E3-4513-8839-054B18CD0E87}" dt="2026-09-02T20:33:00.143" v="36"/>
        <pc:sldMkLst>
          <pc:docMk/>
          <pc:sldMk cId="127326496" sldId="294"/>
        </pc:sldMkLst>
      </pc:sldChg>
      <pc:sldChg chg="addSp delSp modSp add mod ord">
        <pc:chgData name="Amy Peebles" userId="55df9692-3791-40ae-bd44-2b55daecbb6e" providerId="ADAL" clId="{959324A1-24E3-4513-8839-054B18CD0E87}" dt="2026-09-05T09:17:41.388" v="175" actId="20577"/>
        <pc:sldMkLst>
          <pc:docMk/>
          <pc:sldMk cId="3910964302" sldId="295"/>
        </pc:sldMkLst>
        <pc:spChg chg="mod">
          <ac:chgData name="Amy Peebles" userId="55df9692-3791-40ae-bd44-2b55daecbb6e" providerId="ADAL" clId="{959324A1-24E3-4513-8839-054B18CD0E87}" dt="2026-09-05T09:17:41.388" v="175" actId="20577"/>
          <ac:spMkLst>
            <pc:docMk/>
            <pc:sldMk cId="3910964302" sldId="295"/>
            <ac:spMk id="2" creationId="{338E1C45-7563-A0A1-15E5-94EA258E9D71}"/>
          </ac:spMkLst>
        </pc:spChg>
        <pc:spChg chg="mod">
          <ac:chgData name="Amy Peebles" userId="55df9692-3791-40ae-bd44-2b55daecbb6e" providerId="ADAL" clId="{959324A1-24E3-4513-8839-054B18CD0E87}" dt="2026-09-02T20:31:45.599" v="3"/>
          <ac:spMkLst>
            <pc:docMk/>
            <pc:sldMk cId="3910964302" sldId="295"/>
            <ac:spMk id="3" creationId="{555604B9-6B47-6A3C-7CF8-34598330D5C0}"/>
          </ac:spMkLst>
        </pc:spChg>
        <pc:picChg chg="add mod">
          <ac:chgData name="Amy Peebles" userId="55df9692-3791-40ae-bd44-2b55daecbb6e" providerId="ADAL" clId="{959324A1-24E3-4513-8839-054B18CD0E87}" dt="2026-09-02T20:34:37.299" v="40" actId="14100"/>
          <ac:picMkLst>
            <pc:docMk/>
            <pc:sldMk cId="3910964302" sldId="295"/>
            <ac:picMk id="5" creationId="{9E9D8B6C-3A25-6EEF-950E-74820A035C06}"/>
          </ac:picMkLst>
        </pc:picChg>
      </pc:sldChg>
      <pc:sldChg chg="modSp add ord">
        <pc:chgData name="Amy Peebles" userId="55df9692-3791-40ae-bd44-2b55daecbb6e" providerId="ADAL" clId="{959324A1-24E3-4513-8839-054B18CD0E87}" dt="2026-09-05T09:17:50.566" v="177"/>
        <pc:sldMkLst>
          <pc:docMk/>
          <pc:sldMk cId="4124781527" sldId="296"/>
        </pc:sldMkLst>
        <pc:spChg chg="mod">
          <ac:chgData name="Amy Peebles" userId="55df9692-3791-40ae-bd44-2b55daecbb6e" providerId="ADAL" clId="{959324A1-24E3-4513-8839-054B18CD0E87}" dt="2026-09-05T09:17:50.566" v="177"/>
          <ac:spMkLst>
            <pc:docMk/>
            <pc:sldMk cId="4124781527" sldId="296"/>
            <ac:spMk id="2" creationId="{C2371977-2D9B-212C-21C2-8D0AA29D434A}"/>
          </ac:spMkLst>
        </pc:spChg>
      </pc:sldChg>
      <pc:sldChg chg="modSp add ord">
        <pc:chgData name="Amy Peebles" userId="55df9692-3791-40ae-bd44-2b55daecbb6e" providerId="ADAL" clId="{959324A1-24E3-4513-8839-054B18CD0E87}" dt="2026-09-02T20:31:45.599" v="3"/>
        <pc:sldMkLst>
          <pc:docMk/>
          <pc:sldMk cId="2244400041" sldId="297"/>
        </pc:sldMkLst>
        <pc:spChg chg="mod">
          <ac:chgData name="Amy Peebles" userId="55df9692-3791-40ae-bd44-2b55daecbb6e" providerId="ADAL" clId="{959324A1-24E3-4513-8839-054B18CD0E87}" dt="2026-09-02T20:31:45.599" v="3"/>
          <ac:spMkLst>
            <pc:docMk/>
            <pc:sldMk cId="2244400041" sldId="297"/>
            <ac:spMk id="3" creationId="{555604B9-6B47-6A3C-7CF8-34598330D5C0}"/>
          </ac:spMkLst>
        </pc:spChg>
      </pc:sldChg>
      <pc:sldChg chg="modSp add mod ord">
        <pc:chgData name="Amy Peebles" userId="55df9692-3791-40ae-bd44-2b55daecbb6e" providerId="ADAL" clId="{959324A1-24E3-4513-8839-054B18CD0E87}" dt="2026-09-05T09:18:21.588" v="180" actId="1076"/>
        <pc:sldMkLst>
          <pc:docMk/>
          <pc:sldMk cId="312846470" sldId="298"/>
        </pc:sldMkLst>
        <pc:spChg chg="mod">
          <ac:chgData name="Amy Peebles" userId="55df9692-3791-40ae-bd44-2b55daecbb6e" providerId="ADAL" clId="{959324A1-24E3-4513-8839-054B18CD0E87}" dt="2026-09-05T09:17:47.684" v="176"/>
          <ac:spMkLst>
            <pc:docMk/>
            <pc:sldMk cId="312846470" sldId="298"/>
            <ac:spMk id="2" creationId="{B656ECB4-ABEA-AD1C-BD10-3A4A93393BEB}"/>
          </ac:spMkLst>
        </pc:spChg>
        <pc:spChg chg="mod">
          <ac:chgData name="Amy Peebles" userId="55df9692-3791-40ae-bd44-2b55daecbb6e" providerId="ADAL" clId="{959324A1-24E3-4513-8839-054B18CD0E87}" dt="2026-09-02T20:31:45.599" v="3"/>
          <ac:spMkLst>
            <pc:docMk/>
            <pc:sldMk cId="312846470" sldId="298"/>
            <ac:spMk id="3" creationId="{B3E93A55-FB93-9206-499D-896821703B57}"/>
          </ac:spMkLst>
        </pc:spChg>
        <pc:spChg chg="mod">
          <ac:chgData name="Amy Peebles" userId="55df9692-3791-40ae-bd44-2b55daecbb6e" providerId="ADAL" clId="{959324A1-24E3-4513-8839-054B18CD0E87}" dt="2026-09-05T09:18:21.588" v="180" actId="1076"/>
          <ac:spMkLst>
            <pc:docMk/>
            <pc:sldMk cId="312846470" sldId="298"/>
            <ac:spMk id="12" creationId="{AF8A939C-F12E-ADE3-DDF2-020F318A5167}"/>
          </ac:spMkLst>
        </pc:spChg>
        <pc:picChg chg="mod">
          <ac:chgData name="Amy Peebles" userId="55df9692-3791-40ae-bd44-2b55daecbb6e" providerId="ADAL" clId="{959324A1-24E3-4513-8839-054B18CD0E87}" dt="2026-09-05T09:18:21.588" v="180" actId="1076"/>
          <ac:picMkLst>
            <pc:docMk/>
            <pc:sldMk cId="312846470" sldId="298"/>
            <ac:picMk id="13" creationId="{36EAEADF-CC2D-00AE-C9EB-67549E60564D}"/>
          </ac:picMkLst>
        </pc:picChg>
      </pc:sldChg>
      <pc:sldChg chg="modSp add ord">
        <pc:chgData name="Amy Peebles" userId="55df9692-3791-40ae-bd44-2b55daecbb6e" providerId="ADAL" clId="{959324A1-24E3-4513-8839-054B18CD0E87}" dt="2026-09-02T20:31:45.599" v="3"/>
        <pc:sldMkLst>
          <pc:docMk/>
          <pc:sldMk cId="1583290055" sldId="299"/>
        </pc:sldMkLst>
        <pc:spChg chg="mod">
          <ac:chgData name="Amy Peebles" userId="55df9692-3791-40ae-bd44-2b55daecbb6e" providerId="ADAL" clId="{959324A1-24E3-4513-8839-054B18CD0E87}" dt="2026-09-02T20:31:45.599" v="3"/>
          <ac:spMkLst>
            <pc:docMk/>
            <pc:sldMk cId="1583290055" sldId="299"/>
            <ac:spMk id="3" creationId="{555604B9-6B47-6A3C-7CF8-34598330D5C0}"/>
          </ac:spMkLst>
        </pc:spChg>
        <pc:spChg chg="mod">
          <ac:chgData name="Amy Peebles" userId="55df9692-3791-40ae-bd44-2b55daecbb6e" providerId="ADAL" clId="{959324A1-24E3-4513-8839-054B18CD0E87}" dt="2026-09-02T20:31:45.599" v="3"/>
          <ac:spMkLst>
            <pc:docMk/>
            <pc:sldMk cId="1583290055" sldId="299"/>
            <ac:spMk id="9" creationId="{8158E5D0-93F9-84FB-6BC4-B79D024CBDED}"/>
          </ac:spMkLst>
        </pc:spChg>
      </pc:sldChg>
      <pc:sldChg chg="modSp add ord">
        <pc:chgData name="Amy Peebles" userId="55df9692-3791-40ae-bd44-2b55daecbb6e" providerId="ADAL" clId="{959324A1-24E3-4513-8839-054B18CD0E87}" dt="2026-09-02T20:31:45.599" v="3"/>
        <pc:sldMkLst>
          <pc:docMk/>
          <pc:sldMk cId="1367773304" sldId="300"/>
        </pc:sldMkLst>
        <pc:spChg chg="mod">
          <ac:chgData name="Amy Peebles" userId="55df9692-3791-40ae-bd44-2b55daecbb6e" providerId="ADAL" clId="{959324A1-24E3-4513-8839-054B18CD0E87}" dt="2026-09-02T20:31:45.599" v="3"/>
          <ac:spMkLst>
            <pc:docMk/>
            <pc:sldMk cId="1367773304" sldId="300"/>
            <ac:spMk id="3" creationId="{555604B9-6B47-6A3C-7CF8-34598330D5C0}"/>
          </ac:spMkLst>
        </pc:spChg>
        <pc:spChg chg="mod">
          <ac:chgData name="Amy Peebles" userId="55df9692-3791-40ae-bd44-2b55daecbb6e" providerId="ADAL" clId="{959324A1-24E3-4513-8839-054B18CD0E87}" dt="2026-09-02T20:31:45.599" v="3"/>
          <ac:spMkLst>
            <pc:docMk/>
            <pc:sldMk cId="1367773304" sldId="300"/>
            <ac:spMk id="9" creationId="{8158E5D0-93F9-84FB-6BC4-B79D024CBDED}"/>
          </ac:spMkLst>
        </pc:spChg>
      </pc:sldChg>
      <pc:sldChg chg="modSp add ord">
        <pc:chgData name="Amy Peebles" userId="55df9692-3791-40ae-bd44-2b55daecbb6e" providerId="ADAL" clId="{959324A1-24E3-4513-8839-054B18CD0E87}" dt="2026-09-02T20:31:45.599" v="3"/>
        <pc:sldMkLst>
          <pc:docMk/>
          <pc:sldMk cId="802366586" sldId="301"/>
        </pc:sldMkLst>
        <pc:spChg chg="mod">
          <ac:chgData name="Amy Peebles" userId="55df9692-3791-40ae-bd44-2b55daecbb6e" providerId="ADAL" clId="{959324A1-24E3-4513-8839-054B18CD0E87}" dt="2026-09-02T20:31:45.599" v="3"/>
          <ac:spMkLst>
            <pc:docMk/>
            <pc:sldMk cId="802366586" sldId="301"/>
            <ac:spMk id="3" creationId="{555604B9-6B47-6A3C-7CF8-34598330D5C0}"/>
          </ac:spMkLst>
        </pc:spChg>
      </pc:sldChg>
      <pc:sldChg chg="modSp add ord">
        <pc:chgData name="Amy Peebles" userId="55df9692-3791-40ae-bd44-2b55daecbb6e" providerId="ADAL" clId="{959324A1-24E3-4513-8839-054B18CD0E87}" dt="2026-09-02T20:31:45.599" v="3"/>
        <pc:sldMkLst>
          <pc:docMk/>
          <pc:sldMk cId="2918002264" sldId="302"/>
        </pc:sldMkLst>
        <pc:spChg chg="mod">
          <ac:chgData name="Amy Peebles" userId="55df9692-3791-40ae-bd44-2b55daecbb6e" providerId="ADAL" clId="{959324A1-24E3-4513-8839-054B18CD0E87}" dt="2026-09-02T20:31:45.599" v="3"/>
          <ac:spMkLst>
            <pc:docMk/>
            <pc:sldMk cId="2918002264" sldId="302"/>
            <ac:spMk id="7" creationId="{A0DBA413-FD07-4FC7-8F41-7770927D4CEE}"/>
          </ac:spMkLst>
        </pc:spChg>
      </pc:sldChg>
      <pc:sldChg chg="addSp delSp modSp add mod delAnim">
        <pc:chgData name="Amy Peebles" userId="55df9692-3791-40ae-bd44-2b55daecbb6e" providerId="ADAL" clId="{959324A1-24E3-4513-8839-054B18CD0E87}" dt="2026-09-02T20:44:18.796" v="98" actId="113"/>
        <pc:sldMkLst>
          <pc:docMk/>
          <pc:sldMk cId="1623415430" sldId="303"/>
        </pc:sldMkLst>
        <pc:spChg chg="mod">
          <ac:chgData name="Amy Peebles" userId="55df9692-3791-40ae-bd44-2b55daecbb6e" providerId="ADAL" clId="{959324A1-24E3-4513-8839-054B18CD0E87}" dt="2026-09-02T20:43:23.681" v="69"/>
          <ac:spMkLst>
            <pc:docMk/>
            <pc:sldMk cId="1623415430" sldId="303"/>
            <ac:spMk id="2" creationId="{3BBC80E9-CA44-D905-3862-01DC9E972532}"/>
          </ac:spMkLst>
        </pc:spChg>
        <pc:spChg chg="add mod">
          <ac:chgData name="Amy Peebles" userId="55df9692-3791-40ae-bd44-2b55daecbb6e" providerId="ADAL" clId="{959324A1-24E3-4513-8839-054B18CD0E87}" dt="2026-09-02T20:43:42.810" v="74" actId="1076"/>
          <ac:spMkLst>
            <pc:docMk/>
            <pc:sldMk cId="1623415430" sldId="303"/>
            <ac:spMk id="6" creationId="{50E8F3BA-511C-E796-7CE7-8C7FE92A8587}"/>
          </ac:spMkLst>
        </pc:spChg>
        <pc:spChg chg="add mod">
          <ac:chgData name="Amy Peebles" userId="55df9692-3791-40ae-bd44-2b55daecbb6e" providerId="ADAL" clId="{959324A1-24E3-4513-8839-054B18CD0E87}" dt="2026-09-02T20:44:18.796" v="98" actId="113"/>
          <ac:spMkLst>
            <pc:docMk/>
            <pc:sldMk cId="1623415430" sldId="303"/>
            <ac:spMk id="8" creationId="{13DB92B6-33B1-A8A7-A893-D7DEC2843C04}"/>
          </ac:spMkLst>
        </pc:spChg>
      </pc:sldChg>
      <pc:sldMasterChg chg="setBg modSldLayout">
        <pc:chgData name="Amy Peebles" userId="55df9692-3791-40ae-bd44-2b55daecbb6e" providerId="ADAL" clId="{959324A1-24E3-4513-8839-054B18CD0E87}" dt="2026-09-02T20:33:00.143" v="36"/>
        <pc:sldMasterMkLst>
          <pc:docMk/>
          <pc:sldMasterMk cId="2460954070" sldId="2147483660"/>
        </pc:sldMasterMkLst>
        <pc:sldLayoutChg chg="setBg">
          <pc:chgData name="Amy Peebles" userId="55df9692-3791-40ae-bd44-2b55daecbb6e" providerId="ADAL" clId="{959324A1-24E3-4513-8839-054B18CD0E87}" dt="2026-09-02T20:33:00.143" v="36"/>
          <pc:sldLayoutMkLst>
            <pc:docMk/>
            <pc:sldMasterMk cId="2460954070" sldId="2147483660"/>
            <pc:sldLayoutMk cId="2385387890" sldId="2147483661"/>
          </pc:sldLayoutMkLst>
        </pc:sldLayoutChg>
        <pc:sldLayoutChg chg="setBg">
          <pc:chgData name="Amy Peebles" userId="55df9692-3791-40ae-bd44-2b55daecbb6e" providerId="ADAL" clId="{959324A1-24E3-4513-8839-054B18CD0E87}" dt="2026-09-02T20:33:00.143" v="36"/>
          <pc:sldLayoutMkLst>
            <pc:docMk/>
            <pc:sldMasterMk cId="2460954070" sldId="2147483660"/>
            <pc:sldLayoutMk cId="1248076482" sldId="2147483662"/>
          </pc:sldLayoutMkLst>
        </pc:sldLayoutChg>
        <pc:sldLayoutChg chg="setBg">
          <pc:chgData name="Amy Peebles" userId="55df9692-3791-40ae-bd44-2b55daecbb6e" providerId="ADAL" clId="{959324A1-24E3-4513-8839-054B18CD0E87}" dt="2026-09-02T20:33:00.143" v="36"/>
          <pc:sldLayoutMkLst>
            <pc:docMk/>
            <pc:sldMasterMk cId="2460954070" sldId="2147483660"/>
            <pc:sldLayoutMk cId="1139035286" sldId="2147483663"/>
          </pc:sldLayoutMkLst>
        </pc:sldLayoutChg>
        <pc:sldLayoutChg chg="setBg">
          <pc:chgData name="Amy Peebles" userId="55df9692-3791-40ae-bd44-2b55daecbb6e" providerId="ADAL" clId="{959324A1-24E3-4513-8839-054B18CD0E87}" dt="2026-09-02T20:33:00.143" v="36"/>
          <pc:sldLayoutMkLst>
            <pc:docMk/>
            <pc:sldMasterMk cId="2460954070" sldId="2147483660"/>
            <pc:sldLayoutMk cId="4135159618" sldId="2147483664"/>
          </pc:sldLayoutMkLst>
        </pc:sldLayoutChg>
        <pc:sldLayoutChg chg="setBg">
          <pc:chgData name="Amy Peebles" userId="55df9692-3791-40ae-bd44-2b55daecbb6e" providerId="ADAL" clId="{959324A1-24E3-4513-8839-054B18CD0E87}" dt="2026-09-02T20:33:00.143" v="36"/>
          <pc:sldLayoutMkLst>
            <pc:docMk/>
            <pc:sldMasterMk cId="2460954070" sldId="2147483660"/>
            <pc:sldLayoutMk cId="3450157072" sldId="2147483665"/>
          </pc:sldLayoutMkLst>
        </pc:sldLayoutChg>
        <pc:sldLayoutChg chg="setBg">
          <pc:chgData name="Amy Peebles" userId="55df9692-3791-40ae-bd44-2b55daecbb6e" providerId="ADAL" clId="{959324A1-24E3-4513-8839-054B18CD0E87}" dt="2026-09-02T20:33:00.143" v="36"/>
          <pc:sldLayoutMkLst>
            <pc:docMk/>
            <pc:sldMasterMk cId="2460954070" sldId="2147483660"/>
            <pc:sldLayoutMk cId="110317824" sldId="2147483666"/>
          </pc:sldLayoutMkLst>
        </pc:sldLayoutChg>
      </pc:sldMasterChg>
    </pc:docChg>
  </pc:docChgLst>
  <pc:docChgLst>
    <pc:chgData name="Jerome Thompson" userId="4f107d6c-b8c4-4a9a-838b-373d44ae3199" providerId="ADAL" clId="{930666A5-891E-4DD5-A107-F13CDF70D1A2}"/>
    <pc:docChg chg="modSld">
      <pc:chgData name="Jerome Thompson" userId="4f107d6c-b8c4-4a9a-838b-373d44ae3199" providerId="ADAL" clId="{930666A5-891E-4DD5-A107-F13CDF70D1A2}" dt="2026-09-09T12:14:22.239" v="0"/>
      <pc:docMkLst>
        <pc:docMk/>
      </pc:docMkLst>
      <pc:sldChg chg="modSp">
        <pc:chgData name="Jerome Thompson" userId="4f107d6c-b8c4-4a9a-838b-373d44ae3199" providerId="ADAL" clId="{930666A5-891E-4DD5-A107-F13CDF70D1A2}" dt="2026-09-09T12:14:22.239" v="0"/>
        <pc:sldMkLst>
          <pc:docMk/>
          <pc:sldMk cId="1367773304" sldId="300"/>
        </pc:sldMkLst>
        <pc:graphicFrameChg chg="mod">
          <ac:chgData name="Jerome Thompson" userId="4f107d6c-b8c4-4a9a-838b-373d44ae3199" providerId="ADAL" clId="{930666A5-891E-4DD5-A107-F13CDF70D1A2}" dt="2026-09-09T12:14:22.239" v="0"/>
          <ac:graphicFrameMkLst>
            <pc:docMk/>
            <pc:sldMk cId="1367773304" sldId="300"/>
            <ac:graphicFrameMk id="2" creationId="{63FC0F30-7883-9466-D810-B2F6AE0D7E21}"/>
          </ac:graphicFrameMkLst>
        </pc:graphicFrameChg>
      </pc:sldChg>
    </pc:docChg>
  </pc:docChgLst>
  <pc:docChgLst>
    <pc:chgData name="Amy Peebles" userId="55df9692-3791-40ae-bd44-2b55daecbb6e" providerId="ADAL" clId="{AD7B0AA9-79D7-48EA-9628-4791FFC8E1B8}"/>
    <pc:docChg chg="custSel delSld modSld sldOrd">
      <pc:chgData name="Amy Peebles" userId="55df9692-3791-40ae-bd44-2b55daecbb6e" providerId="ADAL" clId="{AD7B0AA9-79D7-48EA-9628-4791FFC8E1B8}" dt="2026-09-07T10:12:57.967" v="40"/>
      <pc:docMkLst>
        <pc:docMk/>
      </pc:docMkLst>
      <pc:sldChg chg="addSp delSp modSp mod ord modAnim">
        <pc:chgData name="Amy Peebles" userId="55df9692-3791-40ae-bd44-2b55daecbb6e" providerId="ADAL" clId="{AD7B0AA9-79D7-48EA-9628-4791FFC8E1B8}" dt="2026-09-03T11:52:12.535" v="37" actId="14100"/>
        <pc:sldMkLst>
          <pc:docMk/>
          <pc:sldMk cId="4124781527" sldId="296"/>
        </pc:sldMkLst>
        <pc:spChg chg="add mod">
          <ac:chgData name="Amy Peebles" userId="55df9692-3791-40ae-bd44-2b55daecbb6e" providerId="ADAL" clId="{AD7B0AA9-79D7-48EA-9628-4791FFC8E1B8}" dt="2026-09-03T11:52:05.015" v="34"/>
          <ac:spMkLst>
            <pc:docMk/>
            <pc:sldMk cId="4124781527" sldId="296"/>
            <ac:spMk id="10" creationId="{7BEBACF3-476C-EC32-02D5-370B81098BBC}"/>
          </ac:spMkLst>
        </pc:spChg>
        <pc:picChg chg="add mod">
          <ac:chgData name="Amy Peebles" userId="55df9692-3791-40ae-bd44-2b55daecbb6e" providerId="ADAL" clId="{AD7B0AA9-79D7-48EA-9628-4791FFC8E1B8}" dt="2026-09-03T11:52:12.535" v="37" actId="14100"/>
          <ac:picMkLst>
            <pc:docMk/>
            <pc:sldMk cId="4124781527" sldId="296"/>
            <ac:picMk id="7" creationId="{20B8C40D-C428-5211-ABD4-75A7CCEEF06E}"/>
          </ac:picMkLst>
        </pc:picChg>
      </pc:sldChg>
      <pc:sldChg chg="modAnim">
        <pc:chgData name="Amy Peebles" userId="55df9692-3791-40ae-bd44-2b55daecbb6e" providerId="ADAL" clId="{AD7B0AA9-79D7-48EA-9628-4791FFC8E1B8}" dt="2026-09-03T11:47:20.014" v="15"/>
        <pc:sldMkLst>
          <pc:docMk/>
          <pc:sldMk cId="312846470" sldId="298"/>
        </pc:sldMkLst>
      </pc:sldChg>
      <pc:sldChg chg="modSp">
        <pc:chgData name="Amy Peebles" userId="55df9692-3791-40ae-bd44-2b55daecbb6e" providerId="ADAL" clId="{AD7B0AA9-79D7-48EA-9628-4791FFC8E1B8}" dt="2026-09-07T10:12:57.967" v="40"/>
        <pc:sldMkLst>
          <pc:docMk/>
          <pc:sldMk cId="1367773304" sldId="300"/>
        </pc:sldMkLst>
        <pc:graphicFrameChg chg="mod">
          <ac:chgData name="Amy Peebles" userId="55df9692-3791-40ae-bd44-2b55daecbb6e" providerId="ADAL" clId="{AD7B0AA9-79D7-48EA-9628-4791FFC8E1B8}" dt="2026-09-07T10:12:57.967" v="40"/>
          <ac:graphicFrameMkLst>
            <pc:docMk/>
            <pc:sldMk cId="1367773304" sldId="300"/>
            <ac:graphicFrameMk id="2" creationId="{63FC0F30-7883-9466-D810-B2F6AE0D7E21}"/>
          </ac:graphicFrameMkLst>
        </pc:graphicFrameChg>
      </pc:sldChg>
      <pc:sldChg chg="modSp mod modAnim">
        <pc:chgData name="Amy Peebles" userId="55df9692-3791-40ae-bd44-2b55daecbb6e" providerId="ADAL" clId="{AD7B0AA9-79D7-48EA-9628-4791FFC8E1B8}" dt="2026-09-03T11:38:34.875" v="9"/>
        <pc:sldMkLst>
          <pc:docMk/>
          <pc:sldMk cId="1623415430" sldId="303"/>
        </pc:sldMkLst>
        <pc:spChg chg="mod">
          <ac:chgData name="Amy Peebles" userId="55df9692-3791-40ae-bd44-2b55daecbb6e" providerId="ADAL" clId="{AD7B0AA9-79D7-48EA-9628-4791FFC8E1B8}" dt="2026-09-03T11:38:15.144" v="4" actId="1076"/>
          <ac:spMkLst>
            <pc:docMk/>
            <pc:sldMk cId="1623415430" sldId="303"/>
            <ac:spMk id="6" creationId="{50E8F3BA-511C-E796-7CE7-8C7FE92A8587}"/>
          </ac:spMkLst>
        </pc:spChg>
        <pc:spChg chg="mod">
          <ac:chgData name="Amy Peebles" userId="55df9692-3791-40ae-bd44-2b55daecbb6e" providerId="ADAL" clId="{AD7B0AA9-79D7-48EA-9628-4791FFC8E1B8}" dt="2026-09-03T11:38:18.704" v="5" actId="1076"/>
          <ac:spMkLst>
            <pc:docMk/>
            <pc:sldMk cId="1623415430" sldId="303"/>
            <ac:spMk id="8" creationId="{13DB92B6-33B1-A8A7-A893-D7DEC2843C0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55C777-F955-4B11-85EF-033529863E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F2B2F-A92E-46B4-9E15-A6A9D365FD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4B104-792C-4978-B6A9-07FC550E311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DE689-54D7-4E87-8D1F-B6298DD008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2D16D-3B6B-4CA1-977B-687D4D741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CB57C-B10F-4871-A4D3-586A13C53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13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16758-EAD6-4A71-A8FD-CCC27153C41D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04024-520A-4FA2-A6CD-537239085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30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84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17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uter Sc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E4E071-A5ED-7FA2-B941-6B3D19A62717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2516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2">
            <a:extLst>
              <a:ext uri="{FF2B5EF4-FFF2-40B4-BE49-F238E27FC236}">
                <a16:creationId xmlns:a16="http://schemas.microsoft.com/office/drawing/2014/main" id="{ABC7C60A-21C0-C46F-AF62-3A70277B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F7583BF-CB5B-480C-212A-68654FBA8AE5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 dirty="0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 dirty="0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83544672-6F1F-FB05-EC77-01E20EF3FF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746B2A39-90FD-7EA0-7E4B-1486AF0FD8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B3D9F8A3-F5FA-2710-4C2D-15B4BE81FB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97B5D19A-DF34-A2CD-E63C-ED7613E305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24" name="Graphic 23" descr="Lightbulb and gear">
            <a:extLst>
              <a:ext uri="{FF2B5EF4-FFF2-40B4-BE49-F238E27FC236}">
                <a16:creationId xmlns:a16="http://schemas.microsoft.com/office/drawing/2014/main" id="{4E163FE9-800E-1B25-73A1-6601DEE08E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34" name="Graphic 33" descr="Lightbulb and gear">
            <a:extLst>
              <a:ext uri="{FF2B5EF4-FFF2-40B4-BE49-F238E27FC236}">
                <a16:creationId xmlns:a16="http://schemas.microsoft.com/office/drawing/2014/main" id="{8ADE9D20-775C-C802-87A8-D5D93BCA0A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35" name="Graphic 34" descr="Lightbulb and gear">
            <a:extLst>
              <a:ext uri="{FF2B5EF4-FFF2-40B4-BE49-F238E27FC236}">
                <a16:creationId xmlns:a16="http://schemas.microsoft.com/office/drawing/2014/main" id="{73151FBD-4681-3AB8-1A3D-C86ED3B7C2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36" name="Graphic 35" descr="Key">
            <a:extLst>
              <a:ext uri="{FF2B5EF4-FFF2-40B4-BE49-F238E27FC236}">
                <a16:creationId xmlns:a16="http://schemas.microsoft.com/office/drawing/2014/main" id="{8A409B86-7E12-70DA-8F91-D6709992C0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1430892-FE2D-4C4C-5085-654525FA40D9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8.1 BINARY, BITMAPS &amp; Beyond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CCD8B-D9F0-2100-3326-104074AEBF7C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6A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 dirty="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Computer Science </a:t>
            </a:r>
            <a:r>
              <a:rPr lang="en-GB" sz="1600" b="0" kern="1200" spc="300" dirty="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14DC87E9-701C-02DE-D9AF-71A5B819D3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 Techn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8" y="89529"/>
            <a:ext cx="8122515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accent1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5F93188-CCBA-B877-D46E-928F82DED82F}"/>
              </a:ext>
            </a:extLst>
          </p:cNvPr>
          <p:cNvCxnSpPr>
            <a:cxnSpLocks/>
          </p:cNvCxnSpPr>
          <p:nvPr userDrawn="1"/>
        </p:nvCxnSpPr>
        <p:spPr>
          <a:xfrm>
            <a:off x="840508" y="572071"/>
            <a:ext cx="8121494" cy="177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tle 1">
            <a:extLst>
              <a:ext uri="{FF2B5EF4-FFF2-40B4-BE49-F238E27FC236}">
                <a16:creationId xmlns:a16="http://schemas.microsoft.com/office/drawing/2014/main" id="{4A250323-FFCF-FCA6-DE9D-0DC17484410F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 dirty="0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 dirty="0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55DBC8CD-A632-03D1-7C74-0C8998837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6DF2579E-08EC-C970-5C55-E6BBBC124A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3A0DE0D7-B7B1-3642-50DE-3CBF3059CF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DE03672B-0083-C11B-F252-D8829AFF20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49" name="Graphic 48" descr="Lightbulb and gear">
            <a:extLst>
              <a:ext uri="{FF2B5EF4-FFF2-40B4-BE49-F238E27FC236}">
                <a16:creationId xmlns:a16="http://schemas.microsoft.com/office/drawing/2014/main" id="{76A6CA63-CF50-73E7-7606-DDDA11E906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50" name="Graphic 49" descr="Lightbulb and gear">
            <a:extLst>
              <a:ext uri="{FF2B5EF4-FFF2-40B4-BE49-F238E27FC236}">
                <a16:creationId xmlns:a16="http://schemas.microsoft.com/office/drawing/2014/main" id="{589701BB-333D-0904-2D27-EEDDD9F0B6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51" name="Graphic 50" descr="Lightbulb and gear">
            <a:extLst>
              <a:ext uri="{FF2B5EF4-FFF2-40B4-BE49-F238E27FC236}">
                <a16:creationId xmlns:a16="http://schemas.microsoft.com/office/drawing/2014/main" id="{1D2D09CF-4CBB-5EB1-666B-27B2692B2A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52" name="Graphic 51" descr="Key">
            <a:extLst>
              <a:ext uri="{FF2B5EF4-FFF2-40B4-BE49-F238E27FC236}">
                <a16:creationId xmlns:a16="http://schemas.microsoft.com/office/drawing/2014/main" id="{3140F46D-F29D-4991-3657-F48D729696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CDC3DE9-E720-CA7D-E04D-91B4CFC61E60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8.1 BINARY, BITMAPS &amp; Beyond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88A44-38AE-E7B4-6E89-8AB460EB8CFD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 dirty="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Information Technology </a:t>
            </a:r>
            <a:r>
              <a:rPr lang="en-GB" sz="1600" b="0" kern="1200" spc="300" dirty="0">
                <a:solidFill>
                  <a:schemeClr val="accent1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2DA97A1F-0F1F-A05E-9AE8-34E568428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03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Litera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1492" cy="0"/>
          </a:xfrm>
          <a:prstGeom prst="line">
            <a:avLst/>
          </a:prstGeom>
          <a:ln w="38100">
            <a:solidFill>
              <a:srgbClr val="6A5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6A587A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03F71-44F9-FC9D-A6A7-F0A6B2E7ED5C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 dirty="0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 dirty="0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8A17AAE5-43DC-EB1F-24F3-4BA6BB18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4F3B6411-5F47-5742-4856-3DEBEAC11A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175EA55-93EB-425B-AD43-3D0CB8A1E1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D96D4149-1F6D-0F63-0FE1-EB173E6A5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EF10083E-FE3F-5671-6D6C-5DBE25ABF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F369106B-45B8-D8B0-C783-E6776F8201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AE6F5A45-3000-5968-C5D8-1AE5D2C32C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30C285F6-426A-C1EB-E37E-05D3B416C5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C0E48FA-CA1F-C773-8A51-2B17AEAD1971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8.1 BINARY, BITMAPS &amp; Beyond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CF14B0AD-6DA6-145D-2D07-F11D5BCD7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96ABD-A480-62DA-E7B8-003F236972E0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6A58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 dirty="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Digital Literacy </a:t>
            </a:r>
            <a:r>
              <a:rPr lang="en-GB" sz="1600" b="0" kern="1200" spc="300" dirty="0">
                <a:solidFill>
                  <a:srgbClr val="6A587A"/>
                </a:solidFill>
                <a:latin typeface="Avenir Next LT Pro" panose="020B0504020202020204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5159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Literacy - No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10524369" cy="0"/>
          </a:xfrm>
          <a:prstGeom prst="line">
            <a:avLst/>
          </a:prstGeom>
          <a:ln w="38100">
            <a:solidFill>
              <a:srgbClr val="6A5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1052569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6A587A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CF14B0AD-6DA6-145D-2D07-F11D5BCD7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10286314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96ABD-A480-62DA-E7B8-003F236972E0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6A58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 dirty="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Digital Literacy </a:t>
            </a:r>
            <a:r>
              <a:rPr lang="en-GB" sz="1600" b="0" kern="1200" spc="300" dirty="0">
                <a:solidFill>
                  <a:srgbClr val="6A587A"/>
                </a:solidFill>
                <a:latin typeface="Avenir Next LT Pro" panose="020B0504020202020204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0317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465138" y="564612"/>
            <a:ext cx="8521041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D0AD5-7871-438B-BF3E-244105F96A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FA5D7AB-0872-4921-8ECD-C0B285539211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 dirty="0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 dirty="0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D1DFE3C3-567F-C3B9-5973-C1444EB20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A7015D62-A861-7A29-7930-18A4092AEA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31D8C83A-FD62-C374-BAAF-029F25BD9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4171082B-C598-9F9E-7C86-A0B2529853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FB17DD32-0160-A34A-A979-FD71112F19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E47F7F0F-D9D7-E029-C0A8-AB4B7331B4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9D8E8891-285C-FC80-4489-1A82549131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0B11F6A0-4496-696B-2E38-027FD12E58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E2B28E-7E33-9F12-1A55-A7BCF24D5CF2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8.1 BINARY, BITMAPS &amp; Beyond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B81D4-75D3-B325-AE1F-F67199350927}"/>
              </a:ext>
            </a:extLst>
          </p:cNvPr>
          <p:cNvSpPr/>
          <p:nvPr userDrawn="1"/>
        </p:nvSpPr>
        <p:spPr>
          <a:xfrm>
            <a:off x="1" y="6486236"/>
            <a:ext cx="12192000" cy="380999"/>
          </a:xfrm>
          <a:prstGeom prst="rect">
            <a:avLst/>
          </a:prstGeom>
          <a:solidFill>
            <a:srgbClr val="C1D9D1"/>
          </a:solidFill>
          <a:ln>
            <a:solidFill>
              <a:srgbClr val="C1D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600" b="0" kern="1200" spc="300" dirty="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Proficient, responsible and innovative problem solvers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F77C40-2E5C-01C5-526F-BCB40E27E0A6}"/>
              </a:ext>
            </a:extLst>
          </p:cNvPr>
          <p:cNvSpPr/>
          <p:nvPr userDrawn="1"/>
        </p:nvSpPr>
        <p:spPr>
          <a:xfrm>
            <a:off x="0" y="6153174"/>
            <a:ext cx="723901" cy="514325"/>
          </a:xfrm>
          <a:prstGeom prst="rect">
            <a:avLst/>
          </a:prstGeom>
          <a:solidFill>
            <a:srgbClr val="C1D9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600" b="0" kern="1200" spc="300" dirty="0">
              <a:solidFill>
                <a:srgbClr val="00684B"/>
              </a:solidFill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5" name="Picture 14" descr="A green circle with white text&#10;&#10;Description automatically generated">
            <a:extLst>
              <a:ext uri="{FF2B5EF4-FFF2-40B4-BE49-F238E27FC236}">
                <a16:creationId xmlns:a16="http://schemas.microsoft.com/office/drawing/2014/main" id="{4BE2AA00-5673-24F4-60B8-662EE8BCF0D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6026"/>
            <a:ext cx="1165400" cy="114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7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465138" y="564612"/>
            <a:ext cx="11284548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D0AD5-7871-438B-BF3E-244105F96A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564" y="698185"/>
            <a:ext cx="11325037" cy="559520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11294374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B81D4-75D3-B325-AE1F-F67199350927}"/>
              </a:ext>
            </a:extLst>
          </p:cNvPr>
          <p:cNvSpPr/>
          <p:nvPr userDrawn="1"/>
        </p:nvSpPr>
        <p:spPr>
          <a:xfrm>
            <a:off x="1" y="6486236"/>
            <a:ext cx="12192000" cy="380999"/>
          </a:xfrm>
          <a:prstGeom prst="rect">
            <a:avLst/>
          </a:prstGeom>
          <a:solidFill>
            <a:srgbClr val="C1D9D1"/>
          </a:solidFill>
          <a:ln>
            <a:solidFill>
              <a:srgbClr val="C1D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600" b="0" kern="1200" spc="300" dirty="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Proficient, responsible and innovative problem solvers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F77C40-2E5C-01C5-526F-BCB40E27E0A6}"/>
              </a:ext>
            </a:extLst>
          </p:cNvPr>
          <p:cNvSpPr/>
          <p:nvPr userDrawn="1"/>
        </p:nvSpPr>
        <p:spPr>
          <a:xfrm>
            <a:off x="0" y="6153174"/>
            <a:ext cx="723901" cy="514325"/>
          </a:xfrm>
          <a:prstGeom prst="rect">
            <a:avLst/>
          </a:prstGeom>
          <a:solidFill>
            <a:srgbClr val="C1D9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600" b="0" kern="1200" spc="300" dirty="0">
              <a:solidFill>
                <a:srgbClr val="00684B"/>
              </a:solidFill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4" name="Picture 13" descr="A green circle with white text&#10;&#10;Description automatically generated">
            <a:extLst>
              <a:ext uri="{FF2B5EF4-FFF2-40B4-BE49-F238E27FC236}">
                <a16:creationId xmlns:a16="http://schemas.microsoft.com/office/drawing/2014/main" id="{F7BF061B-E249-7F97-7002-11A2C3C5B9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6026"/>
            <a:ext cx="1165400" cy="114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57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2" r:id="rId5"/>
    <p:sldLayoutId id="214748366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microsoft.com/office/2007/relationships/hdphoto" Target="../media/hdphoto3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CA9CA-42BB-7AAC-53FB-DEBA42360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8A6E92B-0836-C72A-4BCA-D8830DB12C33}"/>
              </a:ext>
            </a:extLst>
          </p:cNvPr>
          <p:cNvSpPr/>
          <p:nvPr/>
        </p:nvSpPr>
        <p:spPr>
          <a:xfrm>
            <a:off x="311085" y="424206"/>
            <a:ext cx="11670383" cy="320512"/>
          </a:xfrm>
          <a:prstGeom prst="rect">
            <a:avLst/>
          </a:prstGeom>
          <a:solidFill>
            <a:srgbClr val="FEFB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D36F6D-75F5-8468-50B1-2E0310D777FE}"/>
              </a:ext>
            </a:extLst>
          </p:cNvPr>
          <p:cNvSpPr/>
          <p:nvPr/>
        </p:nvSpPr>
        <p:spPr>
          <a:xfrm>
            <a:off x="311084" y="744718"/>
            <a:ext cx="7531035" cy="1529284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5713C-B622-F1C0-9AF2-F176F23C96A2}"/>
              </a:ext>
            </a:extLst>
          </p:cNvPr>
          <p:cNvSpPr/>
          <p:nvPr/>
        </p:nvSpPr>
        <p:spPr>
          <a:xfrm>
            <a:off x="311084" y="2448613"/>
            <a:ext cx="7531035" cy="1529284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D85717-FF78-5948-0AF9-CF8ED4281C19}"/>
              </a:ext>
            </a:extLst>
          </p:cNvPr>
          <p:cNvSpPr/>
          <p:nvPr/>
        </p:nvSpPr>
        <p:spPr>
          <a:xfrm>
            <a:off x="311084" y="4152508"/>
            <a:ext cx="7531035" cy="1529284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55C5B5D-CFE1-5DB7-42ED-59039D6CF99C}"/>
              </a:ext>
            </a:extLst>
          </p:cNvPr>
          <p:cNvSpPr txBox="1">
            <a:spLocks/>
          </p:cNvSpPr>
          <p:nvPr/>
        </p:nvSpPr>
        <p:spPr>
          <a:xfrm>
            <a:off x="311086" y="241929"/>
            <a:ext cx="6617616" cy="48254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l"/>
            <a:r>
              <a:rPr lang="en-GB" dirty="0"/>
              <a:t>Computing Expectations</a:t>
            </a:r>
          </a:p>
        </p:txBody>
      </p:sp>
      <p:sp>
        <p:nvSpPr>
          <p:cNvPr id="11" name="Teardrop 10">
            <a:extLst>
              <a:ext uri="{FF2B5EF4-FFF2-40B4-BE49-F238E27FC236}">
                <a16:creationId xmlns:a16="http://schemas.microsoft.com/office/drawing/2014/main" id="{E5F763F2-1EDC-F590-68F0-CB650BD299C4}"/>
              </a:ext>
            </a:extLst>
          </p:cNvPr>
          <p:cNvSpPr/>
          <p:nvPr/>
        </p:nvSpPr>
        <p:spPr>
          <a:xfrm rot="16200000">
            <a:off x="341720" y="718794"/>
            <a:ext cx="716437" cy="768286"/>
          </a:xfrm>
          <a:prstGeom prst="teardrop">
            <a:avLst>
              <a:gd name="adj" fmla="val 96658"/>
            </a:avLst>
          </a:prstGeom>
          <a:solidFill>
            <a:srgbClr val="D811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400" b="1" dirty="0">
                <a:latin typeface="Daytona" panose="020B0604030500040204" pitchFamily="34" charset="0"/>
              </a:rPr>
              <a:t>1</a:t>
            </a:r>
            <a:endParaRPr lang="en-GB" sz="2400" b="1" dirty="0">
              <a:latin typeface="Daytona" panose="020B0604030500040204" pitchFamily="34" charset="0"/>
            </a:endParaRPr>
          </a:p>
        </p:txBody>
      </p:sp>
      <p:sp>
        <p:nvSpPr>
          <p:cNvPr id="13" name="Teardrop 12">
            <a:extLst>
              <a:ext uri="{FF2B5EF4-FFF2-40B4-BE49-F238E27FC236}">
                <a16:creationId xmlns:a16="http://schemas.microsoft.com/office/drawing/2014/main" id="{FEDE8A21-6649-643C-6497-3409CB0CB081}"/>
              </a:ext>
            </a:extLst>
          </p:cNvPr>
          <p:cNvSpPr/>
          <p:nvPr/>
        </p:nvSpPr>
        <p:spPr>
          <a:xfrm rot="16200000">
            <a:off x="337008" y="2422689"/>
            <a:ext cx="716437" cy="768286"/>
          </a:xfrm>
          <a:prstGeom prst="teardrop">
            <a:avLst>
              <a:gd name="adj" fmla="val 96658"/>
            </a:avLst>
          </a:prstGeom>
          <a:solidFill>
            <a:srgbClr val="8F2D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400" b="1" dirty="0">
                <a:latin typeface="Daytona" panose="020B0604030500040204" pitchFamily="34" charset="0"/>
              </a:rPr>
              <a:t>2</a:t>
            </a:r>
            <a:endParaRPr lang="en-GB" sz="2400" b="1" dirty="0">
              <a:latin typeface="Daytona" panose="020B0604030500040204" pitchFamily="34" charset="0"/>
            </a:endParaRPr>
          </a:p>
        </p:txBody>
      </p:sp>
      <p:sp>
        <p:nvSpPr>
          <p:cNvPr id="15" name="Teardrop 14">
            <a:extLst>
              <a:ext uri="{FF2B5EF4-FFF2-40B4-BE49-F238E27FC236}">
                <a16:creationId xmlns:a16="http://schemas.microsoft.com/office/drawing/2014/main" id="{844E7456-7361-D1C4-AEAF-AA7AD1F83C28}"/>
              </a:ext>
            </a:extLst>
          </p:cNvPr>
          <p:cNvSpPr/>
          <p:nvPr/>
        </p:nvSpPr>
        <p:spPr>
          <a:xfrm rot="16200000">
            <a:off x="337008" y="4126586"/>
            <a:ext cx="716437" cy="768286"/>
          </a:xfrm>
          <a:prstGeom prst="teardrop">
            <a:avLst>
              <a:gd name="adj" fmla="val 96658"/>
            </a:avLst>
          </a:prstGeom>
          <a:solidFill>
            <a:srgbClr val="F264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400" b="1" dirty="0">
                <a:latin typeface="Daytona" panose="020B0604030500040204" pitchFamily="34" charset="0"/>
              </a:rPr>
              <a:t>3</a:t>
            </a:r>
            <a:endParaRPr lang="en-GB" sz="2400" b="1" dirty="0">
              <a:latin typeface="Daytona" panose="020B0604030500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1FB1FF-93EC-E2F6-898E-0339B47F675E}"/>
              </a:ext>
            </a:extLst>
          </p:cNvPr>
          <p:cNvSpPr/>
          <p:nvPr/>
        </p:nvSpPr>
        <p:spPr>
          <a:xfrm>
            <a:off x="1206631" y="878836"/>
            <a:ext cx="6552308" cy="1261050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rgbClr val="D81159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Respect for Others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SLANT when the teacher is speaking.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Listen when others contribute.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Support the learning of others. </a:t>
            </a:r>
            <a:endParaRPr lang="en-GB" dirty="0">
              <a:solidFill>
                <a:srgbClr val="006E53"/>
              </a:solidFill>
              <a:latin typeface="Daytona" panose="020B0604030500040204" pitchFamily="34" charset="0"/>
              <a:ea typeface="+mj-ea"/>
              <a:cs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92167A-2DBC-ED9D-E31D-56476D3FAD21}"/>
              </a:ext>
            </a:extLst>
          </p:cNvPr>
          <p:cNvSpPr/>
          <p:nvPr/>
        </p:nvSpPr>
        <p:spPr>
          <a:xfrm>
            <a:off x="1206631" y="2582730"/>
            <a:ext cx="6552308" cy="1261050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rgbClr val="8F2D56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Respect for the Classroom Environment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Leave the desks as you found them.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Keep food and drink away from the desks.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Follow the Acceptable Use Agreement. </a:t>
            </a:r>
            <a:endParaRPr lang="en-GB" sz="1600" dirty="0">
              <a:solidFill>
                <a:srgbClr val="006E53"/>
              </a:solidFill>
              <a:latin typeface="Daytona" panose="020B0604030500040204" pitchFamily="34" charset="0"/>
              <a:ea typeface="+mj-ea"/>
              <a:cs typeface="Segoe UI" panose="020B05020402040202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5A185E-6A48-63DC-960C-169D74620AFF}"/>
              </a:ext>
            </a:extLst>
          </p:cNvPr>
          <p:cNvSpPr/>
          <p:nvPr/>
        </p:nvSpPr>
        <p:spPr>
          <a:xfrm>
            <a:off x="1206630" y="4286625"/>
            <a:ext cx="6635489" cy="1261050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rgbClr val="F26419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Respect for Learning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Be ready to answer questions and complete tasks.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Folders and Class Notebooks should be well presented.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Work hard even when you find it difficult.</a:t>
            </a:r>
            <a:endParaRPr lang="en-GB" dirty="0">
              <a:solidFill>
                <a:srgbClr val="006E53"/>
              </a:solidFill>
              <a:latin typeface="Daytona" panose="020B0604030500040204" pitchFamily="34" charset="0"/>
              <a:ea typeface="+mj-ea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C3789-E759-CB24-5D2A-95014428E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270" y="129396"/>
            <a:ext cx="4079855" cy="635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3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9" grpId="0"/>
      <p:bldP spid="11" grpId="0" animBg="1"/>
      <p:bldP spid="13" grpId="0" animBg="1"/>
      <p:bldP spid="15" grpId="0" animBg="1"/>
      <p:bldP spid="17" grpId="0" uiExpand="1" build="p" animBg="1"/>
      <p:bldP spid="21" grpId="0" uiExpand="1" build="p" animBg="1"/>
      <p:bldP spid="23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435998E-F9D8-CE95-00A9-1D08B331D73B}"/>
              </a:ext>
            </a:extLst>
          </p:cNvPr>
          <p:cNvSpPr/>
          <p:nvPr/>
        </p:nvSpPr>
        <p:spPr>
          <a:xfrm>
            <a:off x="311085" y="424206"/>
            <a:ext cx="11670383" cy="320512"/>
          </a:xfrm>
          <a:prstGeom prst="rect">
            <a:avLst/>
          </a:prstGeom>
          <a:solidFill>
            <a:srgbClr val="FEFB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C5301D-3DD4-4707-E325-899E7F1B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11"/>
          <a:stretch>
            <a:fillRect/>
          </a:stretch>
        </p:blipFill>
        <p:spPr>
          <a:xfrm>
            <a:off x="1165879" y="254524"/>
            <a:ext cx="10715036" cy="56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 descr="Lightbulb and gear">
            <a:extLst>
              <a:ext uri="{FF2B5EF4-FFF2-40B4-BE49-F238E27FC236}">
                <a16:creationId xmlns:a16="http://schemas.microsoft.com/office/drawing/2014/main" id="{EBF98757-3EB7-F15B-C088-F40F5941CE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582" y="2058428"/>
            <a:ext cx="658851" cy="65885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6872574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Welcome Back Year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8E1C45-7563-A0A1-15E5-94EA258E9D71}"/>
              </a:ext>
            </a:extLst>
          </p:cNvPr>
          <p:cNvSpPr txBox="1"/>
          <p:nvPr/>
        </p:nvSpPr>
        <p:spPr>
          <a:xfrm>
            <a:off x="434974" y="696647"/>
            <a:ext cx="6294299" cy="6247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Daytona"/>
              </a:rPr>
              <a:t>Organisation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Today we need to:</a:t>
            </a:r>
          </a:p>
          <a:p>
            <a:pPr lvl="1"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Complete the front page of your folder with your name, class and previous test scores. </a:t>
            </a:r>
          </a:p>
          <a:p>
            <a:pPr lvl="1"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Review the ‘Acceptable Use Agreement’. </a:t>
            </a:r>
          </a:p>
          <a:p>
            <a:pPr lvl="1"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Decide on a strong password and add your email, username and printer code to your planner.  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2200" dirty="0">
              <a:latin typeface="Daytona" panose="020B0604030500040204" pitchFamily="34" charset="0"/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Daytona" panose="020B060403050004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B7CB60-96DA-267D-25F4-527E52C5F6DA}"/>
              </a:ext>
            </a:extLst>
          </p:cNvPr>
          <p:cNvGrpSpPr/>
          <p:nvPr/>
        </p:nvGrpSpPr>
        <p:grpSpPr>
          <a:xfrm>
            <a:off x="222636" y="1979420"/>
            <a:ext cx="803082" cy="826936"/>
            <a:chOff x="222636" y="1915812"/>
            <a:chExt cx="803082" cy="826936"/>
          </a:xfrm>
        </p:grpSpPr>
        <p:pic>
          <p:nvPicPr>
            <p:cNvPr id="16" name="Graphic 15" descr="Lightbulb and gear">
              <a:extLst>
                <a:ext uri="{FF2B5EF4-FFF2-40B4-BE49-F238E27FC236}">
                  <a16:creationId xmlns:a16="http://schemas.microsoft.com/office/drawing/2014/main" id="{827A4781-131C-0276-5EDD-94A0929DE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582" y="1992177"/>
              <a:ext cx="658851" cy="65885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82A210C-AAF0-8B12-D46C-F523197A0D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7091" t="10442" r="24914" b="16602"/>
            <a:stretch/>
          </p:blipFill>
          <p:spPr>
            <a:xfrm>
              <a:off x="222636" y="1915812"/>
              <a:ext cx="803082" cy="826936"/>
            </a:xfrm>
            <a:prstGeom prst="rect">
              <a:avLst/>
            </a:prstGeom>
          </p:spPr>
        </p:pic>
      </p:grpSp>
      <p:pic>
        <p:nvPicPr>
          <p:cNvPr id="18" name="Graphic 17" descr="Lightbulb and gear">
            <a:extLst>
              <a:ext uri="{FF2B5EF4-FFF2-40B4-BE49-F238E27FC236}">
                <a16:creationId xmlns:a16="http://schemas.microsoft.com/office/drawing/2014/main" id="{AC9A3A57-9788-E5D8-29ED-EF7D68891A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582" y="3687018"/>
            <a:ext cx="658851" cy="658851"/>
          </a:xfrm>
          <a:prstGeom prst="rect">
            <a:avLst/>
          </a:prstGeom>
        </p:spPr>
      </p:pic>
      <p:pic>
        <p:nvPicPr>
          <p:cNvPr id="20" name="Graphic 19" descr="Lightbulb and gear">
            <a:extLst>
              <a:ext uri="{FF2B5EF4-FFF2-40B4-BE49-F238E27FC236}">
                <a16:creationId xmlns:a16="http://schemas.microsoft.com/office/drawing/2014/main" id="{80FE0E50-BBCD-3422-FE2C-7D7C90A84E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582" y="4684465"/>
            <a:ext cx="658851" cy="6588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9D8B6C-3A25-6EEF-950E-74820A035C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138" y="0"/>
            <a:ext cx="4500460" cy="634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6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55CE0-0D90-9F98-BDA0-7E48623B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50D15-4800-FE7E-041A-900A91282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6872574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Welcome Back Year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BC80E9-CA44-D905-3862-01DC9E972532}"/>
              </a:ext>
            </a:extLst>
          </p:cNvPr>
          <p:cNvSpPr txBox="1"/>
          <p:nvPr/>
        </p:nvSpPr>
        <p:spPr>
          <a:xfrm>
            <a:off x="434974" y="696647"/>
            <a:ext cx="6294299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Daytona"/>
              </a:rPr>
              <a:t>Presentation of Work</a:t>
            </a:r>
          </a:p>
          <a:p>
            <a:pPr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Daytona" panose="020B0604030500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8F3BA-511C-E796-7CE7-8C7FE92A8587}"/>
              </a:ext>
            </a:extLst>
          </p:cNvPr>
          <p:cNvSpPr txBox="1"/>
          <p:nvPr/>
        </p:nvSpPr>
        <p:spPr>
          <a:xfrm>
            <a:off x="252272" y="1226665"/>
            <a:ext cx="6156664" cy="493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Green Folders</a:t>
            </a:r>
            <a:endParaRPr lang="en-GB" sz="1800" kern="100" dirty="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Completed cover page at the front of your folder.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Pages in chronological order (new work at the back). </a:t>
            </a:r>
          </a:p>
          <a:p>
            <a:pPr marL="457200"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GB" sz="1800" kern="100" dirty="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 </a:t>
            </a:r>
            <a:r>
              <a:rPr lang="en-GB" sz="1800" b="1" kern="100" dirty="0" err="1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Nows</a:t>
            </a:r>
            <a:r>
              <a:rPr lang="en-GB" sz="18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&amp; Assessments</a:t>
            </a:r>
            <a:endParaRPr lang="en-GB" sz="1800" kern="100" dirty="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in black or blue ink.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 in coloured pen.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best handwriting (joined up or printed).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Mistakes crossed out with a single line.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scribbles, doodles or graffiti.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Pages not torn, creased or stained.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Correct use of capital letters, full stops and commas etc.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in full sentences.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DB92B6-33B1-A8A7-A893-D7DEC2843C04}"/>
              </a:ext>
            </a:extLst>
          </p:cNvPr>
          <p:cNvSpPr txBox="1"/>
          <p:nvPr/>
        </p:nvSpPr>
        <p:spPr>
          <a:xfrm>
            <a:off x="6310324" y="1226665"/>
            <a:ext cx="6156664" cy="5211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Paper Based Lessons</a:t>
            </a:r>
            <a:br>
              <a:rPr lang="en-GB" sz="18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Previous</a:t>
            </a:r>
            <a:r>
              <a:rPr lang="en-GB" b="1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plus the following: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Title and date at the top of each piece of work.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Underline title and headings with a ruler.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Diagrams or charts neatly drawn and labelled.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 Notebook</a:t>
            </a:r>
            <a:endParaRPr lang="en-GB" sz="1800" kern="100" dirty="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 added to each row.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in black font.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 in purple font.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Titles and headings in bold and/or underlined.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Unordered lists using bullet points.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Ordered lists using numbering.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Screenshots and images cropped and not distorted. 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subheadings or write the question in your answer. </a:t>
            </a:r>
            <a:endParaRPr lang="en-GB" sz="1100" kern="100" dirty="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41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33F04-1231-1426-F6A1-7A446ADA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 descr="Lightbulb and gear">
            <a:extLst>
              <a:ext uri="{FF2B5EF4-FFF2-40B4-BE49-F238E27FC236}">
                <a16:creationId xmlns:a16="http://schemas.microsoft.com/office/drawing/2014/main" id="{189536E3-0755-044A-A1DB-4D67A52E9A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582" y="2058428"/>
            <a:ext cx="658851" cy="6588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371977-2D9B-212C-21C2-8D0AA29D434A}"/>
              </a:ext>
            </a:extLst>
          </p:cNvPr>
          <p:cNvSpPr txBox="1"/>
          <p:nvPr/>
        </p:nvSpPr>
        <p:spPr>
          <a:xfrm>
            <a:off x="434974" y="696647"/>
            <a:ext cx="6294299" cy="55707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Daytona"/>
              </a:rPr>
              <a:t>Organisation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Today we need to:</a:t>
            </a:r>
          </a:p>
          <a:p>
            <a:pPr lvl="1"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Complete the front page of your folder.</a:t>
            </a:r>
          </a:p>
          <a:p>
            <a:pPr lvl="1"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Review the ‘Acceptable Use Agreement’. </a:t>
            </a:r>
          </a:p>
          <a:p>
            <a:pPr lvl="1"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Decide on a strong password and add your email, username and printer code to your planner.  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2200" dirty="0">
              <a:latin typeface="Daytona" panose="020B0604030500040204" pitchFamily="34" charset="0"/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Daytona" panose="020B060403050004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0F83F14-16C5-A552-8E22-B58E4486DDA4}"/>
              </a:ext>
            </a:extLst>
          </p:cNvPr>
          <p:cNvGrpSpPr/>
          <p:nvPr/>
        </p:nvGrpSpPr>
        <p:grpSpPr>
          <a:xfrm>
            <a:off x="222636" y="1979420"/>
            <a:ext cx="803082" cy="826936"/>
            <a:chOff x="222636" y="1915812"/>
            <a:chExt cx="803082" cy="826936"/>
          </a:xfrm>
        </p:grpSpPr>
        <p:pic>
          <p:nvPicPr>
            <p:cNvPr id="16" name="Graphic 15" descr="Lightbulb and gear">
              <a:extLst>
                <a:ext uri="{FF2B5EF4-FFF2-40B4-BE49-F238E27FC236}">
                  <a16:creationId xmlns:a16="http://schemas.microsoft.com/office/drawing/2014/main" id="{E9FA122A-FB4F-F156-E196-30A641A43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8582" y="1992177"/>
              <a:ext cx="658851" cy="65885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CB3EC81-6FF9-C4C5-EE4D-632505051A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7091" t="10442" r="24914" b="16602"/>
            <a:stretch/>
          </p:blipFill>
          <p:spPr>
            <a:xfrm>
              <a:off x="222636" y="1915812"/>
              <a:ext cx="803082" cy="826936"/>
            </a:xfrm>
            <a:prstGeom prst="rect">
              <a:avLst/>
            </a:prstGeom>
          </p:spPr>
        </p:pic>
      </p:grpSp>
      <p:pic>
        <p:nvPicPr>
          <p:cNvPr id="18" name="Graphic 17" descr="Lightbulb and gear">
            <a:extLst>
              <a:ext uri="{FF2B5EF4-FFF2-40B4-BE49-F238E27FC236}">
                <a16:creationId xmlns:a16="http://schemas.microsoft.com/office/drawing/2014/main" id="{F5E42227-682A-8627-99E1-F4D2FF76DF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582" y="2981128"/>
            <a:ext cx="658851" cy="658851"/>
          </a:xfrm>
          <a:prstGeom prst="rect">
            <a:avLst/>
          </a:prstGeom>
        </p:spPr>
      </p:pic>
      <p:pic>
        <p:nvPicPr>
          <p:cNvPr id="20" name="Graphic 19" descr="Lightbulb and gear">
            <a:extLst>
              <a:ext uri="{FF2B5EF4-FFF2-40B4-BE49-F238E27FC236}">
                <a16:creationId xmlns:a16="http://schemas.microsoft.com/office/drawing/2014/main" id="{E324632B-21C1-AA0C-B420-834C82E2CE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582" y="3978575"/>
            <a:ext cx="658851" cy="6588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35D117-2826-7554-6FBB-DC268B72EC1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222636" y="2932287"/>
            <a:ext cx="803082" cy="826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B8C40D-C428-5211-ABD4-75A7CCEEF0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5859" y="89529"/>
            <a:ext cx="4101167" cy="6207172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BEBACF3-476C-EC32-02D5-370B81098BBC}"/>
              </a:ext>
            </a:extLst>
          </p:cNvPr>
          <p:cNvSpPr txBox="1">
            <a:spLocks/>
          </p:cNvSpPr>
          <p:nvPr/>
        </p:nvSpPr>
        <p:spPr>
          <a:xfrm>
            <a:off x="434564" y="89529"/>
            <a:ext cx="6872574" cy="48254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Welcome Back Year 8</a:t>
            </a:r>
          </a:p>
        </p:txBody>
      </p:sp>
    </p:spTree>
    <p:extLst>
      <p:ext uri="{BB962C8B-B14F-4D97-AF65-F5344CB8AC3E}">
        <p14:creationId xmlns:p14="http://schemas.microsoft.com/office/powerpoint/2010/main" val="412478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Welcome Back Year 8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99E71565-7755-5BD1-D927-2969A04218B1}"/>
              </a:ext>
            </a:extLst>
          </p:cNvPr>
          <p:cNvSpPr txBox="1"/>
          <p:nvPr/>
        </p:nvSpPr>
        <p:spPr>
          <a:xfrm>
            <a:off x="647530" y="692333"/>
            <a:ext cx="5779395" cy="49859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Daytona"/>
              </a:rPr>
              <a:t>What is filtering?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If you search and try and go on website that the school thinks is inappropriate, they will not allow you to access it. 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If you think a website should/should not be blocked please let a teacher know. </a:t>
            </a:r>
          </a:p>
          <a:p>
            <a:pPr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sz="2400" b="1" dirty="0">
                <a:latin typeface="Daytona"/>
              </a:rPr>
              <a:t>What is monitoring?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Staff can see your school device screen, internet history files and emails at anytime. You should only be using these for schoolwork.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48C3AB-979F-4163-EE87-F469C86AB833}"/>
              </a:ext>
            </a:extLst>
          </p:cNvPr>
          <p:cNvSpPr/>
          <p:nvPr/>
        </p:nvSpPr>
        <p:spPr>
          <a:xfrm>
            <a:off x="6855280" y="1587480"/>
            <a:ext cx="4873658" cy="3195686"/>
          </a:xfrm>
          <a:prstGeom prst="rect">
            <a:avLst/>
          </a:prstGeom>
          <a:solidFill>
            <a:srgbClr val="CEDCCD"/>
          </a:solidFill>
          <a:ln>
            <a:solidFill>
              <a:srgbClr val="CEDC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rtlCol="0" anchor="ctr"/>
          <a:lstStyle/>
          <a:p>
            <a:pPr>
              <a:spcBef>
                <a:spcPts val="600"/>
              </a:spcBef>
            </a:pPr>
            <a:r>
              <a:rPr lang="en-US" sz="2200" b="1" u="sng" dirty="0">
                <a:solidFill>
                  <a:schemeClr val="tx1"/>
                </a:solidFill>
                <a:latin typeface="Daytona" panose="020B0604030500040204" pitchFamily="34" charset="0"/>
              </a:rPr>
              <a:t>New This Year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Daytona" panose="020B0604030500040204" pitchFamily="34" charset="0"/>
              </a:rPr>
              <a:t>If you break the Acceptable Use Agreement, either in lessons or through monitoring, you will receive a negative on Arbor.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Daytona" panose="020B0604030500040204" pitchFamily="34" charset="0"/>
              </a:rPr>
              <a:t>Two negatives will trigger a Lunchtime Detention.</a:t>
            </a:r>
            <a:endParaRPr lang="en-GB" sz="2200" dirty="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400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551FF-AA33-0C30-6444-09BB2629C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E93A55-FB93-9206-499D-896821703B5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Welcome Back Year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6ECB4-ABEA-AD1C-BD10-3A4A93393BEB}"/>
              </a:ext>
            </a:extLst>
          </p:cNvPr>
          <p:cNvSpPr txBox="1"/>
          <p:nvPr/>
        </p:nvSpPr>
        <p:spPr>
          <a:xfrm>
            <a:off x="434974" y="696647"/>
            <a:ext cx="6294299" cy="55707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Daytona"/>
              </a:rPr>
              <a:t>Organisation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Today we need to:</a:t>
            </a:r>
          </a:p>
          <a:p>
            <a:pPr lvl="1"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Complete the front page of your folder. </a:t>
            </a:r>
          </a:p>
          <a:p>
            <a:pPr lvl="1"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Review the ‘Acceptable Use Agreement’. </a:t>
            </a:r>
          </a:p>
          <a:p>
            <a:pPr lvl="1"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Daytona" panose="020B0604030500040204" pitchFamily="34" charset="0"/>
              </a:rPr>
              <a:t>Decide on a strong password and add your email, username and printer code to your planner.  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2200" dirty="0">
              <a:latin typeface="Daytona" panose="020B0604030500040204" pitchFamily="34" charset="0"/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Daytona" panose="020B0604030500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CF3F172-57B2-F245-8060-3198F76BEB56}"/>
              </a:ext>
            </a:extLst>
          </p:cNvPr>
          <p:cNvGrpSpPr/>
          <p:nvPr/>
        </p:nvGrpSpPr>
        <p:grpSpPr>
          <a:xfrm>
            <a:off x="222636" y="1979420"/>
            <a:ext cx="803082" cy="826936"/>
            <a:chOff x="222636" y="1915812"/>
            <a:chExt cx="803082" cy="826936"/>
          </a:xfrm>
        </p:grpSpPr>
        <p:pic>
          <p:nvPicPr>
            <p:cNvPr id="6" name="Graphic 5" descr="Lightbulb and gear">
              <a:extLst>
                <a:ext uri="{FF2B5EF4-FFF2-40B4-BE49-F238E27FC236}">
                  <a16:creationId xmlns:a16="http://schemas.microsoft.com/office/drawing/2014/main" id="{CF56E9B4-A798-0DCF-F0F8-312C11EE8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582" y="1992177"/>
              <a:ext cx="658851" cy="65885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FE4A522-1C67-5B24-625A-E42CBBF247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7091" t="10442" r="24914" b="16602"/>
            <a:stretch/>
          </p:blipFill>
          <p:spPr>
            <a:xfrm>
              <a:off x="222636" y="1915812"/>
              <a:ext cx="803082" cy="826936"/>
            </a:xfrm>
            <a:prstGeom prst="rect">
              <a:avLst/>
            </a:prstGeom>
          </p:spPr>
        </p:pic>
      </p:grpSp>
      <p:pic>
        <p:nvPicPr>
          <p:cNvPr id="5" name="Graphic 4" descr="Lightbulb and gear">
            <a:extLst>
              <a:ext uri="{FF2B5EF4-FFF2-40B4-BE49-F238E27FC236}">
                <a16:creationId xmlns:a16="http://schemas.microsoft.com/office/drawing/2014/main" id="{D59BED07-F9E8-7102-279E-729847FD79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533" y="3006845"/>
            <a:ext cx="658851" cy="658851"/>
          </a:xfrm>
          <a:prstGeom prst="rect">
            <a:avLst/>
          </a:prstGeom>
        </p:spPr>
      </p:pic>
      <p:pic>
        <p:nvPicPr>
          <p:cNvPr id="10" name="Graphic 9" descr="Lightbulb and gear">
            <a:extLst>
              <a:ext uri="{FF2B5EF4-FFF2-40B4-BE49-F238E27FC236}">
                <a16:creationId xmlns:a16="http://schemas.microsoft.com/office/drawing/2014/main" id="{7FF93434-DFDD-5EC5-1F5C-1B17C040E3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533" y="4004292"/>
            <a:ext cx="658851" cy="6588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1CD6ED-08B9-0236-1FC5-6DBB043041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222636" y="2930932"/>
            <a:ext cx="803082" cy="826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315BCC-D484-33D4-0B60-D3F3B41741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214417" y="3920249"/>
            <a:ext cx="803082" cy="82693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8A939C-F12E-ADE3-DDF2-020F318A5167}"/>
              </a:ext>
            </a:extLst>
          </p:cNvPr>
          <p:cNvSpPr/>
          <p:nvPr/>
        </p:nvSpPr>
        <p:spPr>
          <a:xfrm>
            <a:off x="7193505" y="3429000"/>
            <a:ext cx="4535433" cy="1778449"/>
          </a:xfrm>
          <a:prstGeom prst="roundRect">
            <a:avLst/>
          </a:prstGeom>
          <a:solidFill>
            <a:srgbClr val="8F2D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54125" algn="ctr"/>
            <a:r>
              <a:rPr lang="en-US" sz="2200" b="1" dirty="0">
                <a:solidFill>
                  <a:schemeClr val="bg1"/>
                </a:solidFill>
                <a:latin typeface="Daytona" panose="020B0604030500040204" pitchFamily="34" charset="0"/>
              </a:rPr>
              <a:t>Passwords must have 10 characters and not need changing all year!</a:t>
            </a:r>
            <a:endParaRPr lang="en-GB" sz="2200" b="1" dirty="0">
              <a:solidFill>
                <a:schemeClr val="bg1"/>
              </a:solidFill>
              <a:latin typeface="Daytona" panose="020B0604030500040204" pitchFamily="34" charset="0"/>
            </a:endParaRPr>
          </a:p>
        </p:txBody>
      </p:sp>
      <p:pic>
        <p:nvPicPr>
          <p:cNvPr id="13" name="Picture 12" descr="Password Security Icon">
            <a:extLst>
              <a:ext uri="{FF2B5EF4-FFF2-40B4-BE49-F238E27FC236}">
                <a16:creationId xmlns:a16="http://schemas.microsoft.com/office/drawing/2014/main" id="{36EAEADF-CC2D-00AE-C9EB-67549E605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883" y="3683553"/>
            <a:ext cx="1189909" cy="118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Welcome Back Year 8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158E5D0-93F9-84FB-6BC4-B79D024CBDED}"/>
              </a:ext>
            </a:extLst>
          </p:cNvPr>
          <p:cNvSpPr>
            <a:spLocks noGrp="1"/>
          </p:cNvSpPr>
          <p:nvPr/>
        </p:nvSpPr>
        <p:spPr>
          <a:xfrm>
            <a:off x="1263904" y="815143"/>
            <a:ext cx="8581845" cy="493871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latin typeface="Daytona"/>
                <a:cs typeface="Segoe UI"/>
              </a:rPr>
              <a:t>Task</a:t>
            </a:r>
            <a:endParaRPr lang="en-GB" b="1" dirty="0"/>
          </a:p>
          <a:p>
            <a:pPr marL="342900" indent="-342900"/>
            <a:r>
              <a:rPr lang="en-GB" dirty="0">
                <a:latin typeface="Daytona"/>
                <a:cs typeface="Segoe UI"/>
              </a:rPr>
              <a:t>Log In</a:t>
            </a:r>
            <a:endParaRPr lang="en-GB" dirty="0"/>
          </a:p>
          <a:p>
            <a:pPr marL="342900" indent="-342900"/>
            <a:r>
              <a:rPr lang="en-GB" dirty="0">
                <a:latin typeface="Daytona"/>
                <a:cs typeface="Segoe UI"/>
              </a:rPr>
              <a:t>Write your username, email address and </a:t>
            </a:r>
            <a:br>
              <a:rPr lang="en-GB" dirty="0">
                <a:latin typeface="Daytona"/>
                <a:cs typeface="Segoe UI"/>
              </a:rPr>
            </a:br>
            <a:r>
              <a:rPr lang="en-GB" dirty="0">
                <a:latin typeface="Daytona"/>
                <a:cs typeface="Segoe UI"/>
              </a:rPr>
              <a:t>printer code in the front of your planner.</a:t>
            </a:r>
          </a:p>
          <a:p>
            <a:pPr marL="342900" indent="-342900"/>
            <a:r>
              <a:rPr lang="en-GB" dirty="0">
                <a:latin typeface="Daytona"/>
                <a:cs typeface="Segoe UI"/>
              </a:rPr>
              <a:t>You can find this information under </a:t>
            </a:r>
            <a:br>
              <a:rPr lang="en-GB" dirty="0">
                <a:latin typeface="Daytona"/>
                <a:cs typeface="Segoe UI"/>
              </a:rPr>
            </a:br>
            <a:r>
              <a:rPr lang="en-GB" dirty="0">
                <a:latin typeface="Daytona"/>
                <a:cs typeface="Segoe UI"/>
              </a:rPr>
              <a:t>‘My Account Information’ in the start menu.</a:t>
            </a:r>
            <a:br>
              <a:rPr lang="en-GB" dirty="0">
                <a:latin typeface="Daytona"/>
                <a:cs typeface="Segoe UI"/>
              </a:rPr>
            </a:br>
            <a:br>
              <a:rPr lang="en-GB" dirty="0">
                <a:latin typeface="Daytona"/>
                <a:cs typeface="Segoe UI"/>
              </a:rPr>
            </a:br>
            <a:endParaRPr lang="en-GB" dirty="0">
              <a:latin typeface="Daytona"/>
              <a:cs typeface="Segoe UI"/>
            </a:endParaRPr>
          </a:p>
          <a:p>
            <a:pPr marL="0" indent="0">
              <a:buNone/>
            </a:pPr>
            <a:r>
              <a:rPr lang="en-GB" dirty="0">
                <a:latin typeface="Daytona"/>
                <a:cs typeface="Segoe UI"/>
              </a:rPr>
              <a:t>	Aim to use your </a:t>
            </a:r>
            <a:r>
              <a:rPr lang="en-GB" b="1" dirty="0">
                <a:latin typeface="Daytona"/>
                <a:cs typeface="Segoe UI"/>
              </a:rPr>
              <a:t>One Drive</a:t>
            </a:r>
            <a:r>
              <a:rPr lang="en-GB" dirty="0">
                <a:latin typeface="Daytona"/>
                <a:cs typeface="Segoe UI"/>
              </a:rPr>
              <a:t> account to save 	work from all your subjects.</a:t>
            </a:r>
          </a:p>
          <a:p>
            <a:pPr marL="1257300" lvl="2" indent="-342900"/>
            <a:r>
              <a:rPr lang="en-GB" dirty="0">
                <a:latin typeface="Daytona"/>
                <a:cs typeface="Segoe UI"/>
              </a:rPr>
              <a:t>Set up your Year 8 folder and inside create your Computing folder.</a:t>
            </a:r>
            <a:endParaRPr lang="en-GB" dirty="0">
              <a:cs typeface="Segoe UI"/>
            </a:endParaRPr>
          </a:p>
        </p:txBody>
      </p:sp>
      <p:pic>
        <p:nvPicPr>
          <p:cNvPr id="13" name="Picture 12" descr="See the source image">
            <a:extLst>
              <a:ext uri="{FF2B5EF4-FFF2-40B4-BE49-F238E27FC236}">
                <a16:creationId xmlns:a16="http://schemas.microsoft.com/office/drawing/2014/main" id="{A5E53483-34BA-CC45-95F0-7F4719A9D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752" y="2249400"/>
            <a:ext cx="676275" cy="695325"/>
          </a:xfrm>
          <a:prstGeom prst="rect">
            <a:avLst/>
          </a:prstGeom>
        </p:spPr>
      </p:pic>
      <p:pic>
        <p:nvPicPr>
          <p:cNvPr id="14" name="Picture 13" descr="See the source image">
            <a:extLst>
              <a:ext uri="{FF2B5EF4-FFF2-40B4-BE49-F238E27FC236}">
                <a16:creationId xmlns:a16="http://schemas.microsoft.com/office/drawing/2014/main" id="{61A46070-77C3-3629-019D-EAAE450CA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553" y="3742337"/>
            <a:ext cx="1024697" cy="65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290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Welcome Back Year 8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158E5D0-93F9-84FB-6BC4-B79D024CBDED}"/>
              </a:ext>
            </a:extLst>
          </p:cNvPr>
          <p:cNvSpPr>
            <a:spLocks noGrp="1"/>
          </p:cNvSpPr>
          <p:nvPr/>
        </p:nvSpPr>
        <p:spPr>
          <a:xfrm>
            <a:off x="434564" y="730083"/>
            <a:ext cx="11127516" cy="493871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latin typeface="Daytona"/>
                <a:cs typeface="Segoe UI"/>
              </a:rPr>
              <a:t>Homework</a:t>
            </a:r>
            <a:endParaRPr lang="en-GB" b="1" dirty="0"/>
          </a:p>
          <a:p>
            <a:pPr lvl="1"/>
            <a:r>
              <a:rPr lang="en-GB" dirty="0">
                <a:latin typeface="Daytona"/>
                <a:cs typeface="Segoe UI"/>
              </a:rPr>
              <a:t>Homework will be set twice a half term.</a:t>
            </a:r>
          </a:p>
          <a:p>
            <a:pPr lvl="1"/>
            <a:r>
              <a:rPr lang="en-GB" dirty="0">
                <a:latin typeface="Daytona"/>
                <a:cs typeface="Segoe UI"/>
              </a:rPr>
              <a:t>You will see it appear on Arbor and </a:t>
            </a:r>
            <a:r>
              <a:rPr lang="en-GB" dirty="0" err="1">
                <a:latin typeface="Daytona"/>
                <a:cs typeface="Segoe UI"/>
              </a:rPr>
              <a:t>Wayground</a:t>
            </a:r>
            <a:r>
              <a:rPr lang="en-GB" dirty="0">
                <a:latin typeface="Daytona"/>
                <a:cs typeface="Segoe UI"/>
              </a:rPr>
              <a:t>. </a:t>
            </a:r>
          </a:p>
          <a:p>
            <a:pPr marL="0" indent="0">
              <a:buNone/>
            </a:pPr>
            <a:endParaRPr lang="en-GB" dirty="0">
              <a:latin typeface="Daytona"/>
              <a:cs typeface="Segoe UI"/>
            </a:endParaRPr>
          </a:p>
          <a:p>
            <a:pPr marL="0" indent="0">
              <a:buNone/>
            </a:pPr>
            <a:r>
              <a:rPr lang="en-GB" dirty="0">
                <a:latin typeface="Daytona"/>
                <a:cs typeface="Segoe UI"/>
              </a:rPr>
              <a:t>	</a:t>
            </a:r>
            <a:r>
              <a:rPr lang="en-GB" b="1" dirty="0">
                <a:latin typeface="Daytona"/>
                <a:cs typeface="Segoe UI"/>
              </a:rPr>
              <a:t>Join</a:t>
            </a:r>
            <a:r>
              <a:rPr lang="en-GB" dirty="0">
                <a:latin typeface="Daytona"/>
                <a:cs typeface="Segoe UI"/>
              </a:rPr>
              <a:t> our class using this code:</a:t>
            </a:r>
            <a:endParaRPr lang="en-GB" dirty="0"/>
          </a:p>
          <a:p>
            <a:pPr marL="0" indent="0" algn="ctr">
              <a:buNone/>
            </a:pPr>
            <a:r>
              <a:rPr lang="en-GB" sz="4800" b="1" i="0" dirty="0">
                <a:solidFill>
                  <a:srgbClr val="292A3A"/>
                </a:solidFill>
                <a:effectLst/>
                <a:latin typeface="Open Sans" panose="020B0606030504020204" pitchFamily="34" charset="0"/>
              </a:rPr>
              <a:t> </a:t>
            </a:r>
          </a:p>
          <a:p>
            <a:pPr marL="0" indent="0" algn="ctr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Daytona"/>
                <a:cs typeface="Segoe UI"/>
              </a:rPr>
              <a:t>Complete the ‘8.0 Welcome Back’ quiz that has been assigned to you. 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FC0F30-7883-9466-D810-B2F6AE0D7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884876"/>
              </p:ext>
            </p:extLst>
          </p:nvPr>
        </p:nvGraphicFramePr>
        <p:xfrm>
          <a:off x="3913962" y="2960573"/>
          <a:ext cx="2763285" cy="722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285">
                  <a:extLst>
                    <a:ext uri="{9D8B030D-6E8A-4147-A177-3AD203B41FA5}">
                      <a16:colId xmlns:a16="http://schemas.microsoft.com/office/drawing/2014/main" val="3048630774"/>
                    </a:ext>
                  </a:extLst>
                </a:gridCol>
              </a:tblGrid>
              <a:tr h="722985">
                <a:tc>
                  <a:txBody>
                    <a:bodyPr/>
                    <a:lstStyle/>
                    <a:p>
                      <a:pPr algn="ctr"/>
                      <a:r>
                        <a:rPr lang="en-GB" sz="3600" b="1">
                          <a:solidFill>
                            <a:schemeClr val="tx1"/>
                          </a:solidFill>
                          <a:latin typeface="Daytona" panose="020B0604030500040204" pitchFamily="34" charset="0"/>
                        </a:rPr>
                        <a:t>D331678</a:t>
                      </a:r>
                      <a:endParaRPr lang="en-GB" sz="3600" b="1" dirty="0">
                        <a:solidFill>
                          <a:schemeClr val="tx1"/>
                        </a:solidFill>
                        <a:latin typeface="Daytona" panose="020B0604030500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936043"/>
                  </a:ext>
                </a:extLst>
              </a:tr>
            </a:tbl>
          </a:graphicData>
        </a:graphic>
      </p:graphicFrame>
      <p:pic>
        <p:nvPicPr>
          <p:cNvPr id="7" name="Picture 6" descr="Как в Wayground создать интерактивный рабочий лист и интерактивное ...">
            <a:extLst>
              <a:ext uri="{FF2B5EF4-FFF2-40B4-BE49-F238E27FC236}">
                <a16:creationId xmlns:a16="http://schemas.microsoft.com/office/drawing/2014/main" id="{067B446A-4746-CF46-D376-3249D1327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505" y="1968299"/>
            <a:ext cx="3122284" cy="179224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73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Welcome Back Year 8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158E5D0-93F9-84FB-6BC4-B79D024CBDED}"/>
              </a:ext>
            </a:extLst>
          </p:cNvPr>
          <p:cNvSpPr>
            <a:spLocks noGrp="1"/>
          </p:cNvSpPr>
          <p:nvPr/>
        </p:nvSpPr>
        <p:spPr>
          <a:xfrm>
            <a:off x="1040620" y="730083"/>
            <a:ext cx="9772692" cy="493871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>
                <a:latin typeface="Daytona"/>
                <a:cs typeface="Segoe UI"/>
              </a:rPr>
              <a:t>Emails</a:t>
            </a:r>
            <a:endParaRPr lang="en-GB" b="1"/>
          </a:p>
          <a:p>
            <a:pPr marL="0" indent="0">
              <a:buNone/>
            </a:pPr>
            <a:r>
              <a:rPr lang="en-GB"/>
              <a:t>How should we use our school email addresses: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93A806-2770-E9D1-DC7D-166D1AB633D8}"/>
              </a:ext>
            </a:extLst>
          </p:cNvPr>
          <p:cNvGraphicFramePr>
            <a:graphicFrameLocks noGrp="1"/>
          </p:cNvGraphicFramePr>
          <p:nvPr/>
        </p:nvGraphicFramePr>
        <p:xfrm>
          <a:off x="1171707" y="1709595"/>
          <a:ext cx="6717652" cy="47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8826">
                  <a:extLst>
                    <a:ext uri="{9D8B030D-6E8A-4147-A177-3AD203B41FA5}">
                      <a16:colId xmlns:a16="http://schemas.microsoft.com/office/drawing/2014/main" val="1720411426"/>
                    </a:ext>
                  </a:extLst>
                </a:gridCol>
                <a:gridCol w="3358826">
                  <a:extLst>
                    <a:ext uri="{9D8B030D-6E8A-4147-A177-3AD203B41FA5}">
                      <a16:colId xmlns:a16="http://schemas.microsoft.com/office/drawing/2014/main" val="1308437977"/>
                    </a:ext>
                  </a:extLst>
                </a:gridCol>
              </a:tblGrid>
              <a:tr h="692120"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Daytona"/>
                          <a:ea typeface="+mn-ea"/>
                          <a:cs typeface="Segoe UI"/>
                        </a:rPr>
                        <a:t>Do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Daytona"/>
                          <a:ea typeface="+mn-ea"/>
                          <a:cs typeface="Segoe UI"/>
                        </a:rPr>
                        <a:t>Don't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48059"/>
                  </a:ext>
                </a:extLst>
              </a:tr>
              <a:tr h="4052248">
                <a:tc>
                  <a:txBody>
                    <a:bodyPr/>
                    <a:lstStyle/>
                    <a:p>
                      <a:pPr marL="342900" indent="-342900" algn="l">
                        <a:buFont typeface="Arial"/>
                        <a:buChar char="•"/>
                      </a:pPr>
                      <a:endParaRPr lang="en-US" sz="2200" kern="1200">
                        <a:solidFill>
                          <a:schemeClr val="tx1"/>
                        </a:solidFill>
                        <a:latin typeface="Daytona"/>
                        <a:ea typeface="+mn-ea"/>
                        <a:cs typeface="Segoe UI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/>
                        <a:buChar char="•"/>
                      </a:pPr>
                      <a:endParaRPr lang="en-US" sz="2200" kern="1200">
                        <a:solidFill>
                          <a:schemeClr val="tx1"/>
                        </a:solidFill>
                        <a:latin typeface="Daytona"/>
                        <a:ea typeface="+mn-ea"/>
                        <a:cs typeface="Segoe UI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442638"/>
                  </a:ext>
                </a:extLst>
              </a:tr>
            </a:tbl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BD399147-AE1E-5AA5-2FC9-521A1B8711D3}"/>
              </a:ext>
            </a:extLst>
          </p:cNvPr>
          <p:cNvSpPr txBox="1"/>
          <p:nvPr/>
        </p:nvSpPr>
        <p:spPr>
          <a:xfrm>
            <a:off x="8181207" y="1852367"/>
            <a:ext cx="366346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latin typeface="Daytona" panose="020B0604030500040204" pitchFamily="34" charset="0"/>
              </a:rPr>
              <a:t>Task</a:t>
            </a:r>
          </a:p>
          <a:p>
            <a:r>
              <a:rPr lang="en-GB" sz="2200">
                <a:latin typeface="Daytona" panose="020B0604030500040204" pitchFamily="34" charset="0"/>
              </a:rPr>
              <a:t>Now spend some time: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>
                <a:latin typeface="Daytona" panose="020B0604030500040204" pitchFamily="34" charset="0"/>
              </a:rPr>
              <a:t>Deleting emails you don’t need.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>
                <a:latin typeface="Daytona" panose="020B0604030500040204" pitchFamily="34" charset="0"/>
              </a:rPr>
              <a:t>Unsubscribing from websites you shouldn’t have joined.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>
                <a:latin typeface="Daytona" panose="020B0604030500040204" pitchFamily="34" charset="0"/>
              </a:rPr>
              <a:t>Adding emails you want to keep into folders. </a:t>
            </a:r>
          </a:p>
        </p:txBody>
      </p:sp>
    </p:spTree>
    <p:extLst>
      <p:ext uri="{BB962C8B-B14F-4D97-AF65-F5344CB8AC3E}">
        <p14:creationId xmlns:p14="http://schemas.microsoft.com/office/powerpoint/2010/main" val="80236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DBA413-FD07-4FC7-8F41-7770927D4CE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Welcome Back Year 8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B9CCF301-20B7-C945-1DB4-9B9CC6C67DF3}"/>
              </a:ext>
            </a:extLst>
          </p:cNvPr>
          <p:cNvSpPr txBox="1">
            <a:spLocks/>
          </p:cNvSpPr>
          <p:nvPr/>
        </p:nvSpPr>
        <p:spPr>
          <a:xfrm>
            <a:off x="1605064" y="1372841"/>
            <a:ext cx="5656973" cy="91383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Evidence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Add a screenshot of your work to your Class Notebook. </a:t>
            </a:r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8908E69D-9336-29EA-4BFE-C5549ABE37F8}"/>
              </a:ext>
            </a:extLst>
          </p:cNvPr>
          <p:cNvSpPr txBox="1">
            <a:spLocks/>
          </p:cNvSpPr>
          <p:nvPr/>
        </p:nvSpPr>
        <p:spPr>
          <a:xfrm>
            <a:off x="977825" y="4474635"/>
            <a:ext cx="8803759" cy="188608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Reminders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    Toilets &amp; Reception closed between lessons.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    Self-Check your uniform.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    If you arrive after the register has started, you are late.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350D58-0A86-4C97-AD53-67FF9C87CF2A}"/>
              </a:ext>
            </a:extLst>
          </p:cNvPr>
          <p:cNvSpPr txBox="1"/>
          <p:nvPr/>
        </p:nvSpPr>
        <p:spPr>
          <a:xfrm>
            <a:off x="434563" y="767616"/>
            <a:ext cx="609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Daytona"/>
                <a:cs typeface="Segoe UI"/>
              </a:rPr>
              <a:t>End of the Lesson </a:t>
            </a:r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107C73EA-1AA5-0706-B19C-E960371AB4AC}"/>
              </a:ext>
            </a:extLst>
          </p:cNvPr>
          <p:cNvSpPr txBox="1">
            <a:spLocks/>
          </p:cNvSpPr>
          <p:nvPr/>
        </p:nvSpPr>
        <p:spPr>
          <a:xfrm>
            <a:off x="5496740" y="3058907"/>
            <a:ext cx="4284844" cy="91383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Ending on a high!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Who has done well? </a:t>
            </a:r>
            <a:br>
              <a:rPr lang="en-GB">
                <a:latin typeface="Daytona"/>
                <a:cs typeface="Segoe UI"/>
              </a:rPr>
            </a:br>
            <a:r>
              <a:rPr lang="en-GB">
                <a:latin typeface="Daytona"/>
                <a:cs typeface="Segoe UI"/>
              </a:rPr>
              <a:t>How have we progressed?</a:t>
            </a:r>
            <a:endParaRPr lang="en-GB"/>
          </a:p>
        </p:txBody>
      </p:sp>
      <p:pic>
        <p:nvPicPr>
          <p:cNvPr id="29" name="Picture 8" descr="Glowing star Icon | Noto Emoji Travel &amp; Places Iconset | Google">
            <a:extLst>
              <a:ext uri="{FF2B5EF4-FFF2-40B4-BE49-F238E27FC236}">
                <a16:creationId xmlns:a16="http://schemas.microsoft.com/office/drawing/2014/main" id="{BEC7F533-B2CC-E8CD-C97D-33D3D32B1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00798">
            <a:off x="4312567" y="2788568"/>
            <a:ext cx="1184173" cy="118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Book, education, notepad icon - Download on Iconfinder">
            <a:extLst>
              <a:ext uri="{FF2B5EF4-FFF2-40B4-BE49-F238E27FC236}">
                <a16:creationId xmlns:a16="http://schemas.microsoft.com/office/drawing/2014/main" id="{34ECEBB8-42AA-BBDD-9FC3-E80FDC749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6" y="1100843"/>
            <a:ext cx="1665608" cy="166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Just a Friendly Reminder you should be Receiving your W-2 Form">
            <a:extLst>
              <a:ext uri="{FF2B5EF4-FFF2-40B4-BE49-F238E27FC236}">
                <a16:creationId xmlns:a16="http://schemas.microsoft.com/office/drawing/2014/main" id="{67A12781-E855-2BDD-A455-09790D928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69" b="94705" l="9978" r="89686">
                        <a14:foregroundMark x1="43274" y1="8623" x2="44395" y2="15734"/>
                        <a14:foregroundMark x1="56951" y1="80635" x2="55045" y2="62784"/>
                        <a14:foregroundMark x1="48655" y1="87746" x2="48318" y2="72012"/>
                        <a14:foregroundMark x1="55942" y1="94705" x2="54484" y2="74130"/>
                        <a14:foregroundMark x1="60538" y1="90923" x2="59081" y2="74584"/>
                        <a14:foregroundMark x1="41816" y1="8169" x2="41816" y2="8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41721" y="3091403"/>
            <a:ext cx="2639090" cy="1955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0022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09a2e7fe-bc0c-4b13-852e-7324c743c5b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4D21B94-15D6-4D92-9C31-2F505E22F88A}" vid="{E97799A3-AA53-4A43-94F2-A52BE1F49A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f59333-07dd-4348-bbcd-8c36bc1bb6bd" xsi:nil="true"/>
    <lcf76f155ced4ddcb4097134ff3c332f xmlns="bfe72cd4-5de8-44f3-bcb9-4e4b78d78579">
      <Terms xmlns="http://schemas.microsoft.com/office/infopath/2007/PartnerControls"/>
    </lcf76f155ced4ddcb4097134ff3c332f>
    <dateaccessed xmlns="bfe72cd4-5de8-44f3-bcb9-4e4b78d7857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F5C8DB6524E042920744FAE0E40E34" ma:contentTypeVersion="19" ma:contentTypeDescription="Create a new document." ma:contentTypeScope="" ma:versionID="1a05b7646520c25defa78206c1fbe74e">
  <xsd:schema xmlns:xsd="http://www.w3.org/2001/XMLSchema" xmlns:xs="http://www.w3.org/2001/XMLSchema" xmlns:p="http://schemas.microsoft.com/office/2006/metadata/properties" xmlns:ns2="bfe72cd4-5de8-44f3-bcb9-4e4b78d78579" xmlns:ns3="22f59333-07dd-4348-bbcd-8c36bc1bb6bd" targetNamespace="http://schemas.microsoft.com/office/2006/metadata/properties" ma:root="true" ma:fieldsID="d7cd5cbd3a93b5c46ea5b69b472b1e68" ns2:_="" ns3:_="">
    <xsd:import namespace="bfe72cd4-5de8-44f3-bcb9-4e4b78d78579"/>
    <xsd:import namespace="22f59333-07dd-4348-bbcd-8c36bc1bb6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dateaccessed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72cd4-5de8-44f3-bcb9-4e4b78d78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8c75037-beba-46f7-960b-ede9acc496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eaccessed" ma:index="25" nillable="true" ma:displayName="dateaccessed" ma:format="DateOnly" ma:internalName="dateaccessed">
      <xsd:simpleType>
        <xsd:restriction base="dms:DateTim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f59333-07dd-4348-bbcd-8c36bc1bb6b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6c9b8a4-5ab7-4e38-b4de-59c7e1d65cc3}" ma:internalName="TaxCatchAll" ma:showField="CatchAllData" ma:web="22f59333-07dd-4348-bbcd-8c36bc1bb6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1C5F79-FBCA-4F46-A1D7-BC99FE0F32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9CC6F5-B8E3-43F9-8A87-0F870821AA79}">
  <ds:schemaRefs>
    <ds:schemaRef ds:uri="22f59333-07dd-4348-bbcd-8c36bc1bb6bd"/>
    <ds:schemaRef ds:uri="401213bc-cf33-4e82-9359-cd35485a38d2"/>
    <ds:schemaRef ds:uri="aeaad743-c813-4b01-b7d5-36368adb10b7"/>
    <ds:schemaRef ds:uri="bfe72cd4-5de8-44f3-bcb9-4e4b78d7857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099099D-B3CE-403E-AF86-FF6B830DA7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72cd4-5de8-44f3-bcb9-4e4b78d78579"/>
    <ds:schemaRef ds:uri="22f59333-07dd-4348-bbcd-8c36bc1bb6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KS3 Template</Template>
  <TotalTime>491</TotalTime>
  <Words>772</Words>
  <Application>Microsoft Office PowerPoint</Application>
  <PresentationFormat>Widescreen</PresentationFormat>
  <Paragraphs>123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Avenir Next LT Pro</vt:lpstr>
      <vt:lpstr>Calibri</vt:lpstr>
      <vt:lpstr>Corbel Light</vt:lpstr>
      <vt:lpstr>Daytona</vt:lpstr>
      <vt:lpstr>Open Sans</vt:lpstr>
      <vt:lpstr>Segoe UI</vt:lpstr>
      <vt:lpstr>Symbol</vt:lpstr>
      <vt:lpstr>Office Theme</vt:lpstr>
      <vt:lpstr>PowerPoint Presentation</vt:lpstr>
      <vt:lpstr>PowerPoint Presentation</vt:lpstr>
      <vt:lpstr>Welcome Back Year 8</vt:lpstr>
      <vt:lpstr>Welcome Back Year 8</vt:lpstr>
      <vt:lpstr>PowerPoint Presentation</vt:lpstr>
      <vt:lpstr>Welcome Back Year 8</vt:lpstr>
      <vt:lpstr>Welcome Back Year 8</vt:lpstr>
      <vt:lpstr>Welcome Back Year 8</vt:lpstr>
      <vt:lpstr>Welcome Back Year 8</vt:lpstr>
      <vt:lpstr>Welcome Back Year 8</vt:lpstr>
      <vt:lpstr>Welcome Back Year 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7.1.1 Introducing Computing</dc:title>
  <dc:creator>Amy Peebles</dc:creator>
  <cp:lastModifiedBy>Jerome Thompson</cp:lastModifiedBy>
  <cp:revision>2</cp:revision>
  <dcterms:created xsi:type="dcterms:W3CDTF">2022-02-21T16:28:15Z</dcterms:created>
  <dcterms:modified xsi:type="dcterms:W3CDTF">2026-09-09T12:14:31Z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0x01010053F5C8DB6524E042920744FAE0E40E34</vt:lpwstr>
  </property>
  <property fmtid="{D5CDD505-2E9C-101B-9397-08002B2CF9AE}" pid="3" name="Order">
    <vt:r8>8700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