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72" r:id="rId5"/>
    <p:sldId id="310" r:id="rId6"/>
    <p:sldId id="282" r:id="rId7"/>
    <p:sldId id="293" r:id="rId8"/>
    <p:sldId id="296" r:id="rId9"/>
    <p:sldId id="294" r:id="rId10"/>
    <p:sldId id="297" r:id="rId11"/>
    <p:sldId id="295" r:id="rId12"/>
    <p:sldId id="298" r:id="rId13"/>
    <p:sldId id="311" r:id="rId14"/>
    <p:sldId id="300" r:id="rId15"/>
    <p:sldId id="301" r:id="rId16"/>
    <p:sldId id="303" r:id="rId17"/>
    <p:sldId id="304" r:id="rId18"/>
    <p:sldId id="305" r:id="rId19"/>
    <p:sldId id="306" r:id="rId20"/>
    <p:sldId id="307" r:id="rId21"/>
    <p:sldId id="308" r:id="rId22"/>
    <p:sldId id="302" r:id="rId23"/>
    <p:sldId id="309" r:id="rId24"/>
    <p:sldId id="312" r:id="rId35"/>
    <p:sldId id="269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835"/>
    <a:srgbClr val="5D989B"/>
    <a:srgbClr val="A0CFD2"/>
    <a:srgbClr val="6A587A"/>
    <a:srgbClr val="9CC1B5"/>
    <a:srgbClr val="C1D9D1"/>
    <a:srgbClr val="FFFFCC"/>
    <a:srgbClr val="006A4C"/>
    <a:srgbClr val="7F6A93"/>
    <a:srgbClr val="3E00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490B1-6CCA-473E-96DC-0966C98B4F23}" v="3" dt="2025-05-20T08:30:15.1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" Type="http://schemas.openxmlformats.org/officeDocument/2006/relationships/customXml" Target="../customXml/item3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Relationship Id="rId34" Type="http://schemas.microsoft.com/office/2015/10/relationships/revisionInfo" Target="revisionInfo.xml"/><Relationship Id="rId35" Type="http://schemas.openxmlformats.org/officeDocument/2006/relationships/slide" Target="slides/slide22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ome Thompson" userId="4f107d6c-b8c4-4a9a-838b-373d44ae3199" providerId="ADAL" clId="{DAC36E4C-4F43-4462-BC70-0D135CADE5AC}"/>
    <pc:docChg chg="modSld sldOrd">
      <pc:chgData name="Jerome Thompson" userId="4f107d6c-b8c4-4a9a-838b-373d44ae3199" providerId="ADAL" clId="{DAC36E4C-4F43-4462-BC70-0D135CADE5AC}" dt="2023-09-20T15:03:40.055" v="17" actId="729"/>
      <pc:docMkLst>
        <pc:docMk/>
      </pc:docMkLst>
      <pc:sldChg chg="modSp mod">
        <pc:chgData name="Jerome Thompson" userId="4f107d6c-b8c4-4a9a-838b-373d44ae3199" providerId="ADAL" clId="{DAC36E4C-4F43-4462-BC70-0D135CADE5AC}" dt="2023-09-20T08:55:52.451" v="12" actId="20577"/>
        <pc:sldMkLst>
          <pc:docMk/>
          <pc:sldMk cId="1525812660" sldId="256"/>
        </pc:sldMkLst>
        <pc:spChg chg="mod">
          <ac:chgData name="Jerome Thompson" userId="4f107d6c-b8c4-4a9a-838b-373d44ae3199" providerId="ADAL" clId="{DAC36E4C-4F43-4462-BC70-0D135CADE5AC}" dt="2023-09-20T08:55:52.451" v="12" actId="20577"/>
          <ac:spMkLst>
            <pc:docMk/>
            <pc:sldMk cId="1525812660" sldId="256"/>
            <ac:spMk id="10" creationId="{C5CAA717-AED2-1D78-045A-E629CA1B868B}"/>
          </ac:spMkLst>
        </pc:spChg>
      </pc:sldChg>
      <pc:sldChg chg="mod modShow">
        <pc:chgData name="Jerome Thompson" userId="4f107d6c-b8c4-4a9a-838b-373d44ae3199" providerId="ADAL" clId="{DAC36E4C-4F43-4462-BC70-0D135CADE5AC}" dt="2023-09-20T15:03:40.055" v="17" actId="729"/>
        <pc:sldMkLst>
          <pc:docMk/>
          <pc:sldMk cId="565007703" sldId="263"/>
        </pc:sldMkLst>
      </pc:sldChg>
      <pc:sldChg chg="mod modShow">
        <pc:chgData name="Jerome Thompson" userId="4f107d6c-b8c4-4a9a-838b-373d44ae3199" providerId="ADAL" clId="{DAC36E4C-4F43-4462-BC70-0D135CADE5AC}" dt="2023-09-20T15:03:30.514" v="16" actId="729"/>
        <pc:sldMkLst>
          <pc:docMk/>
          <pc:sldMk cId="2957017793" sldId="264"/>
        </pc:sldMkLst>
      </pc:sldChg>
      <pc:sldChg chg="mod modShow">
        <pc:chgData name="Jerome Thompson" userId="4f107d6c-b8c4-4a9a-838b-373d44ae3199" providerId="ADAL" clId="{DAC36E4C-4F43-4462-BC70-0D135CADE5AC}" dt="2023-09-20T15:03:27.508" v="15" actId="729"/>
        <pc:sldMkLst>
          <pc:docMk/>
          <pc:sldMk cId="834327076" sldId="265"/>
        </pc:sldMkLst>
      </pc:sldChg>
      <pc:sldChg chg="mod modShow">
        <pc:chgData name="Jerome Thompson" userId="4f107d6c-b8c4-4a9a-838b-373d44ae3199" providerId="ADAL" clId="{DAC36E4C-4F43-4462-BC70-0D135CADE5AC}" dt="2023-09-20T15:03:22.133" v="14" actId="729"/>
        <pc:sldMkLst>
          <pc:docMk/>
          <pc:sldMk cId="1997715661" sldId="266"/>
        </pc:sldMkLst>
      </pc:sldChg>
      <pc:sldChg chg="mod modShow">
        <pc:chgData name="Jerome Thompson" userId="4f107d6c-b8c4-4a9a-838b-373d44ae3199" providerId="ADAL" clId="{DAC36E4C-4F43-4462-BC70-0D135CADE5AC}" dt="2023-09-20T15:03:18.847" v="13" actId="729"/>
        <pc:sldMkLst>
          <pc:docMk/>
          <pc:sldMk cId="92174042" sldId="267"/>
        </pc:sldMkLst>
      </pc:sldChg>
    </pc:docChg>
  </pc:docChgLst>
  <pc:docChgLst>
    <pc:chgData name="Rajan Verma" userId="S::rverma@reephamhigh.org.uk::aef9c1c0-c6f0-4b82-a8a5-69d5e63e1b87" providerId="AD" clId="Web-{450DEF37-B048-498D-B146-4C6DAB838FCB}"/>
    <pc:docChg chg="sldOrd">
      <pc:chgData name="Rajan Verma" userId="S::rverma@reephamhigh.org.uk::aef9c1c0-c6f0-4b82-a8a5-69d5e63e1b87" providerId="AD" clId="Web-{450DEF37-B048-498D-B146-4C6DAB838FCB}" dt="2022-12-08T09:05:48.492" v="1"/>
      <pc:docMkLst>
        <pc:docMk/>
      </pc:docMkLst>
      <pc:sldChg chg="ord">
        <pc:chgData name="Rajan Verma" userId="S::rverma@reephamhigh.org.uk::aef9c1c0-c6f0-4b82-a8a5-69d5e63e1b87" providerId="AD" clId="Web-{450DEF37-B048-498D-B146-4C6DAB838FCB}" dt="2022-12-08T09:05:48.492" v="1"/>
        <pc:sldMkLst>
          <pc:docMk/>
          <pc:sldMk cId="3507801396" sldId="262"/>
        </pc:sldMkLst>
      </pc:sldChg>
    </pc:docChg>
  </pc:docChgLst>
  <pc:docChgLst>
    <pc:chgData name="Amy Peebles" userId="55df9692-3791-40ae-bd44-2b55daecbb6e" providerId="ADAL" clId="{A4B79EAE-23E3-454A-9331-A20622D94DEA}"/>
    <pc:docChg chg="custSel addSld modSld">
      <pc:chgData name="Amy Peebles" userId="55df9692-3791-40ae-bd44-2b55daecbb6e" providerId="ADAL" clId="{A4B79EAE-23E3-454A-9331-A20622D94DEA}" dt="2024-10-11T10:04:17.792" v="161" actId="1076"/>
      <pc:docMkLst>
        <pc:docMk/>
      </pc:docMkLst>
      <pc:sldChg chg="addSp delSp modSp mod modAnim">
        <pc:chgData name="Amy Peebles" userId="55df9692-3791-40ae-bd44-2b55daecbb6e" providerId="ADAL" clId="{A4B79EAE-23E3-454A-9331-A20622D94DEA}" dt="2024-10-11T10:04:17.792" v="161" actId="1076"/>
        <pc:sldMkLst>
          <pc:docMk/>
          <pc:sldMk cId="3141929425" sldId="299"/>
        </pc:sldMkLst>
        <pc:spChg chg="add del mod">
          <ac:chgData name="Amy Peebles" userId="55df9692-3791-40ae-bd44-2b55daecbb6e" providerId="ADAL" clId="{A4B79EAE-23E3-454A-9331-A20622D94DEA}" dt="2024-10-11T10:03:45.938" v="127" actId="478"/>
          <ac:spMkLst>
            <pc:docMk/>
            <pc:sldMk cId="3141929425" sldId="299"/>
            <ac:spMk id="2" creationId="{9F9361CE-0BC3-E61D-F510-ABEAD28A21C6}"/>
          </ac:spMkLst>
        </pc:spChg>
        <pc:spChg chg="mod">
          <ac:chgData name="Amy Peebles" userId="55df9692-3791-40ae-bd44-2b55daecbb6e" providerId="ADAL" clId="{A4B79EAE-23E3-454A-9331-A20622D94DEA}" dt="2024-10-11T10:04:16.203" v="160" actId="20577"/>
          <ac:spMkLst>
            <pc:docMk/>
            <pc:sldMk cId="3141929425" sldId="299"/>
            <ac:spMk id="6" creationId="{0AFB1129-23C2-6581-6F16-F520512CCE4C}"/>
          </ac:spMkLst>
        </pc:spChg>
        <pc:spChg chg="del">
          <ac:chgData name="Amy Peebles" userId="55df9692-3791-40ae-bd44-2b55daecbb6e" providerId="ADAL" clId="{A4B79EAE-23E3-454A-9331-A20622D94DEA}" dt="2024-10-11T10:02:21.515" v="10" actId="478"/>
          <ac:spMkLst>
            <pc:docMk/>
            <pc:sldMk cId="3141929425" sldId="299"/>
            <ac:spMk id="7" creationId="{9CD4AB4C-7FAF-546F-0382-0CD0B7345C5E}"/>
          </ac:spMkLst>
        </pc:spChg>
        <pc:spChg chg="mod">
          <ac:chgData name="Amy Peebles" userId="55df9692-3791-40ae-bd44-2b55daecbb6e" providerId="ADAL" clId="{A4B79EAE-23E3-454A-9331-A20622D94DEA}" dt="2024-10-11T10:02:16.528" v="8" actId="20577"/>
          <ac:spMkLst>
            <pc:docMk/>
            <pc:sldMk cId="3141929425" sldId="299"/>
            <ac:spMk id="8" creationId="{B15570AE-611C-CA09-B7B4-C3D29478CC1A}"/>
          </ac:spMkLst>
        </pc:spChg>
        <pc:spChg chg="del">
          <ac:chgData name="Amy Peebles" userId="55df9692-3791-40ae-bd44-2b55daecbb6e" providerId="ADAL" clId="{A4B79EAE-23E3-454A-9331-A20622D94DEA}" dt="2024-10-11T10:02:21.515" v="10" actId="478"/>
          <ac:spMkLst>
            <pc:docMk/>
            <pc:sldMk cId="3141929425" sldId="299"/>
            <ac:spMk id="9" creationId="{6BC08D29-ED2C-1C0E-3088-BE1C33399C54}"/>
          </ac:spMkLst>
        </pc:spChg>
        <pc:spChg chg="del">
          <ac:chgData name="Amy Peebles" userId="55df9692-3791-40ae-bd44-2b55daecbb6e" providerId="ADAL" clId="{A4B79EAE-23E3-454A-9331-A20622D94DEA}" dt="2024-10-11T10:02:21.515" v="10" actId="478"/>
          <ac:spMkLst>
            <pc:docMk/>
            <pc:sldMk cId="3141929425" sldId="299"/>
            <ac:spMk id="10" creationId="{A3C19111-D64E-EF92-F217-6422C77EDE3F}"/>
          </ac:spMkLst>
        </pc:spChg>
        <pc:picChg chg="del">
          <ac:chgData name="Amy Peebles" userId="55df9692-3791-40ae-bd44-2b55daecbb6e" providerId="ADAL" clId="{A4B79EAE-23E3-454A-9331-A20622D94DEA}" dt="2024-10-11T10:02:11.472" v="1" actId="478"/>
          <ac:picMkLst>
            <pc:docMk/>
            <pc:sldMk cId="3141929425" sldId="299"/>
            <ac:picMk id="3" creationId="{DBDB9B06-CFA3-491C-83F5-C7289FEB6224}"/>
          </ac:picMkLst>
        </pc:picChg>
        <pc:picChg chg="add mod">
          <ac:chgData name="Amy Peebles" userId="55df9692-3791-40ae-bd44-2b55daecbb6e" providerId="ADAL" clId="{A4B79EAE-23E3-454A-9331-A20622D94DEA}" dt="2024-10-11T10:04:17.792" v="161" actId="1076"/>
          <ac:picMkLst>
            <pc:docMk/>
            <pc:sldMk cId="3141929425" sldId="299"/>
            <ac:picMk id="4" creationId="{A348DA21-6969-6737-EE49-C30F72A3269E}"/>
          </ac:picMkLst>
        </pc:picChg>
        <pc:picChg chg="del">
          <ac:chgData name="Amy Peebles" userId="55df9692-3791-40ae-bd44-2b55daecbb6e" providerId="ADAL" clId="{A4B79EAE-23E3-454A-9331-A20622D94DEA}" dt="2024-10-11T10:02:18.222" v="9" actId="478"/>
          <ac:picMkLst>
            <pc:docMk/>
            <pc:sldMk cId="3141929425" sldId="299"/>
            <ac:picMk id="11" creationId="{2B281777-DC0C-6496-BAAA-E39AFD96E6DB}"/>
          </ac:picMkLst>
        </pc:picChg>
        <pc:picChg chg="del">
          <ac:chgData name="Amy Peebles" userId="55df9692-3791-40ae-bd44-2b55daecbb6e" providerId="ADAL" clId="{A4B79EAE-23E3-454A-9331-A20622D94DEA}" dt="2024-10-11T10:02:21.515" v="10" actId="478"/>
          <ac:picMkLst>
            <pc:docMk/>
            <pc:sldMk cId="3141929425" sldId="299"/>
            <ac:picMk id="12" creationId="{85B6DE93-C627-B423-A82E-6C7801704B88}"/>
          </ac:picMkLst>
        </pc:picChg>
        <pc:picChg chg="del">
          <ac:chgData name="Amy Peebles" userId="55df9692-3791-40ae-bd44-2b55daecbb6e" providerId="ADAL" clId="{A4B79EAE-23E3-454A-9331-A20622D94DEA}" dt="2024-10-11T10:02:21.515" v="10" actId="478"/>
          <ac:picMkLst>
            <pc:docMk/>
            <pc:sldMk cId="3141929425" sldId="299"/>
            <ac:picMk id="13" creationId="{5F058AD0-5965-1A76-3C36-D3250C7A83C7}"/>
          </ac:picMkLst>
        </pc:picChg>
        <pc:picChg chg="del">
          <ac:chgData name="Amy Peebles" userId="55df9692-3791-40ae-bd44-2b55daecbb6e" providerId="ADAL" clId="{A4B79EAE-23E3-454A-9331-A20622D94DEA}" dt="2024-10-11T10:02:21.515" v="10" actId="478"/>
          <ac:picMkLst>
            <pc:docMk/>
            <pc:sldMk cId="3141929425" sldId="299"/>
            <ac:picMk id="3074" creationId="{1BBB476B-70F7-769D-26CC-738D458A4DF9}"/>
          </ac:picMkLst>
        </pc:picChg>
      </pc:sldChg>
      <pc:sldChg chg="add">
        <pc:chgData name="Amy Peebles" userId="55df9692-3791-40ae-bd44-2b55daecbb6e" providerId="ADAL" clId="{A4B79EAE-23E3-454A-9331-A20622D94DEA}" dt="2024-10-11T10:02:08.838" v="0"/>
        <pc:sldMkLst>
          <pc:docMk/>
          <pc:sldMk cId="1625359477" sldId="311"/>
        </pc:sldMkLst>
      </pc:sldChg>
    </pc:docChg>
  </pc:docChgLst>
  <pc:docChgLst>
    <pc:chgData name="Amy Peebles" userId="aefda011-9cbe-47a6-821c-afbe9595bac5" providerId="ADAL" clId="{E02715C1-CC63-40BF-A336-2A53E0251DAE}"/>
    <pc:docChg chg="modSld">
      <pc:chgData name="Amy Peebles" userId="aefda011-9cbe-47a6-821c-afbe9595bac5" providerId="ADAL" clId="{E02715C1-CC63-40BF-A336-2A53E0251DAE}" dt="2022-03-07T20:49:06.215" v="3" actId="20577"/>
      <pc:docMkLst>
        <pc:docMk/>
      </pc:docMkLst>
      <pc:sldChg chg="modSp">
        <pc:chgData name="Amy Peebles" userId="aefda011-9cbe-47a6-821c-afbe9595bac5" providerId="ADAL" clId="{E02715C1-CC63-40BF-A336-2A53E0251DAE}" dt="2022-03-07T20:48:55.282" v="1" actId="20577"/>
        <pc:sldMkLst>
          <pc:docMk/>
          <pc:sldMk cId="3507801396" sldId="262"/>
        </pc:sldMkLst>
        <pc:spChg chg="mod">
          <ac:chgData name="Amy Peebles" userId="aefda011-9cbe-47a6-821c-afbe9595bac5" providerId="ADAL" clId="{E02715C1-CC63-40BF-A336-2A53E0251DAE}" dt="2022-03-07T20:48:55.282" v="1" actId="20577"/>
          <ac:spMkLst>
            <pc:docMk/>
            <pc:sldMk cId="3507801396" sldId="262"/>
            <ac:spMk id="2" creationId="{CCDF0A12-74C9-45B1-9459-5CE6AC8EC218}"/>
          </ac:spMkLst>
        </pc:spChg>
      </pc:sldChg>
      <pc:sldChg chg="modSp mod">
        <pc:chgData name="Amy Peebles" userId="aefda011-9cbe-47a6-821c-afbe9595bac5" providerId="ADAL" clId="{E02715C1-CC63-40BF-A336-2A53E0251DAE}" dt="2022-03-07T20:49:06.215" v="3" actId="20577"/>
        <pc:sldMkLst>
          <pc:docMk/>
          <pc:sldMk cId="1773783856" sldId="268"/>
        </pc:sldMkLst>
        <pc:spChg chg="mod">
          <ac:chgData name="Amy Peebles" userId="aefda011-9cbe-47a6-821c-afbe9595bac5" providerId="ADAL" clId="{E02715C1-CC63-40BF-A336-2A53E0251DAE}" dt="2022-03-07T20:49:06.215" v="3" actId="20577"/>
          <ac:spMkLst>
            <pc:docMk/>
            <pc:sldMk cId="1773783856" sldId="268"/>
            <ac:spMk id="8" creationId="{E8C238C8-0768-4B16-9C70-847DCEE79A24}"/>
          </ac:spMkLst>
        </pc:spChg>
      </pc:sldChg>
    </pc:docChg>
  </pc:docChgLst>
  <pc:docChgLst>
    <pc:chgData name="Amy Peebles" userId="55df9692-3791-40ae-bd44-2b55daecbb6e" providerId="ADAL" clId="{C58864B7-7ACB-41C1-96D7-FD6FACC325CB}"/>
    <pc:docChg chg="undo redo custSel addSld delSld modSld sldOrd modMainMaster">
      <pc:chgData name="Amy Peebles" userId="55df9692-3791-40ae-bd44-2b55daecbb6e" providerId="ADAL" clId="{C58864B7-7ACB-41C1-96D7-FD6FACC325CB}" dt="2024-06-27T12:36:37.703" v="3428" actId="1440"/>
      <pc:docMkLst>
        <pc:docMk/>
      </pc:docMkLst>
      <pc:sldChg chg="modSp del mod">
        <pc:chgData name="Amy Peebles" userId="55df9692-3791-40ae-bd44-2b55daecbb6e" providerId="ADAL" clId="{C58864B7-7ACB-41C1-96D7-FD6FACC325CB}" dt="2024-06-27T10:52:22.579" v="1637" actId="47"/>
        <pc:sldMkLst>
          <pc:docMk/>
          <pc:sldMk cId="1525812660" sldId="256"/>
        </pc:sldMkLst>
        <pc:spChg chg="mod">
          <ac:chgData name="Amy Peebles" userId="55df9692-3791-40ae-bd44-2b55daecbb6e" providerId="ADAL" clId="{C58864B7-7ACB-41C1-96D7-FD6FACC325CB}" dt="2024-06-27T09:37:09.136" v="22"/>
          <ac:spMkLst>
            <pc:docMk/>
            <pc:sldMk cId="1525812660" sldId="256"/>
            <ac:spMk id="7" creationId="{A0DBA413-FD07-4FC7-8F41-7770927D4CEE}"/>
          </ac:spMkLst>
        </pc:spChg>
      </pc:sldChg>
      <pc:sldChg chg="addSp delSp modSp mod">
        <pc:chgData name="Amy Peebles" userId="55df9692-3791-40ae-bd44-2b55daecbb6e" providerId="ADAL" clId="{C58864B7-7ACB-41C1-96D7-FD6FACC325CB}" dt="2024-06-27T12:26:32.915" v="3132" actId="1076"/>
        <pc:sldMkLst>
          <pc:docMk/>
          <pc:sldMk cId="3001956803" sldId="258"/>
        </pc:sldMkLst>
        <pc:spChg chg="add mod">
          <ac:chgData name="Amy Peebles" userId="55df9692-3791-40ae-bd44-2b55daecbb6e" providerId="ADAL" clId="{C58864B7-7ACB-41C1-96D7-FD6FACC325CB}" dt="2024-06-27T12:25:18.396" v="3110"/>
          <ac:spMkLst>
            <pc:docMk/>
            <pc:sldMk cId="3001956803" sldId="258"/>
            <ac:spMk id="2" creationId="{9DFE92EE-D7CD-8174-CB0A-E4DA5CF0668A}"/>
          </ac:spMkLst>
        </pc:spChg>
        <pc:spChg chg="add mod">
          <ac:chgData name="Amy Peebles" userId="55df9692-3791-40ae-bd44-2b55daecbb6e" providerId="ADAL" clId="{C58864B7-7ACB-41C1-96D7-FD6FACC325CB}" dt="2024-06-27T12:25:18.396" v="3110"/>
          <ac:spMkLst>
            <pc:docMk/>
            <pc:sldMk cId="3001956803" sldId="258"/>
            <ac:spMk id="3" creationId="{3BB4D777-B23A-64D0-3770-A037CEBE98B5}"/>
          </ac:spMkLst>
        </pc:spChg>
        <pc:spChg chg="add mod">
          <ac:chgData name="Amy Peebles" userId="55df9692-3791-40ae-bd44-2b55daecbb6e" providerId="ADAL" clId="{C58864B7-7ACB-41C1-96D7-FD6FACC325CB}" dt="2024-06-27T12:25:18.396" v="3110"/>
          <ac:spMkLst>
            <pc:docMk/>
            <pc:sldMk cId="3001956803" sldId="258"/>
            <ac:spMk id="4" creationId="{D24C300C-5D6C-846D-BD94-449FD53A2B14}"/>
          </ac:spMkLst>
        </pc:spChg>
        <pc:spChg chg="add mod">
          <ac:chgData name="Amy Peebles" userId="55df9692-3791-40ae-bd44-2b55daecbb6e" providerId="ADAL" clId="{C58864B7-7ACB-41C1-96D7-FD6FACC325CB}" dt="2024-06-27T12:25:18.396" v="3110"/>
          <ac:spMkLst>
            <pc:docMk/>
            <pc:sldMk cId="3001956803" sldId="258"/>
            <ac:spMk id="5" creationId="{59F1F668-3AD3-A787-0DC3-EE96911031C8}"/>
          </ac:spMkLst>
        </pc:spChg>
        <pc:spChg chg="mod">
          <ac:chgData name="Amy Peebles" userId="55df9692-3791-40ae-bd44-2b55daecbb6e" providerId="ADAL" clId="{C58864B7-7ACB-41C1-96D7-FD6FACC325CB}" dt="2024-06-27T09:37:12.715" v="24"/>
          <ac:spMkLst>
            <pc:docMk/>
            <pc:sldMk cId="3001956803" sldId="258"/>
            <ac:spMk id="7" creationId="{A0DBA413-FD07-4FC7-8F41-7770927D4CEE}"/>
          </ac:spMkLst>
        </pc:spChg>
        <pc:spChg chg="mod">
          <ac:chgData name="Amy Peebles" userId="55df9692-3791-40ae-bd44-2b55daecbb6e" providerId="ADAL" clId="{C58864B7-7ACB-41C1-96D7-FD6FACC325CB}" dt="2024-06-27T12:26:09.786" v="3124" actId="1076"/>
          <ac:spMkLst>
            <pc:docMk/>
            <pc:sldMk cId="3001956803" sldId="258"/>
            <ac:spMk id="8" creationId="{E8C238C8-0768-4B16-9C70-847DCEE79A24}"/>
          </ac:spMkLst>
        </pc:spChg>
        <pc:spChg chg="mod">
          <ac:chgData name="Amy Peebles" userId="55df9692-3791-40ae-bd44-2b55daecbb6e" providerId="ADAL" clId="{C58864B7-7ACB-41C1-96D7-FD6FACC325CB}" dt="2024-06-27T12:26:32.915" v="3132" actId="1076"/>
          <ac:spMkLst>
            <pc:docMk/>
            <pc:sldMk cId="3001956803" sldId="258"/>
            <ac:spMk id="10" creationId="{6C6EF02D-658A-49D6-9CA4-A26913E65DDA}"/>
          </ac:spMkLst>
        </pc:spChg>
        <pc:spChg chg="mod">
          <ac:chgData name="Amy Peebles" userId="55df9692-3791-40ae-bd44-2b55daecbb6e" providerId="ADAL" clId="{C58864B7-7ACB-41C1-96D7-FD6FACC325CB}" dt="2024-06-27T12:26:28.171" v="3131" actId="1076"/>
          <ac:spMkLst>
            <pc:docMk/>
            <pc:sldMk cId="3001956803" sldId="258"/>
            <ac:spMk id="11" creationId="{29097B6C-18D3-45CD-BADC-A417D118B7CB}"/>
          </ac:spMkLst>
        </pc:spChg>
        <pc:spChg chg="del">
          <ac:chgData name="Amy Peebles" userId="55df9692-3791-40ae-bd44-2b55daecbb6e" providerId="ADAL" clId="{C58864B7-7ACB-41C1-96D7-FD6FACC325CB}" dt="2024-06-27T12:23:59.126" v="3086" actId="478"/>
          <ac:spMkLst>
            <pc:docMk/>
            <pc:sldMk cId="3001956803" sldId="258"/>
            <ac:spMk id="15" creationId="{AABD4186-0013-4A99-A878-7207493B6CB0}"/>
          </ac:spMkLst>
        </pc:spChg>
        <pc:spChg chg="del">
          <ac:chgData name="Amy Peebles" userId="55df9692-3791-40ae-bd44-2b55daecbb6e" providerId="ADAL" clId="{C58864B7-7ACB-41C1-96D7-FD6FACC325CB}" dt="2024-06-27T12:23:59.126" v="3086" actId="478"/>
          <ac:spMkLst>
            <pc:docMk/>
            <pc:sldMk cId="3001956803" sldId="258"/>
            <ac:spMk id="16" creationId="{BECB8FE4-0877-41B3-A9BF-E16C6186BE3F}"/>
          </ac:spMkLst>
        </pc:spChg>
        <pc:spChg chg="del">
          <ac:chgData name="Amy Peebles" userId="55df9692-3791-40ae-bd44-2b55daecbb6e" providerId="ADAL" clId="{C58864B7-7ACB-41C1-96D7-FD6FACC325CB}" dt="2024-06-27T12:23:59.126" v="3086" actId="478"/>
          <ac:spMkLst>
            <pc:docMk/>
            <pc:sldMk cId="3001956803" sldId="258"/>
            <ac:spMk id="17" creationId="{BD0C72A1-B898-4D33-8A11-0863A3168C7F}"/>
          </ac:spMkLst>
        </pc:spChg>
        <pc:spChg chg="del">
          <ac:chgData name="Amy Peebles" userId="55df9692-3791-40ae-bd44-2b55daecbb6e" providerId="ADAL" clId="{C58864B7-7ACB-41C1-96D7-FD6FACC325CB}" dt="2024-06-27T12:23:59.126" v="3086" actId="478"/>
          <ac:spMkLst>
            <pc:docMk/>
            <pc:sldMk cId="3001956803" sldId="258"/>
            <ac:spMk id="18" creationId="{736DE29C-C31F-422A-AE9E-045209146C7F}"/>
          </ac:spMkLst>
        </pc:spChg>
        <pc:picChg chg="mod">
          <ac:chgData name="Amy Peebles" userId="55df9692-3791-40ae-bd44-2b55daecbb6e" providerId="ADAL" clId="{C58864B7-7ACB-41C1-96D7-FD6FACC325CB}" dt="2024-06-27T12:26:13.593" v="3126" actId="1076"/>
          <ac:picMkLst>
            <pc:docMk/>
            <pc:sldMk cId="3001956803" sldId="258"/>
            <ac:picMk id="1026" creationId="{604025D5-D533-43E4-A10E-3E95100F4C85}"/>
          </ac:picMkLst>
        </pc:picChg>
        <pc:picChg chg="mod">
          <ac:chgData name="Amy Peebles" userId="55df9692-3791-40ae-bd44-2b55daecbb6e" providerId="ADAL" clId="{C58864B7-7ACB-41C1-96D7-FD6FACC325CB}" dt="2024-06-27T12:26:25.275" v="3130" actId="1076"/>
          <ac:picMkLst>
            <pc:docMk/>
            <pc:sldMk cId="3001956803" sldId="258"/>
            <ac:picMk id="1028" creationId="{C15AD236-E01C-493B-AC84-56E736A3508E}"/>
          </ac:picMkLst>
        </pc:picChg>
        <pc:picChg chg="mod">
          <ac:chgData name="Amy Peebles" userId="55df9692-3791-40ae-bd44-2b55daecbb6e" providerId="ADAL" clId="{C58864B7-7ACB-41C1-96D7-FD6FACC325CB}" dt="2024-06-27T12:26:15.849" v="3127" actId="1076"/>
          <ac:picMkLst>
            <pc:docMk/>
            <pc:sldMk cId="3001956803" sldId="258"/>
            <ac:picMk id="1030" creationId="{E3646B6B-A3F9-40D7-B292-0F1A0A54C98D}"/>
          </ac:picMkLst>
        </pc:picChg>
      </pc:sldChg>
      <pc:sldChg chg="addSp delSp modSp mod">
        <pc:chgData name="Amy Peebles" userId="55df9692-3791-40ae-bd44-2b55daecbb6e" providerId="ADAL" clId="{C58864B7-7ACB-41C1-96D7-FD6FACC325CB}" dt="2024-06-27T12:29:55.251" v="3239"/>
        <pc:sldMkLst>
          <pc:docMk/>
          <pc:sldMk cId="680552496" sldId="259"/>
        </pc:sldMkLst>
        <pc:spChg chg="add mod">
          <ac:chgData name="Amy Peebles" userId="55df9692-3791-40ae-bd44-2b55daecbb6e" providerId="ADAL" clId="{C58864B7-7ACB-41C1-96D7-FD6FACC325CB}" dt="2024-06-27T12:25:19.446" v="3111"/>
          <ac:spMkLst>
            <pc:docMk/>
            <pc:sldMk cId="680552496" sldId="259"/>
            <ac:spMk id="3" creationId="{7ED43FBC-ED8D-064A-CB52-D3A9A5391CF5}"/>
          </ac:spMkLst>
        </pc:spChg>
        <pc:spChg chg="add mod">
          <ac:chgData name="Amy Peebles" userId="55df9692-3791-40ae-bd44-2b55daecbb6e" providerId="ADAL" clId="{C58864B7-7ACB-41C1-96D7-FD6FACC325CB}" dt="2024-06-27T12:25:19.446" v="3111"/>
          <ac:spMkLst>
            <pc:docMk/>
            <pc:sldMk cId="680552496" sldId="259"/>
            <ac:spMk id="4" creationId="{3CCCC3DD-CC74-E36B-B95E-81A9784E07EB}"/>
          </ac:spMkLst>
        </pc:spChg>
        <pc:spChg chg="add mod">
          <ac:chgData name="Amy Peebles" userId="55df9692-3791-40ae-bd44-2b55daecbb6e" providerId="ADAL" clId="{C58864B7-7ACB-41C1-96D7-FD6FACC325CB}" dt="2024-06-27T12:25:19.446" v="3111"/>
          <ac:spMkLst>
            <pc:docMk/>
            <pc:sldMk cId="680552496" sldId="259"/>
            <ac:spMk id="5" creationId="{C8A49108-77D6-F1E4-8423-01652BC7365C}"/>
          </ac:spMkLst>
        </pc:spChg>
        <pc:spChg chg="add mod">
          <ac:chgData name="Amy Peebles" userId="55df9692-3791-40ae-bd44-2b55daecbb6e" providerId="ADAL" clId="{C58864B7-7ACB-41C1-96D7-FD6FACC325CB}" dt="2024-06-27T12:25:19.446" v="3111"/>
          <ac:spMkLst>
            <pc:docMk/>
            <pc:sldMk cId="680552496" sldId="259"/>
            <ac:spMk id="6" creationId="{06B222F1-0A61-EA61-3DB7-B12093B2F68A}"/>
          </ac:spMkLst>
        </pc:spChg>
        <pc:spChg chg="del mod">
          <ac:chgData name="Amy Peebles" userId="55df9692-3791-40ae-bd44-2b55daecbb6e" providerId="ADAL" clId="{C58864B7-7ACB-41C1-96D7-FD6FACC325CB}" dt="2024-06-27T12:29:52.794" v="3237" actId="478"/>
          <ac:spMkLst>
            <pc:docMk/>
            <pc:sldMk cId="680552496" sldId="259"/>
            <ac:spMk id="7" creationId="{A0DBA413-FD07-4FC7-8F41-7770927D4CEE}"/>
          </ac:spMkLst>
        </pc:spChg>
        <pc:spChg chg="mod">
          <ac:chgData name="Amy Peebles" userId="55df9692-3791-40ae-bd44-2b55daecbb6e" providerId="ADAL" clId="{C58864B7-7ACB-41C1-96D7-FD6FACC325CB}" dt="2024-06-27T12:26:44.331" v="3135" actId="1076"/>
          <ac:spMkLst>
            <pc:docMk/>
            <pc:sldMk cId="680552496" sldId="259"/>
            <ac:spMk id="8" creationId="{E8C238C8-0768-4B16-9C70-847DCEE79A24}"/>
          </ac:spMkLst>
        </pc:spChg>
        <pc:spChg chg="mod">
          <ac:chgData name="Amy Peebles" userId="55df9692-3791-40ae-bd44-2b55daecbb6e" providerId="ADAL" clId="{C58864B7-7ACB-41C1-96D7-FD6FACC325CB}" dt="2024-06-27T12:26:37.691" v="3133" actId="1076"/>
          <ac:spMkLst>
            <pc:docMk/>
            <pc:sldMk cId="680552496" sldId="259"/>
            <ac:spMk id="10" creationId="{6C6EF02D-658A-49D6-9CA4-A26913E65DDA}"/>
          </ac:spMkLst>
        </pc:spChg>
        <pc:spChg chg="mod">
          <ac:chgData name="Amy Peebles" userId="55df9692-3791-40ae-bd44-2b55daecbb6e" providerId="ADAL" clId="{C58864B7-7ACB-41C1-96D7-FD6FACC325CB}" dt="2024-06-27T12:26:58.115" v="3140" actId="1076"/>
          <ac:spMkLst>
            <pc:docMk/>
            <pc:sldMk cId="680552496" sldId="259"/>
            <ac:spMk id="11" creationId="{7937316E-1156-4237-8DCE-7ACB4AE21199}"/>
          </ac:spMkLst>
        </pc:spChg>
        <pc:spChg chg="add del mod">
          <ac:chgData name="Amy Peebles" userId="55df9692-3791-40ae-bd44-2b55daecbb6e" providerId="ADAL" clId="{C58864B7-7ACB-41C1-96D7-FD6FACC325CB}" dt="2024-06-27T12:29:54.783" v="3238" actId="478"/>
          <ac:spMkLst>
            <pc:docMk/>
            <pc:sldMk cId="680552496" sldId="259"/>
            <ac:spMk id="12" creationId="{E923FDDD-925A-5DB5-C387-021793BA0382}"/>
          </ac:spMkLst>
        </pc:spChg>
        <pc:spChg chg="del">
          <ac:chgData name="Amy Peebles" userId="55df9692-3791-40ae-bd44-2b55daecbb6e" providerId="ADAL" clId="{C58864B7-7ACB-41C1-96D7-FD6FACC325CB}" dt="2024-06-27T12:24:02.318" v="3087" actId="478"/>
          <ac:spMkLst>
            <pc:docMk/>
            <pc:sldMk cId="680552496" sldId="259"/>
            <ac:spMk id="13" creationId="{CF870F79-2C78-41E0-96B4-61C9089B2D95}"/>
          </ac:spMkLst>
        </pc:spChg>
        <pc:spChg chg="del">
          <ac:chgData name="Amy Peebles" userId="55df9692-3791-40ae-bd44-2b55daecbb6e" providerId="ADAL" clId="{C58864B7-7ACB-41C1-96D7-FD6FACC325CB}" dt="2024-06-27T12:24:02.318" v="3087" actId="478"/>
          <ac:spMkLst>
            <pc:docMk/>
            <pc:sldMk cId="680552496" sldId="259"/>
            <ac:spMk id="14" creationId="{84FF5DA4-B7B5-4FF4-8013-F2C1ED70DED2}"/>
          </ac:spMkLst>
        </pc:spChg>
        <pc:spChg chg="del">
          <ac:chgData name="Amy Peebles" userId="55df9692-3791-40ae-bd44-2b55daecbb6e" providerId="ADAL" clId="{C58864B7-7ACB-41C1-96D7-FD6FACC325CB}" dt="2024-06-27T12:24:02.318" v="3087" actId="478"/>
          <ac:spMkLst>
            <pc:docMk/>
            <pc:sldMk cId="680552496" sldId="259"/>
            <ac:spMk id="15" creationId="{5FDDB910-2429-4C24-B6FC-619F9199740B}"/>
          </ac:spMkLst>
        </pc:spChg>
        <pc:spChg chg="del">
          <ac:chgData name="Amy Peebles" userId="55df9692-3791-40ae-bd44-2b55daecbb6e" providerId="ADAL" clId="{C58864B7-7ACB-41C1-96D7-FD6FACC325CB}" dt="2024-06-27T12:24:02.318" v="3087" actId="478"/>
          <ac:spMkLst>
            <pc:docMk/>
            <pc:sldMk cId="680552496" sldId="259"/>
            <ac:spMk id="16" creationId="{E27FD026-EE6C-4F27-AECF-16992809D849}"/>
          </ac:spMkLst>
        </pc:spChg>
        <pc:spChg chg="add mod">
          <ac:chgData name="Amy Peebles" userId="55df9692-3791-40ae-bd44-2b55daecbb6e" providerId="ADAL" clId="{C58864B7-7ACB-41C1-96D7-FD6FACC325CB}" dt="2024-06-27T12:29:55.251" v="3239"/>
          <ac:spMkLst>
            <pc:docMk/>
            <pc:sldMk cId="680552496" sldId="259"/>
            <ac:spMk id="17" creationId="{20B790E4-714D-9120-A22A-E81E9A5316CA}"/>
          </ac:spMkLst>
        </pc:spChg>
        <pc:picChg chg="mod">
          <ac:chgData name="Amy Peebles" userId="55df9692-3791-40ae-bd44-2b55daecbb6e" providerId="ADAL" clId="{C58864B7-7ACB-41C1-96D7-FD6FACC325CB}" dt="2024-06-27T12:26:49.738" v="3137" actId="1076"/>
          <ac:picMkLst>
            <pc:docMk/>
            <pc:sldMk cId="680552496" sldId="259"/>
            <ac:picMk id="1030" creationId="{E3646B6B-A3F9-40D7-B292-0F1A0A54C98D}"/>
          </ac:picMkLst>
        </pc:picChg>
        <pc:picChg chg="mod">
          <ac:chgData name="Amy Peebles" userId="55df9692-3791-40ae-bd44-2b55daecbb6e" providerId="ADAL" clId="{C58864B7-7ACB-41C1-96D7-FD6FACC325CB}" dt="2024-06-27T12:26:55.155" v="3139" actId="1076"/>
          <ac:picMkLst>
            <pc:docMk/>
            <pc:sldMk cId="680552496" sldId="259"/>
            <ac:picMk id="2052" creationId="{3AB752F5-B9C3-4F04-9796-8EC2DC11648F}"/>
          </ac:picMkLst>
        </pc:picChg>
      </pc:sldChg>
      <pc:sldChg chg="addSp delSp modSp mod modAnim">
        <pc:chgData name="Amy Peebles" userId="55df9692-3791-40ae-bd44-2b55daecbb6e" providerId="ADAL" clId="{C58864B7-7ACB-41C1-96D7-FD6FACC325CB}" dt="2024-06-27T12:30:02.338" v="3242"/>
        <pc:sldMkLst>
          <pc:docMk/>
          <pc:sldMk cId="584674306" sldId="260"/>
        </pc:sldMkLst>
        <pc:spChg chg="add mod">
          <ac:chgData name="Amy Peebles" userId="55df9692-3791-40ae-bd44-2b55daecbb6e" providerId="ADAL" clId="{C58864B7-7ACB-41C1-96D7-FD6FACC325CB}" dt="2024-06-27T12:25:20.074" v="3112"/>
          <ac:spMkLst>
            <pc:docMk/>
            <pc:sldMk cId="584674306" sldId="260"/>
            <ac:spMk id="2" creationId="{B110FC73-5B75-DF0A-7320-32B3A6A61F80}"/>
          </ac:spMkLst>
        </pc:spChg>
        <pc:spChg chg="add mod">
          <ac:chgData name="Amy Peebles" userId="55df9692-3791-40ae-bd44-2b55daecbb6e" providerId="ADAL" clId="{C58864B7-7ACB-41C1-96D7-FD6FACC325CB}" dt="2024-06-27T12:25:20.074" v="3112"/>
          <ac:spMkLst>
            <pc:docMk/>
            <pc:sldMk cId="584674306" sldId="260"/>
            <ac:spMk id="3" creationId="{F99456B3-9A79-E648-953E-ED44DD11C641}"/>
          </ac:spMkLst>
        </pc:spChg>
        <pc:spChg chg="add mod">
          <ac:chgData name="Amy Peebles" userId="55df9692-3791-40ae-bd44-2b55daecbb6e" providerId="ADAL" clId="{C58864B7-7ACB-41C1-96D7-FD6FACC325CB}" dt="2024-06-27T12:25:20.074" v="3112"/>
          <ac:spMkLst>
            <pc:docMk/>
            <pc:sldMk cId="584674306" sldId="260"/>
            <ac:spMk id="4" creationId="{4A7BDA88-B7A5-1AB0-4398-3703BEB7DFFF}"/>
          </ac:spMkLst>
        </pc:spChg>
        <pc:spChg chg="add mod">
          <ac:chgData name="Amy Peebles" userId="55df9692-3791-40ae-bd44-2b55daecbb6e" providerId="ADAL" clId="{C58864B7-7ACB-41C1-96D7-FD6FACC325CB}" dt="2024-06-27T12:25:20.074" v="3112"/>
          <ac:spMkLst>
            <pc:docMk/>
            <pc:sldMk cId="584674306" sldId="260"/>
            <ac:spMk id="5" creationId="{1E66896D-9C09-0904-76B2-667546E6B051}"/>
          </ac:spMkLst>
        </pc:spChg>
        <pc:spChg chg="del mod">
          <ac:chgData name="Amy Peebles" userId="55df9692-3791-40ae-bd44-2b55daecbb6e" providerId="ADAL" clId="{C58864B7-7ACB-41C1-96D7-FD6FACC325CB}" dt="2024-06-27T12:29:59.161" v="3240" actId="478"/>
          <ac:spMkLst>
            <pc:docMk/>
            <pc:sldMk cId="584674306" sldId="260"/>
            <ac:spMk id="7" creationId="{A0DBA413-FD07-4FC7-8F41-7770927D4CEE}"/>
          </ac:spMkLst>
        </pc:spChg>
        <pc:spChg chg="mod">
          <ac:chgData name="Amy Peebles" userId="55df9692-3791-40ae-bd44-2b55daecbb6e" providerId="ADAL" clId="{C58864B7-7ACB-41C1-96D7-FD6FACC325CB}" dt="2024-06-27T12:27:06.804" v="3142" actId="14100"/>
          <ac:spMkLst>
            <pc:docMk/>
            <pc:sldMk cId="584674306" sldId="260"/>
            <ac:spMk id="8" creationId="{E8C238C8-0768-4B16-9C70-847DCEE79A24}"/>
          </ac:spMkLst>
        </pc:spChg>
        <pc:spChg chg="mod">
          <ac:chgData name="Amy Peebles" userId="55df9692-3791-40ae-bd44-2b55daecbb6e" providerId="ADAL" clId="{C58864B7-7ACB-41C1-96D7-FD6FACC325CB}" dt="2024-06-27T12:27:41.636" v="3170" actId="20577"/>
          <ac:spMkLst>
            <pc:docMk/>
            <pc:sldMk cId="584674306" sldId="260"/>
            <ac:spMk id="9" creationId="{2E968C93-03AA-4ED2-A437-BB73F6ECBAB2}"/>
          </ac:spMkLst>
        </pc:spChg>
        <pc:spChg chg="mod">
          <ac:chgData name="Amy Peebles" userId="55df9692-3791-40ae-bd44-2b55daecbb6e" providerId="ADAL" clId="{C58864B7-7ACB-41C1-96D7-FD6FACC325CB}" dt="2024-06-27T12:27:09.484" v="3143" actId="1076"/>
          <ac:spMkLst>
            <pc:docMk/>
            <pc:sldMk cId="584674306" sldId="260"/>
            <ac:spMk id="10" creationId="{6C6EF02D-658A-49D6-9CA4-A26913E65DDA}"/>
          </ac:spMkLst>
        </pc:spChg>
        <pc:spChg chg="del">
          <ac:chgData name="Amy Peebles" userId="55df9692-3791-40ae-bd44-2b55daecbb6e" providerId="ADAL" clId="{C58864B7-7ACB-41C1-96D7-FD6FACC325CB}" dt="2024-06-27T12:24:05.758" v="3088" actId="478"/>
          <ac:spMkLst>
            <pc:docMk/>
            <pc:sldMk cId="584674306" sldId="260"/>
            <ac:spMk id="11" creationId="{C413845E-B136-4740-BDEC-4E367060A7E5}"/>
          </ac:spMkLst>
        </pc:spChg>
        <pc:spChg chg="del">
          <ac:chgData name="Amy Peebles" userId="55df9692-3791-40ae-bd44-2b55daecbb6e" providerId="ADAL" clId="{C58864B7-7ACB-41C1-96D7-FD6FACC325CB}" dt="2024-06-27T12:24:05.758" v="3088" actId="478"/>
          <ac:spMkLst>
            <pc:docMk/>
            <pc:sldMk cId="584674306" sldId="260"/>
            <ac:spMk id="12" creationId="{665C856A-D8B7-4E7E-ABC1-3E27EB476873}"/>
          </ac:spMkLst>
        </pc:spChg>
        <pc:spChg chg="del">
          <ac:chgData name="Amy Peebles" userId="55df9692-3791-40ae-bd44-2b55daecbb6e" providerId="ADAL" clId="{C58864B7-7ACB-41C1-96D7-FD6FACC325CB}" dt="2024-06-27T12:24:05.758" v="3088" actId="478"/>
          <ac:spMkLst>
            <pc:docMk/>
            <pc:sldMk cId="584674306" sldId="260"/>
            <ac:spMk id="13" creationId="{6B526623-0040-4CB3-9BB4-81C5245873CA}"/>
          </ac:spMkLst>
        </pc:spChg>
        <pc:spChg chg="del">
          <ac:chgData name="Amy Peebles" userId="55df9692-3791-40ae-bd44-2b55daecbb6e" providerId="ADAL" clId="{C58864B7-7ACB-41C1-96D7-FD6FACC325CB}" dt="2024-06-27T12:24:05.758" v="3088" actId="478"/>
          <ac:spMkLst>
            <pc:docMk/>
            <pc:sldMk cId="584674306" sldId="260"/>
            <ac:spMk id="14" creationId="{BD6E3E83-498C-451F-B308-5F0411216F87}"/>
          </ac:spMkLst>
        </pc:spChg>
        <pc:spChg chg="add del mod">
          <ac:chgData name="Amy Peebles" userId="55df9692-3791-40ae-bd44-2b55daecbb6e" providerId="ADAL" clId="{C58864B7-7ACB-41C1-96D7-FD6FACC325CB}" dt="2024-06-27T12:30:02.072" v="3241" actId="478"/>
          <ac:spMkLst>
            <pc:docMk/>
            <pc:sldMk cId="584674306" sldId="260"/>
            <ac:spMk id="15" creationId="{13103C2E-1614-7432-EDDE-7BE2672B05C5}"/>
          </ac:spMkLst>
        </pc:spChg>
        <pc:spChg chg="add mod">
          <ac:chgData name="Amy Peebles" userId="55df9692-3791-40ae-bd44-2b55daecbb6e" providerId="ADAL" clId="{C58864B7-7ACB-41C1-96D7-FD6FACC325CB}" dt="2024-06-27T12:30:02.338" v="3242"/>
          <ac:spMkLst>
            <pc:docMk/>
            <pc:sldMk cId="584674306" sldId="260"/>
            <ac:spMk id="16" creationId="{FCF05E85-D672-6A56-F588-DBEB2121B58F}"/>
          </ac:spMkLst>
        </pc:spChg>
        <pc:picChg chg="mod">
          <ac:chgData name="Amy Peebles" userId="55df9692-3791-40ae-bd44-2b55daecbb6e" providerId="ADAL" clId="{C58864B7-7ACB-41C1-96D7-FD6FACC325CB}" dt="2024-06-27T12:27:16.283" v="3146" actId="1076"/>
          <ac:picMkLst>
            <pc:docMk/>
            <pc:sldMk cId="584674306" sldId="260"/>
            <ac:picMk id="1030" creationId="{E3646B6B-A3F9-40D7-B292-0F1A0A54C98D}"/>
          </ac:picMkLst>
        </pc:picChg>
      </pc:sldChg>
      <pc:sldChg chg="addSp delSp modSp mod">
        <pc:chgData name="Amy Peebles" userId="55df9692-3791-40ae-bd44-2b55daecbb6e" providerId="ADAL" clId="{C58864B7-7ACB-41C1-96D7-FD6FACC325CB}" dt="2024-06-27T12:29:44.528" v="3236" actId="14100"/>
        <pc:sldMkLst>
          <pc:docMk/>
          <pc:sldMk cId="4236111006" sldId="261"/>
        </pc:sldMkLst>
        <pc:spChg chg="add mod">
          <ac:chgData name="Amy Peebles" userId="55df9692-3791-40ae-bd44-2b55daecbb6e" providerId="ADAL" clId="{C58864B7-7ACB-41C1-96D7-FD6FACC325CB}" dt="2024-06-27T12:25:17.307" v="3109"/>
          <ac:spMkLst>
            <pc:docMk/>
            <pc:sldMk cId="4236111006" sldId="261"/>
            <ac:spMk id="2" creationId="{C4E8F5D6-4FFC-F0F7-AE15-C8DA703BF306}"/>
          </ac:spMkLst>
        </pc:spChg>
        <pc:spChg chg="add mod">
          <ac:chgData name="Amy Peebles" userId="55df9692-3791-40ae-bd44-2b55daecbb6e" providerId="ADAL" clId="{C58864B7-7ACB-41C1-96D7-FD6FACC325CB}" dt="2024-06-27T12:25:17.307" v="3109"/>
          <ac:spMkLst>
            <pc:docMk/>
            <pc:sldMk cId="4236111006" sldId="261"/>
            <ac:spMk id="3" creationId="{4E5CB9EE-A872-8452-5C3C-BAE82B9994F0}"/>
          </ac:spMkLst>
        </pc:spChg>
        <pc:spChg chg="add mod">
          <ac:chgData name="Amy Peebles" userId="55df9692-3791-40ae-bd44-2b55daecbb6e" providerId="ADAL" clId="{C58864B7-7ACB-41C1-96D7-FD6FACC325CB}" dt="2024-06-27T12:25:17.307" v="3109"/>
          <ac:spMkLst>
            <pc:docMk/>
            <pc:sldMk cId="4236111006" sldId="261"/>
            <ac:spMk id="4" creationId="{D0C41B5F-9F19-981D-E269-906F868D5320}"/>
          </ac:spMkLst>
        </pc:spChg>
        <pc:spChg chg="add mod">
          <ac:chgData name="Amy Peebles" userId="55df9692-3791-40ae-bd44-2b55daecbb6e" providerId="ADAL" clId="{C58864B7-7ACB-41C1-96D7-FD6FACC325CB}" dt="2024-06-27T12:25:17.307" v="3109"/>
          <ac:spMkLst>
            <pc:docMk/>
            <pc:sldMk cId="4236111006" sldId="261"/>
            <ac:spMk id="5" creationId="{FD34C1F8-9A30-85AB-476B-476596F7A04A}"/>
          </ac:spMkLst>
        </pc:spChg>
        <pc:spChg chg="mod">
          <ac:chgData name="Amy Peebles" userId="55df9692-3791-40ae-bd44-2b55daecbb6e" providerId="ADAL" clId="{C58864B7-7ACB-41C1-96D7-FD6FACC325CB}" dt="2024-06-27T12:29:44.528" v="3236" actId="14100"/>
          <ac:spMkLst>
            <pc:docMk/>
            <pc:sldMk cId="4236111006" sldId="261"/>
            <ac:spMk id="7" creationId="{A0DBA413-FD07-4FC7-8F41-7770927D4CEE}"/>
          </ac:spMkLst>
        </pc:spChg>
        <pc:spChg chg="mod">
          <ac:chgData name="Amy Peebles" userId="55df9692-3791-40ae-bd44-2b55daecbb6e" providerId="ADAL" clId="{C58864B7-7ACB-41C1-96D7-FD6FACC325CB}" dt="2024-06-27T12:25:55.884" v="3122" actId="2711"/>
          <ac:spMkLst>
            <pc:docMk/>
            <pc:sldMk cId="4236111006" sldId="261"/>
            <ac:spMk id="8" creationId="{E8C238C8-0768-4B16-9C70-847DCEE79A24}"/>
          </ac:spMkLst>
        </pc:spChg>
        <pc:spChg chg="del">
          <ac:chgData name="Amy Peebles" userId="55df9692-3791-40ae-bd44-2b55daecbb6e" providerId="ADAL" clId="{C58864B7-7ACB-41C1-96D7-FD6FACC325CB}" dt="2024-06-27T12:23:55.974" v="3085" actId="478"/>
          <ac:spMkLst>
            <pc:docMk/>
            <pc:sldMk cId="4236111006" sldId="261"/>
            <ac:spMk id="9" creationId="{89910BE1-96FC-4AA5-9B42-F960E97DFB6E}"/>
          </ac:spMkLst>
        </pc:spChg>
        <pc:spChg chg="del">
          <ac:chgData name="Amy Peebles" userId="55df9692-3791-40ae-bd44-2b55daecbb6e" providerId="ADAL" clId="{C58864B7-7ACB-41C1-96D7-FD6FACC325CB}" dt="2024-06-27T12:23:55.974" v="3085" actId="478"/>
          <ac:spMkLst>
            <pc:docMk/>
            <pc:sldMk cId="4236111006" sldId="261"/>
            <ac:spMk id="11" creationId="{06CCA036-B436-45A1-9C4E-F3438B2E6997}"/>
          </ac:spMkLst>
        </pc:spChg>
        <pc:spChg chg="del">
          <ac:chgData name="Amy Peebles" userId="55df9692-3791-40ae-bd44-2b55daecbb6e" providerId="ADAL" clId="{C58864B7-7ACB-41C1-96D7-FD6FACC325CB}" dt="2024-06-27T12:23:55.974" v="3085" actId="478"/>
          <ac:spMkLst>
            <pc:docMk/>
            <pc:sldMk cId="4236111006" sldId="261"/>
            <ac:spMk id="12" creationId="{2A806619-55C3-4A99-8D60-F9635166F1D3}"/>
          </ac:spMkLst>
        </pc:spChg>
        <pc:spChg chg="del">
          <ac:chgData name="Amy Peebles" userId="55df9692-3791-40ae-bd44-2b55daecbb6e" providerId="ADAL" clId="{C58864B7-7ACB-41C1-96D7-FD6FACC325CB}" dt="2024-06-27T12:23:55.974" v="3085" actId="478"/>
          <ac:spMkLst>
            <pc:docMk/>
            <pc:sldMk cId="4236111006" sldId="261"/>
            <ac:spMk id="13" creationId="{60B7AA72-0861-4132-ADC0-D3850AE93FF4}"/>
          </ac:spMkLst>
        </pc:spChg>
      </pc:sldChg>
      <pc:sldChg chg="addSp delSp modSp mod">
        <pc:chgData name="Amy Peebles" userId="55df9692-3791-40ae-bd44-2b55daecbb6e" providerId="ADAL" clId="{C58864B7-7ACB-41C1-96D7-FD6FACC325CB}" dt="2024-06-27T12:30:07.274" v="3245"/>
        <pc:sldMkLst>
          <pc:docMk/>
          <pc:sldMk cId="3507801396" sldId="262"/>
        </pc:sldMkLst>
        <pc:spChg chg="mod">
          <ac:chgData name="Amy Peebles" userId="55df9692-3791-40ae-bd44-2b55daecbb6e" providerId="ADAL" clId="{C58864B7-7ACB-41C1-96D7-FD6FACC325CB}" dt="2024-06-27T12:29:18.618" v="3228" actId="2085"/>
          <ac:spMkLst>
            <pc:docMk/>
            <pc:sldMk cId="3507801396" sldId="262"/>
            <ac:spMk id="2" creationId="{CCDF0A12-74C9-45B1-9459-5CE6AC8EC218}"/>
          </ac:spMkLst>
        </pc:spChg>
        <pc:spChg chg="add mod">
          <ac:chgData name="Amy Peebles" userId="55df9692-3791-40ae-bd44-2b55daecbb6e" providerId="ADAL" clId="{C58864B7-7ACB-41C1-96D7-FD6FACC325CB}" dt="2024-06-27T12:25:22.237" v="3114"/>
          <ac:spMkLst>
            <pc:docMk/>
            <pc:sldMk cId="3507801396" sldId="262"/>
            <ac:spMk id="3" creationId="{1C383601-B6DD-688B-7C10-9099DD3337BC}"/>
          </ac:spMkLst>
        </pc:spChg>
        <pc:spChg chg="add mod">
          <ac:chgData name="Amy Peebles" userId="55df9692-3791-40ae-bd44-2b55daecbb6e" providerId="ADAL" clId="{C58864B7-7ACB-41C1-96D7-FD6FACC325CB}" dt="2024-06-27T12:25:22.237" v="3114"/>
          <ac:spMkLst>
            <pc:docMk/>
            <pc:sldMk cId="3507801396" sldId="262"/>
            <ac:spMk id="4" creationId="{71CD7B92-4A36-16AB-BE23-2D70F63D0555}"/>
          </ac:spMkLst>
        </pc:spChg>
        <pc:spChg chg="add mod">
          <ac:chgData name="Amy Peebles" userId="55df9692-3791-40ae-bd44-2b55daecbb6e" providerId="ADAL" clId="{C58864B7-7ACB-41C1-96D7-FD6FACC325CB}" dt="2024-06-27T12:25:22.237" v="3114"/>
          <ac:spMkLst>
            <pc:docMk/>
            <pc:sldMk cId="3507801396" sldId="262"/>
            <ac:spMk id="5" creationId="{6C24BAEE-89DB-A29D-2F40-19B38307DCC4}"/>
          </ac:spMkLst>
        </pc:spChg>
        <pc:spChg chg="add mod">
          <ac:chgData name="Amy Peebles" userId="55df9692-3791-40ae-bd44-2b55daecbb6e" providerId="ADAL" clId="{C58864B7-7ACB-41C1-96D7-FD6FACC325CB}" dt="2024-06-27T12:25:22.237" v="3114"/>
          <ac:spMkLst>
            <pc:docMk/>
            <pc:sldMk cId="3507801396" sldId="262"/>
            <ac:spMk id="6" creationId="{1E702159-FBFC-6FDC-3A96-DAD1156AC83F}"/>
          </ac:spMkLst>
        </pc:spChg>
        <pc:spChg chg="del mod">
          <ac:chgData name="Amy Peebles" userId="55df9692-3791-40ae-bd44-2b55daecbb6e" providerId="ADAL" clId="{C58864B7-7ACB-41C1-96D7-FD6FACC325CB}" dt="2024-06-27T12:30:05.762" v="3243" actId="478"/>
          <ac:spMkLst>
            <pc:docMk/>
            <pc:sldMk cId="3507801396" sldId="262"/>
            <ac:spMk id="7" creationId="{A0DBA413-FD07-4FC7-8F41-7770927D4CEE}"/>
          </ac:spMkLst>
        </pc:spChg>
        <pc:spChg chg="mod">
          <ac:chgData name="Amy Peebles" userId="55df9692-3791-40ae-bd44-2b55daecbb6e" providerId="ADAL" clId="{C58864B7-7ACB-41C1-96D7-FD6FACC325CB}" dt="2024-06-27T12:29:32.590" v="3234" actId="14100"/>
          <ac:spMkLst>
            <pc:docMk/>
            <pc:sldMk cId="3507801396" sldId="262"/>
            <ac:spMk id="8" creationId="{E8C238C8-0768-4B16-9C70-847DCEE79A24}"/>
          </ac:spMkLst>
        </pc:spChg>
        <pc:spChg chg="add del mod">
          <ac:chgData name="Amy Peebles" userId="55df9692-3791-40ae-bd44-2b55daecbb6e" providerId="ADAL" clId="{C58864B7-7ACB-41C1-96D7-FD6FACC325CB}" dt="2024-06-27T12:30:06.975" v="3244" actId="478"/>
          <ac:spMkLst>
            <pc:docMk/>
            <pc:sldMk cId="3507801396" sldId="262"/>
            <ac:spMk id="10" creationId="{F9110C34-787B-A075-7998-7DA3C8A0DD53}"/>
          </ac:spMkLst>
        </pc:spChg>
        <pc:spChg chg="add mod">
          <ac:chgData name="Amy Peebles" userId="55df9692-3791-40ae-bd44-2b55daecbb6e" providerId="ADAL" clId="{C58864B7-7ACB-41C1-96D7-FD6FACC325CB}" dt="2024-06-27T12:30:07.274" v="3245"/>
          <ac:spMkLst>
            <pc:docMk/>
            <pc:sldMk cId="3507801396" sldId="262"/>
            <ac:spMk id="11" creationId="{E90D46B6-2C72-BF1A-19A3-8D7F79F0FFCA}"/>
          </ac:spMkLst>
        </pc:spChg>
        <pc:spChg chg="del">
          <ac:chgData name="Amy Peebles" userId="55df9692-3791-40ae-bd44-2b55daecbb6e" providerId="ADAL" clId="{C58864B7-7ACB-41C1-96D7-FD6FACC325CB}" dt="2024-06-27T12:24:09.871" v="3089" actId="478"/>
          <ac:spMkLst>
            <pc:docMk/>
            <pc:sldMk cId="3507801396" sldId="262"/>
            <ac:spMk id="12" creationId="{55C5A28D-98A4-4A59-AE74-505213B05814}"/>
          </ac:spMkLst>
        </pc:spChg>
        <pc:spChg chg="del">
          <ac:chgData name="Amy Peebles" userId="55df9692-3791-40ae-bd44-2b55daecbb6e" providerId="ADAL" clId="{C58864B7-7ACB-41C1-96D7-FD6FACC325CB}" dt="2024-06-27T12:24:09.871" v="3089" actId="478"/>
          <ac:spMkLst>
            <pc:docMk/>
            <pc:sldMk cId="3507801396" sldId="262"/>
            <ac:spMk id="13" creationId="{41888428-BE66-4EA2-80E9-D3E82D0DEEDA}"/>
          </ac:spMkLst>
        </pc:spChg>
        <pc:spChg chg="del">
          <ac:chgData name="Amy Peebles" userId="55df9692-3791-40ae-bd44-2b55daecbb6e" providerId="ADAL" clId="{C58864B7-7ACB-41C1-96D7-FD6FACC325CB}" dt="2024-06-27T12:24:09.871" v="3089" actId="478"/>
          <ac:spMkLst>
            <pc:docMk/>
            <pc:sldMk cId="3507801396" sldId="262"/>
            <ac:spMk id="14" creationId="{D0222E5B-09DE-4F50-8F57-9463318710BB}"/>
          </ac:spMkLst>
        </pc:spChg>
        <pc:spChg chg="del">
          <ac:chgData name="Amy Peebles" userId="55df9692-3791-40ae-bd44-2b55daecbb6e" providerId="ADAL" clId="{C58864B7-7ACB-41C1-96D7-FD6FACC325CB}" dt="2024-06-27T12:24:09.871" v="3089" actId="478"/>
          <ac:spMkLst>
            <pc:docMk/>
            <pc:sldMk cId="3507801396" sldId="262"/>
            <ac:spMk id="15" creationId="{1EFDE6B4-D9E8-4B4F-B78B-9E8944BDF0AC}"/>
          </ac:spMkLst>
        </pc:spChg>
        <pc:picChg chg="mod">
          <ac:chgData name="Amy Peebles" userId="55df9692-3791-40ae-bd44-2b55daecbb6e" providerId="ADAL" clId="{C58864B7-7ACB-41C1-96D7-FD6FACC325CB}" dt="2024-06-27T12:29:12.533" v="3227" actId="1076"/>
          <ac:picMkLst>
            <pc:docMk/>
            <pc:sldMk cId="3507801396" sldId="262"/>
            <ac:picMk id="4098" creationId="{46D3AD54-E506-4B21-822C-C3DCD950D06F}"/>
          </ac:picMkLst>
        </pc:picChg>
        <pc:picChg chg="mod">
          <ac:chgData name="Amy Peebles" userId="55df9692-3791-40ae-bd44-2b55daecbb6e" providerId="ADAL" clId="{C58864B7-7ACB-41C1-96D7-FD6FACC325CB}" dt="2024-06-27T12:29:23.215" v="3231" actId="1076"/>
          <ac:picMkLst>
            <pc:docMk/>
            <pc:sldMk cId="3507801396" sldId="262"/>
            <ac:picMk id="4100" creationId="{F2503A9D-E47C-4E25-A83C-5079F88F47AC}"/>
          </ac:picMkLst>
        </pc:picChg>
        <pc:picChg chg="mod">
          <ac:chgData name="Amy Peebles" userId="55df9692-3791-40ae-bd44-2b55daecbb6e" providerId="ADAL" clId="{C58864B7-7ACB-41C1-96D7-FD6FACC325CB}" dt="2024-06-27T12:29:27.359" v="3233" actId="1076"/>
          <ac:picMkLst>
            <pc:docMk/>
            <pc:sldMk cId="3507801396" sldId="262"/>
            <ac:picMk id="4102" creationId="{B2D9B0CB-2C6B-4B8F-8568-BEE05361B75E}"/>
          </ac:picMkLst>
        </pc:picChg>
      </pc:sldChg>
      <pc:sldChg chg="modSp del mod">
        <pc:chgData name="Amy Peebles" userId="55df9692-3791-40ae-bd44-2b55daecbb6e" providerId="ADAL" clId="{C58864B7-7ACB-41C1-96D7-FD6FACC325CB}" dt="2024-06-27T12:24:12.038" v="3090" actId="47"/>
        <pc:sldMkLst>
          <pc:docMk/>
          <pc:sldMk cId="565007703" sldId="263"/>
        </pc:sldMkLst>
        <pc:spChg chg="mod">
          <ac:chgData name="Amy Peebles" userId="55df9692-3791-40ae-bd44-2b55daecbb6e" providerId="ADAL" clId="{C58864B7-7ACB-41C1-96D7-FD6FACC325CB}" dt="2024-06-27T09:37:22.520" v="28"/>
          <ac:spMkLst>
            <pc:docMk/>
            <pc:sldMk cId="565007703" sldId="263"/>
            <ac:spMk id="7" creationId="{A0DBA413-FD07-4FC7-8F41-7770927D4CEE}"/>
          </ac:spMkLst>
        </pc:spChg>
      </pc:sldChg>
      <pc:sldChg chg="modSp del mod">
        <pc:chgData name="Amy Peebles" userId="55df9692-3791-40ae-bd44-2b55daecbb6e" providerId="ADAL" clId="{C58864B7-7ACB-41C1-96D7-FD6FACC325CB}" dt="2024-06-27T12:24:12.508" v="3091" actId="47"/>
        <pc:sldMkLst>
          <pc:docMk/>
          <pc:sldMk cId="2957017793" sldId="264"/>
        </pc:sldMkLst>
        <pc:spChg chg="mod">
          <ac:chgData name="Amy Peebles" userId="55df9692-3791-40ae-bd44-2b55daecbb6e" providerId="ADAL" clId="{C58864B7-7ACB-41C1-96D7-FD6FACC325CB}" dt="2024-06-27T09:37:24.648" v="29"/>
          <ac:spMkLst>
            <pc:docMk/>
            <pc:sldMk cId="2957017793" sldId="264"/>
            <ac:spMk id="7" creationId="{A0DBA413-FD07-4FC7-8F41-7770927D4CEE}"/>
          </ac:spMkLst>
        </pc:spChg>
      </pc:sldChg>
      <pc:sldChg chg="modSp del mod">
        <pc:chgData name="Amy Peebles" userId="55df9692-3791-40ae-bd44-2b55daecbb6e" providerId="ADAL" clId="{C58864B7-7ACB-41C1-96D7-FD6FACC325CB}" dt="2024-06-27T12:24:13.429" v="3092" actId="47"/>
        <pc:sldMkLst>
          <pc:docMk/>
          <pc:sldMk cId="834327076" sldId="265"/>
        </pc:sldMkLst>
        <pc:spChg chg="mod">
          <ac:chgData name="Amy Peebles" userId="55df9692-3791-40ae-bd44-2b55daecbb6e" providerId="ADAL" clId="{C58864B7-7ACB-41C1-96D7-FD6FACC325CB}" dt="2024-06-27T09:37:27.770" v="30"/>
          <ac:spMkLst>
            <pc:docMk/>
            <pc:sldMk cId="834327076" sldId="265"/>
            <ac:spMk id="7" creationId="{A0DBA413-FD07-4FC7-8F41-7770927D4CEE}"/>
          </ac:spMkLst>
        </pc:spChg>
      </pc:sldChg>
      <pc:sldChg chg="modSp del mod">
        <pc:chgData name="Amy Peebles" userId="55df9692-3791-40ae-bd44-2b55daecbb6e" providerId="ADAL" clId="{C58864B7-7ACB-41C1-96D7-FD6FACC325CB}" dt="2024-06-27T12:24:14.085" v="3093" actId="47"/>
        <pc:sldMkLst>
          <pc:docMk/>
          <pc:sldMk cId="1997715661" sldId="266"/>
        </pc:sldMkLst>
        <pc:spChg chg="mod">
          <ac:chgData name="Amy Peebles" userId="55df9692-3791-40ae-bd44-2b55daecbb6e" providerId="ADAL" clId="{C58864B7-7ACB-41C1-96D7-FD6FACC325CB}" dt="2024-06-27T09:37:29.584" v="31"/>
          <ac:spMkLst>
            <pc:docMk/>
            <pc:sldMk cId="1997715661" sldId="266"/>
            <ac:spMk id="7" creationId="{A0DBA413-FD07-4FC7-8F41-7770927D4CEE}"/>
          </ac:spMkLst>
        </pc:spChg>
      </pc:sldChg>
      <pc:sldChg chg="modSp del mod">
        <pc:chgData name="Amy Peebles" userId="55df9692-3791-40ae-bd44-2b55daecbb6e" providerId="ADAL" clId="{C58864B7-7ACB-41C1-96D7-FD6FACC325CB}" dt="2024-06-27T12:24:16.517" v="3094" actId="47"/>
        <pc:sldMkLst>
          <pc:docMk/>
          <pc:sldMk cId="92174042" sldId="267"/>
        </pc:sldMkLst>
        <pc:spChg chg="mod">
          <ac:chgData name="Amy Peebles" userId="55df9692-3791-40ae-bd44-2b55daecbb6e" providerId="ADAL" clId="{C58864B7-7ACB-41C1-96D7-FD6FACC325CB}" dt="2024-06-27T09:37:31.904" v="32"/>
          <ac:spMkLst>
            <pc:docMk/>
            <pc:sldMk cId="92174042" sldId="267"/>
            <ac:spMk id="7" creationId="{A0DBA413-FD07-4FC7-8F41-7770927D4CEE}"/>
          </ac:spMkLst>
        </pc:spChg>
      </pc:sldChg>
      <pc:sldChg chg="addSp delSp modSp del mod modClrScheme modAnim chgLayout">
        <pc:chgData name="Amy Peebles" userId="55df9692-3791-40ae-bd44-2b55daecbb6e" providerId="ADAL" clId="{C58864B7-7ACB-41C1-96D7-FD6FACC325CB}" dt="2024-06-27T12:09:23.677" v="2187" actId="47"/>
        <pc:sldMkLst>
          <pc:docMk/>
          <pc:sldMk cId="1773783856" sldId="268"/>
        </pc:sldMkLst>
        <pc:spChg chg="del mod ord">
          <ac:chgData name="Amy Peebles" userId="55df9692-3791-40ae-bd44-2b55daecbb6e" providerId="ADAL" clId="{C58864B7-7ACB-41C1-96D7-FD6FACC325CB}" dt="2024-06-27T10:53:07.812" v="1659" actId="478"/>
          <ac:spMkLst>
            <pc:docMk/>
            <pc:sldMk cId="1773783856" sldId="268"/>
            <ac:spMk id="3" creationId="{884C1575-076A-4734-B8B1-38C49C27D675}"/>
          </ac:spMkLst>
        </pc:spChg>
        <pc:spChg chg="del mod ord">
          <ac:chgData name="Amy Peebles" userId="55df9692-3791-40ae-bd44-2b55daecbb6e" providerId="ADAL" clId="{C58864B7-7ACB-41C1-96D7-FD6FACC325CB}" dt="2024-06-27T10:53:07.812" v="1659" actId="478"/>
          <ac:spMkLst>
            <pc:docMk/>
            <pc:sldMk cId="1773783856" sldId="268"/>
            <ac:spMk id="4" creationId="{62BF0288-41F0-4D6F-B55A-AE5504CECBFB}"/>
          </ac:spMkLst>
        </pc:spChg>
        <pc:spChg chg="del mod ord">
          <ac:chgData name="Amy Peebles" userId="55df9692-3791-40ae-bd44-2b55daecbb6e" providerId="ADAL" clId="{C58864B7-7ACB-41C1-96D7-FD6FACC325CB}" dt="2024-06-27T10:52:42.454" v="1640" actId="478"/>
          <ac:spMkLst>
            <pc:docMk/>
            <pc:sldMk cId="1773783856" sldId="268"/>
            <ac:spMk id="5" creationId="{6A77157F-5585-424E-A79A-8146B9D7B704}"/>
          </ac:spMkLst>
        </pc:spChg>
        <pc:spChg chg="del mod ord">
          <ac:chgData name="Amy Peebles" userId="55df9692-3791-40ae-bd44-2b55daecbb6e" providerId="ADAL" clId="{C58864B7-7ACB-41C1-96D7-FD6FACC325CB}" dt="2024-06-27T10:53:07.812" v="1659" actId="478"/>
          <ac:spMkLst>
            <pc:docMk/>
            <pc:sldMk cId="1773783856" sldId="268"/>
            <ac:spMk id="6" creationId="{82C7ACAA-7AB6-440C-B4E3-C6DC8FEABEC8}"/>
          </ac:spMkLst>
        </pc:spChg>
        <pc:spChg chg="mod ord">
          <ac:chgData name="Amy Peebles" userId="55df9692-3791-40ae-bd44-2b55daecbb6e" providerId="ADAL" clId="{C58864B7-7ACB-41C1-96D7-FD6FACC325CB}" dt="2024-06-27T10:52:33.756" v="1638" actId="700"/>
          <ac:spMkLst>
            <pc:docMk/>
            <pc:sldMk cId="1773783856" sldId="268"/>
            <ac:spMk id="7" creationId="{A0DBA413-FD07-4FC7-8F41-7770927D4CEE}"/>
          </ac:spMkLst>
        </pc:spChg>
        <pc:spChg chg="del">
          <ac:chgData name="Amy Peebles" userId="55df9692-3791-40ae-bd44-2b55daecbb6e" providerId="ADAL" clId="{C58864B7-7ACB-41C1-96D7-FD6FACC325CB}" dt="2024-06-27T09:38:35.537" v="36" actId="478"/>
          <ac:spMkLst>
            <pc:docMk/>
            <pc:sldMk cId="1773783856" sldId="268"/>
            <ac:spMk id="8" creationId="{E8C238C8-0768-4B16-9C70-847DCEE79A24}"/>
          </ac:spMkLst>
        </pc:spChg>
        <pc:spChg chg="add del mod">
          <ac:chgData name="Amy Peebles" userId="55df9692-3791-40ae-bd44-2b55daecbb6e" providerId="ADAL" clId="{C58864B7-7ACB-41C1-96D7-FD6FACC325CB}" dt="2024-06-27T09:38:37.572" v="37" actId="478"/>
          <ac:spMkLst>
            <pc:docMk/>
            <pc:sldMk cId="1773783856" sldId="268"/>
            <ac:spMk id="10" creationId="{779936BF-9B23-C288-F631-DCAD72F68928}"/>
          </ac:spMkLst>
        </pc:spChg>
        <pc:spChg chg="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12" creationId="{94D4B4FD-9DD9-6A32-9FF4-F334EA813ECD}"/>
          </ac:spMkLst>
        </pc:spChg>
        <pc:spChg chg="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13" creationId="{B5ECD06B-1AB4-B9D7-A764-F1990A1C7884}"/>
          </ac:spMkLst>
        </pc:spChg>
        <pc:spChg chg="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14" creationId="{23F4145C-BDBB-93E4-BF6E-DF00FEC7431B}"/>
          </ac:spMkLst>
        </pc:spChg>
        <pc:spChg chg="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15" creationId="{8A028229-8BD1-C318-55F0-B81E464515E6}"/>
          </ac:spMkLst>
        </pc:spChg>
        <pc:spChg chg="add del mod">
          <ac:chgData name="Amy Peebles" userId="55df9692-3791-40ae-bd44-2b55daecbb6e" providerId="ADAL" clId="{C58864B7-7ACB-41C1-96D7-FD6FACC325CB}" dt="2024-06-27T09:42:42.649" v="109" actId="21"/>
          <ac:spMkLst>
            <pc:docMk/>
            <pc:sldMk cId="1773783856" sldId="268"/>
            <ac:spMk id="20" creationId="{B280935B-08B7-604A-699F-C72E7E878529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1" creationId="{2C2BAF0E-457F-5444-1076-92405C0529C5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2" creationId="{35E1F307-28C2-18F9-928F-47535445F8E1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3" creationId="{986F192E-EABC-2ECB-F0F3-6FFFB01C124F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4" creationId="{BDC1676D-EEF5-1E3A-0BFD-5C070AD71873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5" creationId="{399D1854-3E98-9B72-64EB-F057AAEB71E3}"/>
          </ac:spMkLst>
        </pc:spChg>
        <pc:spChg chg="add mod">
          <ac:chgData name="Amy Peebles" userId="55df9692-3791-40ae-bd44-2b55daecbb6e" providerId="ADAL" clId="{C58864B7-7ACB-41C1-96D7-FD6FACC325CB}" dt="2024-06-27T09:38:38.122" v="38"/>
          <ac:spMkLst>
            <pc:docMk/>
            <pc:sldMk cId="1773783856" sldId="268"/>
            <ac:spMk id="28" creationId="{B14D2B5C-DB79-12CB-594F-26D9434BC56F}"/>
          </ac:spMkLst>
        </pc:spChg>
        <pc:spChg chg="add del mod">
          <ac:chgData name="Amy Peebles" userId="55df9692-3791-40ae-bd44-2b55daecbb6e" providerId="ADAL" clId="{C58864B7-7ACB-41C1-96D7-FD6FACC325CB}" dt="2024-06-27T09:42:22.462" v="104" actId="21"/>
          <ac:spMkLst>
            <pc:docMk/>
            <pc:sldMk cId="1773783856" sldId="268"/>
            <ac:spMk id="29" creationId="{B280935B-08B7-604A-699F-C72E7E878529}"/>
          </ac:spMkLst>
        </pc:spChg>
        <pc:spChg chg="add del mod">
          <ac:chgData name="Amy Peebles" userId="55df9692-3791-40ae-bd44-2b55daecbb6e" providerId="ADAL" clId="{C58864B7-7ACB-41C1-96D7-FD6FACC325CB}" dt="2024-06-27T09:42:44.862" v="110" actId="478"/>
          <ac:spMkLst>
            <pc:docMk/>
            <pc:sldMk cId="1773783856" sldId="268"/>
            <ac:spMk id="30" creationId="{D2EB034A-3FD0-299F-2B39-17AA07F58912}"/>
          </ac:spMkLst>
        </pc:spChg>
        <pc:spChg chg="add del mod ord">
          <ac:chgData name="Amy Peebles" userId="55df9692-3791-40ae-bd44-2b55daecbb6e" providerId="ADAL" clId="{C58864B7-7ACB-41C1-96D7-FD6FACC325CB}" dt="2024-06-27T10:53:07.812" v="1659" actId="478"/>
          <ac:spMkLst>
            <pc:docMk/>
            <pc:sldMk cId="1773783856" sldId="268"/>
            <ac:spMk id="31" creationId="{B280935B-08B7-604A-699F-C72E7E878529}"/>
          </ac:spMkLst>
        </pc:spChg>
        <pc:spChg chg="add del mod">
          <ac:chgData name="Amy Peebles" userId="55df9692-3791-40ae-bd44-2b55daecbb6e" providerId="ADAL" clId="{C58864B7-7ACB-41C1-96D7-FD6FACC325CB}" dt="2024-06-27T10:52:44.843" v="1641" actId="478"/>
          <ac:spMkLst>
            <pc:docMk/>
            <pc:sldMk cId="1773783856" sldId="268"/>
            <ac:spMk id="34" creationId="{9DCB9C20-E04E-199C-711F-03154A4A9186}"/>
          </ac:spMkLst>
        </pc:spChg>
        <pc:spChg chg="add mod">
          <ac:chgData name="Amy Peebles" userId="55df9692-3791-40ae-bd44-2b55daecbb6e" providerId="ADAL" clId="{C58864B7-7ACB-41C1-96D7-FD6FACC325CB}" dt="2024-06-27T10:52:58.196" v="1658" actId="14100"/>
          <ac:spMkLst>
            <pc:docMk/>
            <pc:sldMk cId="1773783856" sldId="268"/>
            <ac:spMk id="35" creationId="{4B2634A6-AA03-C323-3F24-12699FB1C741}"/>
          </ac:spMkLst>
        </pc:spChg>
        <pc:spChg chg="add del mod">
          <ac:chgData name="Amy Peebles" userId="55df9692-3791-40ae-bd44-2b55daecbb6e" providerId="ADAL" clId="{C58864B7-7ACB-41C1-96D7-FD6FACC325CB}" dt="2024-06-27T10:53:09.672" v="1660" actId="478"/>
          <ac:spMkLst>
            <pc:docMk/>
            <pc:sldMk cId="1773783856" sldId="268"/>
            <ac:spMk id="37" creationId="{C417FA6A-3269-194A-631D-F343670B5E23}"/>
          </ac:spMkLst>
        </pc:spChg>
        <pc:spChg chg="add del mod">
          <ac:chgData name="Amy Peebles" userId="55df9692-3791-40ae-bd44-2b55daecbb6e" providerId="ADAL" clId="{C58864B7-7ACB-41C1-96D7-FD6FACC325CB}" dt="2024-06-27T10:53:09.672" v="1660" actId="478"/>
          <ac:spMkLst>
            <pc:docMk/>
            <pc:sldMk cId="1773783856" sldId="268"/>
            <ac:spMk id="39" creationId="{DBB4FE2B-1A61-EA69-705E-26E54F2F664A}"/>
          </ac:spMkLst>
        </pc:spChg>
        <pc:spChg chg="add del mod">
          <ac:chgData name="Amy Peebles" userId="55df9692-3791-40ae-bd44-2b55daecbb6e" providerId="ADAL" clId="{C58864B7-7ACB-41C1-96D7-FD6FACC325CB}" dt="2024-06-27T10:53:09.672" v="1660" actId="478"/>
          <ac:spMkLst>
            <pc:docMk/>
            <pc:sldMk cId="1773783856" sldId="268"/>
            <ac:spMk id="41" creationId="{513F1F5D-C885-B630-E679-80DCF5F29607}"/>
          </ac:spMkLst>
        </pc:spChg>
        <pc:spChg chg="add del mod">
          <ac:chgData name="Amy Peebles" userId="55df9692-3791-40ae-bd44-2b55daecbb6e" providerId="ADAL" clId="{C58864B7-7ACB-41C1-96D7-FD6FACC325CB}" dt="2024-06-27T10:53:09.672" v="1660" actId="478"/>
          <ac:spMkLst>
            <pc:docMk/>
            <pc:sldMk cId="1773783856" sldId="268"/>
            <ac:spMk id="43" creationId="{8778C929-93BD-4430-FAFF-81E1DD9455ED}"/>
          </ac:spMkLst>
        </pc:spChg>
        <pc:spChg chg="add mod">
          <ac:chgData name="Amy Peebles" userId="55df9692-3791-40ae-bd44-2b55daecbb6e" providerId="ADAL" clId="{C58864B7-7ACB-41C1-96D7-FD6FACC325CB}" dt="2024-06-27T10:53:14.043" v="1661"/>
          <ac:spMkLst>
            <pc:docMk/>
            <pc:sldMk cId="1773783856" sldId="268"/>
            <ac:spMk id="44" creationId="{54E1ED99-FD58-C494-913F-39117988F532}"/>
          </ac:spMkLst>
        </pc:spChg>
        <pc:spChg chg="add mod">
          <ac:chgData name="Amy Peebles" userId="55df9692-3791-40ae-bd44-2b55daecbb6e" providerId="ADAL" clId="{C58864B7-7ACB-41C1-96D7-FD6FACC325CB}" dt="2024-06-27T10:53:14.043" v="1661"/>
          <ac:spMkLst>
            <pc:docMk/>
            <pc:sldMk cId="1773783856" sldId="268"/>
            <ac:spMk id="45" creationId="{8F6D982D-0A09-F349-0202-8A0EDB3FDCDD}"/>
          </ac:spMkLst>
        </pc:spChg>
        <pc:spChg chg="add mod">
          <ac:chgData name="Amy Peebles" userId="55df9692-3791-40ae-bd44-2b55daecbb6e" providerId="ADAL" clId="{C58864B7-7ACB-41C1-96D7-FD6FACC325CB}" dt="2024-06-27T10:53:14.043" v="1661"/>
          <ac:spMkLst>
            <pc:docMk/>
            <pc:sldMk cId="1773783856" sldId="268"/>
            <ac:spMk id="46" creationId="{237EE41A-8079-037E-15BD-6230728BF9CD}"/>
          </ac:spMkLst>
        </pc:spChg>
        <pc:spChg chg="add mod">
          <ac:chgData name="Amy Peebles" userId="55df9692-3791-40ae-bd44-2b55daecbb6e" providerId="ADAL" clId="{C58864B7-7ACB-41C1-96D7-FD6FACC325CB}" dt="2024-06-27T10:53:14.043" v="1661"/>
          <ac:spMkLst>
            <pc:docMk/>
            <pc:sldMk cId="1773783856" sldId="268"/>
            <ac:spMk id="47" creationId="{0C284569-081C-732A-96D2-1024980DEB4C}"/>
          </ac:spMkLst>
        </pc:spChg>
        <pc:grpChg chg="add mod">
          <ac:chgData name="Amy Peebles" userId="55df9692-3791-40ae-bd44-2b55daecbb6e" providerId="ADAL" clId="{C58864B7-7ACB-41C1-96D7-FD6FACC325CB}" dt="2024-06-27T09:38:38.122" v="38"/>
          <ac:grpSpMkLst>
            <pc:docMk/>
            <pc:sldMk cId="1773783856" sldId="268"/>
            <ac:grpSpMk id="11" creationId="{0AD1F6FC-6A94-FB5E-5375-2F5B27D2598F}"/>
          </ac:grpSpMkLst>
        </pc:grpChg>
        <pc:picChg chg="del">
          <ac:chgData name="Amy Peebles" userId="55df9692-3791-40ae-bd44-2b55daecbb6e" providerId="ADAL" clId="{C58864B7-7ACB-41C1-96D7-FD6FACC325CB}" dt="2024-06-27T09:38:35.537" v="36" actId="478"/>
          <ac:picMkLst>
            <pc:docMk/>
            <pc:sldMk cId="1773783856" sldId="268"/>
            <ac:picMk id="2" creationId="{9C188D11-80DB-45B7-9A2F-91B3F5E9C7EF}"/>
          </ac:picMkLst>
        </pc:picChg>
        <pc:picChg chg="add mod">
          <ac:chgData name="Amy Peebles" userId="55df9692-3791-40ae-bd44-2b55daecbb6e" providerId="ADAL" clId="{C58864B7-7ACB-41C1-96D7-FD6FACC325CB}" dt="2024-06-27T09:42:58.911" v="115"/>
          <ac:picMkLst>
            <pc:docMk/>
            <pc:sldMk cId="1773783856" sldId="268"/>
            <ac:picMk id="32" creationId="{1418B5DF-088A-3EB5-F3AE-78C8D680CC0B}"/>
          </ac:picMkLst>
        </pc:picChg>
        <pc:picChg chg="add del mod">
          <ac:chgData name="Amy Peebles" userId="55df9692-3791-40ae-bd44-2b55daecbb6e" providerId="ADAL" clId="{C58864B7-7ACB-41C1-96D7-FD6FACC325CB}" dt="2024-06-27T09:42:42.649" v="109" actId="21"/>
          <ac:picMkLst>
            <pc:docMk/>
            <pc:sldMk cId="1773783856" sldId="268"/>
            <ac:picMk id="1026" creationId="{1418B5DF-088A-3EB5-F3AE-78C8D680CC0B}"/>
          </ac:picMkLst>
        </pc:picChg>
        <pc:picChg chg="add del mod">
          <ac:chgData name="Amy Peebles" userId="55df9692-3791-40ae-bd44-2b55daecbb6e" providerId="ADAL" clId="{C58864B7-7ACB-41C1-96D7-FD6FACC325CB}" dt="2024-06-27T09:42:10.617" v="99" actId="21"/>
          <ac:picMkLst>
            <pc:docMk/>
            <pc:sldMk cId="1773783856" sldId="268"/>
            <ac:picMk id="1028" creationId="{17FB4F96-0A79-4C46-7C7A-7044BB03E0F7}"/>
          </ac:picMkLst>
        </pc:picChg>
        <pc:cxnChg chg="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16" creationId="{713FC2DF-8734-D85B-5AB6-3A2AC93227C2}"/>
          </ac:cxnSpMkLst>
        </pc:cxnChg>
        <pc:cxnChg chg="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17" creationId="{31BB55C7-1BEE-7DC5-F799-8D38B6E7FCDB}"/>
          </ac:cxnSpMkLst>
        </pc:cxnChg>
        <pc:cxnChg chg="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18" creationId="{EF677A96-6D56-4572-0E99-1B116836955D}"/>
          </ac:cxnSpMkLst>
        </pc:cxnChg>
        <pc:cxnChg chg="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19" creationId="{87C5BF57-11EB-8F94-AB28-05899F4CF855}"/>
          </ac:cxnSpMkLst>
        </pc:cxnChg>
        <pc:cxnChg chg="add 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26" creationId="{42FFB8D5-AA77-F17B-A36A-1E83601A15B7}"/>
          </ac:cxnSpMkLst>
        </pc:cxnChg>
        <pc:cxnChg chg="add mod">
          <ac:chgData name="Amy Peebles" userId="55df9692-3791-40ae-bd44-2b55daecbb6e" providerId="ADAL" clId="{C58864B7-7ACB-41C1-96D7-FD6FACC325CB}" dt="2024-06-27T09:38:38.122" v="38"/>
          <ac:cxnSpMkLst>
            <pc:docMk/>
            <pc:sldMk cId="1773783856" sldId="268"/>
            <ac:cxnSpMk id="27" creationId="{36B961D8-704A-FE9B-87F7-10D6E9D0F4A6}"/>
          </ac:cxnSpMkLst>
        </pc:cxnChg>
      </pc:sldChg>
      <pc:sldChg chg="addSp delSp modSp mod modClrScheme modAnim chgLayout">
        <pc:chgData name="Amy Peebles" userId="55df9692-3791-40ae-bd44-2b55daecbb6e" providerId="ADAL" clId="{C58864B7-7ACB-41C1-96D7-FD6FACC325CB}" dt="2024-06-27T12:30:21.959" v="3246" actId="1076"/>
        <pc:sldMkLst>
          <pc:docMk/>
          <pc:sldMk cId="25634001" sldId="269"/>
        </pc:sldMkLst>
        <pc:spChg chg="add del mod ord">
          <ac:chgData name="Amy Peebles" userId="55df9692-3791-40ae-bd44-2b55daecbb6e" providerId="ADAL" clId="{C58864B7-7ACB-41C1-96D7-FD6FACC325CB}" dt="2024-06-27T12:24:30.122" v="3099" actId="700"/>
          <ac:spMkLst>
            <pc:docMk/>
            <pc:sldMk cId="25634001" sldId="269"/>
            <ac:spMk id="2" creationId="{C775BB9C-20E6-90AA-EAA9-0F94D5D9AFF2}"/>
          </ac:spMkLst>
        </pc:spChg>
        <pc:spChg chg="add del mod ord">
          <ac:chgData name="Amy Peebles" userId="55df9692-3791-40ae-bd44-2b55daecbb6e" providerId="ADAL" clId="{C58864B7-7ACB-41C1-96D7-FD6FACC325CB}" dt="2024-06-27T12:24:30.122" v="3099" actId="700"/>
          <ac:spMkLst>
            <pc:docMk/>
            <pc:sldMk cId="25634001" sldId="269"/>
            <ac:spMk id="3" creationId="{6B557A89-332E-5CA3-03A5-B9CCE0139A48}"/>
          </ac:spMkLst>
        </pc:spChg>
        <pc:spChg chg="del">
          <ac:chgData name="Amy Peebles" userId="55df9692-3791-40ae-bd44-2b55daecbb6e" providerId="ADAL" clId="{C58864B7-7ACB-41C1-96D7-FD6FACC325CB}" dt="2024-06-27T12:24:19.943" v="3095" actId="478"/>
          <ac:spMkLst>
            <pc:docMk/>
            <pc:sldMk cId="25634001" sldId="269"/>
            <ac:spMk id="4" creationId="{5AECCE7A-7BF4-48D3-88F5-FDBD542B4973}"/>
          </ac:spMkLst>
        </pc:spChg>
        <pc:spChg chg="del">
          <ac:chgData name="Amy Peebles" userId="55df9692-3791-40ae-bd44-2b55daecbb6e" providerId="ADAL" clId="{C58864B7-7ACB-41C1-96D7-FD6FACC325CB}" dt="2024-06-27T12:24:19.943" v="3095" actId="478"/>
          <ac:spMkLst>
            <pc:docMk/>
            <pc:sldMk cId="25634001" sldId="269"/>
            <ac:spMk id="5" creationId="{0D9D3D56-E45B-4D33-915C-4B646EBB5FB3}"/>
          </ac:spMkLst>
        </pc:spChg>
        <pc:spChg chg="del">
          <ac:chgData name="Amy Peebles" userId="55df9692-3791-40ae-bd44-2b55daecbb6e" providerId="ADAL" clId="{C58864B7-7ACB-41C1-96D7-FD6FACC325CB}" dt="2024-06-27T12:24:19.943" v="3095" actId="478"/>
          <ac:spMkLst>
            <pc:docMk/>
            <pc:sldMk cId="25634001" sldId="269"/>
            <ac:spMk id="6" creationId="{15C89725-2F36-4E3E-BCDF-0A38380A0502}"/>
          </ac:spMkLst>
        </pc:spChg>
        <pc:spChg chg="mod ord">
          <ac:chgData name="Amy Peebles" userId="55df9692-3791-40ae-bd44-2b55daecbb6e" providerId="ADAL" clId="{C58864B7-7ACB-41C1-96D7-FD6FACC325CB}" dt="2024-06-27T12:24:43.195" v="3100" actId="700"/>
          <ac:spMkLst>
            <pc:docMk/>
            <pc:sldMk cId="25634001" sldId="269"/>
            <ac:spMk id="7" creationId="{A0DBA413-FD07-4FC7-8F41-7770927D4CEE}"/>
          </ac:spMkLst>
        </pc:spChg>
        <pc:spChg chg="del">
          <ac:chgData name="Amy Peebles" userId="55df9692-3791-40ae-bd44-2b55daecbb6e" providerId="ADAL" clId="{C58864B7-7ACB-41C1-96D7-FD6FACC325CB}" dt="2024-06-27T12:24:19.943" v="3095" actId="478"/>
          <ac:spMkLst>
            <pc:docMk/>
            <pc:sldMk cId="25634001" sldId="269"/>
            <ac:spMk id="8" creationId="{05E4F972-E1F3-4C18-B263-8DE1FBE6F137}"/>
          </ac:spMkLst>
        </pc:spChg>
        <pc:spChg chg="add del mod ord">
          <ac:chgData name="Amy Peebles" userId="55df9692-3791-40ae-bd44-2b55daecbb6e" providerId="ADAL" clId="{C58864B7-7ACB-41C1-96D7-FD6FACC325CB}" dt="2024-06-27T12:24:30.122" v="3099" actId="700"/>
          <ac:spMkLst>
            <pc:docMk/>
            <pc:sldMk cId="25634001" sldId="269"/>
            <ac:spMk id="9" creationId="{343A7F4F-AAB5-C780-D8BF-2625878805A5}"/>
          </ac:spMkLst>
        </pc:spChg>
        <pc:spChg chg="add del mod ord">
          <ac:chgData name="Amy Peebles" userId="55df9692-3791-40ae-bd44-2b55daecbb6e" providerId="ADAL" clId="{C58864B7-7ACB-41C1-96D7-FD6FACC325CB}" dt="2024-06-27T12:24:30.122" v="3099" actId="700"/>
          <ac:spMkLst>
            <pc:docMk/>
            <pc:sldMk cId="25634001" sldId="269"/>
            <ac:spMk id="10" creationId="{F0DF9F14-B6CE-77C8-EADD-4A196ADA1A2A}"/>
          </ac:spMkLst>
        </pc:spChg>
        <pc:spChg chg="add del mod ord">
          <ac:chgData name="Amy Peebles" userId="55df9692-3791-40ae-bd44-2b55daecbb6e" providerId="ADAL" clId="{C58864B7-7ACB-41C1-96D7-FD6FACC325CB}" dt="2024-06-27T12:24:48.489" v="3102" actId="478"/>
          <ac:spMkLst>
            <pc:docMk/>
            <pc:sldMk cId="25634001" sldId="269"/>
            <ac:spMk id="11" creationId="{FDAFDFA3-E3FB-D819-D3FF-CFB9457405F2}"/>
          </ac:spMkLst>
        </pc:spChg>
        <pc:spChg chg="del">
          <ac:chgData name="Amy Peebles" userId="55df9692-3791-40ae-bd44-2b55daecbb6e" providerId="ADAL" clId="{C58864B7-7ACB-41C1-96D7-FD6FACC325CB}" dt="2024-06-27T12:24:45.967" v="3101" actId="478"/>
          <ac:spMkLst>
            <pc:docMk/>
            <pc:sldMk cId="25634001" sldId="269"/>
            <ac:spMk id="12" creationId="{CA0B877B-3C3E-4423-65A3-DF0580ED2B37}"/>
          </ac:spMkLst>
        </pc:spChg>
        <pc:spChg chg="del mod ord">
          <ac:chgData name="Amy Peebles" userId="55df9692-3791-40ae-bd44-2b55daecbb6e" providerId="ADAL" clId="{C58864B7-7ACB-41C1-96D7-FD6FACC325CB}" dt="2024-06-27T12:24:48.489" v="3102" actId="478"/>
          <ac:spMkLst>
            <pc:docMk/>
            <pc:sldMk cId="25634001" sldId="269"/>
            <ac:spMk id="13" creationId="{923CE39A-D1B0-2517-9E31-94286E5E8DBD}"/>
          </ac:spMkLst>
        </pc:spChg>
        <pc:spChg chg="del">
          <ac:chgData name="Amy Peebles" userId="55df9692-3791-40ae-bd44-2b55daecbb6e" providerId="ADAL" clId="{C58864B7-7ACB-41C1-96D7-FD6FACC325CB}" dt="2024-06-27T12:24:45.967" v="3101" actId="478"/>
          <ac:spMkLst>
            <pc:docMk/>
            <pc:sldMk cId="25634001" sldId="269"/>
            <ac:spMk id="14" creationId="{77B710A8-DBAC-8543-BAB7-7531B0BDF292}"/>
          </ac:spMkLst>
        </pc:spChg>
        <pc:spChg chg="del">
          <ac:chgData name="Amy Peebles" userId="55df9692-3791-40ae-bd44-2b55daecbb6e" providerId="ADAL" clId="{C58864B7-7ACB-41C1-96D7-FD6FACC325CB}" dt="2024-06-27T12:24:45.967" v="3101" actId="478"/>
          <ac:spMkLst>
            <pc:docMk/>
            <pc:sldMk cId="25634001" sldId="269"/>
            <ac:spMk id="15" creationId="{0A65100E-A199-4D42-F57C-C7270D7FE085}"/>
          </ac:spMkLst>
        </pc:spChg>
        <pc:spChg chg="del">
          <ac:chgData name="Amy Peebles" userId="55df9692-3791-40ae-bd44-2b55daecbb6e" providerId="ADAL" clId="{C58864B7-7ACB-41C1-96D7-FD6FACC325CB}" dt="2024-06-27T12:24:45.967" v="3101" actId="478"/>
          <ac:spMkLst>
            <pc:docMk/>
            <pc:sldMk cId="25634001" sldId="269"/>
            <ac:spMk id="16" creationId="{E58250EA-D177-4202-3139-ED76339EB8AF}"/>
          </ac:spMkLst>
        </pc:spChg>
        <pc:spChg chg="add del mod ord">
          <ac:chgData name="Amy Peebles" userId="55df9692-3791-40ae-bd44-2b55daecbb6e" providerId="ADAL" clId="{C58864B7-7ACB-41C1-96D7-FD6FACC325CB}" dt="2024-06-27T12:24:48.489" v="3102" actId="478"/>
          <ac:spMkLst>
            <pc:docMk/>
            <pc:sldMk cId="25634001" sldId="269"/>
            <ac:spMk id="20" creationId="{771E49C5-E18B-80EB-DA6F-69550BCFE6FE}"/>
          </ac:spMkLst>
        </pc:spChg>
        <pc:spChg chg="add del mod ord">
          <ac:chgData name="Amy Peebles" userId="55df9692-3791-40ae-bd44-2b55daecbb6e" providerId="ADAL" clId="{C58864B7-7ACB-41C1-96D7-FD6FACC325CB}" dt="2024-06-27T12:24:45.967" v="3101" actId="478"/>
          <ac:spMkLst>
            <pc:docMk/>
            <pc:sldMk cId="25634001" sldId="269"/>
            <ac:spMk id="21" creationId="{D86D59D1-1F8C-1150-12EB-DE0C388B07A6}"/>
          </ac:spMkLst>
        </pc:spChg>
        <pc:spChg chg="add del mod ord">
          <ac:chgData name="Amy Peebles" userId="55df9692-3791-40ae-bd44-2b55daecbb6e" providerId="ADAL" clId="{C58864B7-7ACB-41C1-96D7-FD6FACC325CB}" dt="2024-06-27T12:24:48.489" v="3102" actId="478"/>
          <ac:spMkLst>
            <pc:docMk/>
            <pc:sldMk cId="25634001" sldId="269"/>
            <ac:spMk id="22" creationId="{E0E5ECD0-432D-9758-75BE-6EB98938AA4A}"/>
          </ac:spMkLst>
        </pc:spChg>
        <pc:spChg chg="add del mod">
          <ac:chgData name="Amy Peebles" userId="55df9692-3791-40ae-bd44-2b55daecbb6e" providerId="ADAL" clId="{C58864B7-7ACB-41C1-96D7-FD6FACC325CB}" dt="2024-06-27T12:25:11.104" v="3107" actId="478"/>
          <ac:spMkLst>
            <pc:docMk/>
            <pc:sldMk cId="25634001" sldId="269"/>
            <ac:spMk id="24" creationId="{A5F58A02-F2AB-A739-B537-DE69E73EBCEC}"/>
          </ac:spMkLst>
        </pc:spChg>
        <pc:spChg chg="add mod">
          <ac:chgData name="Amy Peebles" userId="55df9692-3791-40ae-bd44-2b55daecbb6e" providerId="ADAL" clId="{C58864B7-7ACB-41C1-96D7-FD6FACC325CB}" dt="2024-06-27T12:24:57.019" v="3103"/>
          <ac:spMkLst>
            <pc:docMk/>
            <pc:sldMk cId="25634001" sldId="269"/>
            <ac:spMk id="25" creationId="{B9CCF301-20B7-C945-1DB4-9B9CC6C67DF3}"/>
          </ac:spMkLst>
        </pc:spChg>
        <pc:spChg chg="add mod">
          <ac:chgData name="Amy Peebles" userId="55df9692-3791-40ae-bd44-2b55daecbb6e" providerId="ADAL" clId="{C58864B7-7ACB-41C1-96D7-FD6FACC325CB}" dt="2024-06-27T12:30:21.959" v="3246" actId="1076"/>
          <ac:spMkLst>
            <pc:docMk/>
            <pc:sldMk cId="25634001" sldId="269"/>
            <ac:spMk id="26" creationId="{8908E69D-9336-29EA-4BFE-C5549ABE37F8}"/>
          </ac:spMkLst>
        </pc:spChg>
        <pc:spChg chg="add mod">
          <ac:chgData name="Amy Peebles" userId="55df9692-3791-40ae-bd44-2b55daecbb6e" providerId="ADAL" clId="{C58864B7-7ACB-41C1-96D7-FD6FACC325CB}" dt="2024-06-27T12:24:57.019" v="3103"/>
          <ac:spMkLst>
            <pc:docMk/>
            <pc:sldMk cId="25634001" sldId="269"/>
            <ac:spMk id="27" creationId="{9A350D58-0A86-4C97-AD53-67FF9C87CF2A}"/>
          </ac:spMkLst>
        </pc:spChg>
        <pc:spChg chg="add mod">
          <ac:chgData name="Amy Peebles" userId="55df9692-3791-40ae-bd44-2b55daecbb6e" providerId="ADAL" clId="{C58864B7-7ACB-41C1-96D7-FD6FACC325CB}" dt="2024-06-27T12:24:57.019" v="3103"/>
          <ac:spMkLst>
            <pc:docMk/>
            <pc:sldMk cId="25634001" sldId="269"/>
            <ac:spMk id="28" creationId="{107C73EA-1AA5-0706-B19C-E960371AB4AC}"/>
          </ac:spMkLst>
        </pc:spChg>
        <pc:spChg chg="add mod">
          <ac:chgData name="Amy Peebles" userId="55df9692-3791-40ae-bd44-2b55daecbb6e" providerId="ADAL" clId="{C58864B7-7ACB-41C1-96D7-FD6FACC325CB}" dt="2024-06-27T12:25:21.596" v="3113"/>
          <ac:spMkLst>
            <pc:docMk/>
            <pc:sldMk cId="25634001" sldId="269"/>
            <ac:spMk id="32" creationId="{835FB475-1D5C-B91A-2C51-063ED6E1F50B}"/>
          </ac:spMkLst>
        </pc:spChg>
        <pc:spChg chg="add mod">
          <ac:chgData name="Amy Peebles" userId="55df9692-3791-40ae-bd44-2b55daecbb6e" providerId="ADAL" clId="{C58864B7-7ACB-41C1-96D7-FD6FACC325CB}" dt="2024-06-27T12:25:21.596" v="3113"/>
          <ac:spMkLst>
            <pc:docMk/>
            <pc:sldMk cId="25634001" sldId="269"/>
            <ac:spMk id="33" creationId="{98BAE848-174B-9EC5-F68B-6374D1E40A93}"/>
          </ac:spMkLst>
        </pc:spChg>
        <pc:spChg chg="add mod">
          <ac:chgData name="Amy Peebles" userId="55df9692-3791-40ae-bd44-2b55daecbb6e" providerId="ADAL" clId="{C58864B7-7ACB-41C1-96D7-FD6FACC325CB}" dt="2024-06-27T12:25:21.596" v="3113"/>
          <ac:spMkLst>
            <pc:docMk/>
            <pc:sldMk cId="25634001" sldId="269"/>
            <ac:spMk id="34" creationId="{F4A74E09-AF80-7D5D-9930-E406D928E03C}"/>
          </ac:spMkLst>
        </pc:spChg>
        <pc:spChg chg="add mod">
          <ac:chgData name="Amy Peebles" userId="55df9692-3791-40ae-bd44-2b55daecbb6e" providerId="ADAL" clId="{C58864B7-7ACB-41C1-96D7-FD6FACC325CB}" dt="2024-06-27T12:25:21.596" v="3113"/>
          <ac:spMkLst>
            <pc:docMk/>
            <pc:sldMk cId="25634001" sldId="269"/>
            <ac:spMk id="35" creationId="{53B9B05D-454D-28D7-3766-36C4ADDBFFD5}"/>
          </ac:spMkLst>
        </pc:spChg>
        <pc:picChg chg="del">
          <ac:chgData name="Amy Peebles" userId="55df9692-3791-40ae-bd44-2b55daecbb6e" providerId="ADAL" clId="{C58864B7-7ACB-41C1-96D7-FD6FACC325CB}" dt="2024-06-27T12:24:45.967" v="3101" actId="478"/>
          <ac:picMkLst>
            <pc:docMk/>
            <pc:sldMk cId="25634001" sldId="269"/>
            <ac:picMk id="17" creationId="{086F06A2-5F31-9653-138A-336383186E33}"/>
          </ac:picMkLst>
        </pc:picChg>
        <pc:picChg chg="del">
          <ac:chgData name="Amy Peebles" userId="55df9692-3791-40ae-bd44-2b55daecbb6e" providerId="ADAL" clId="{C58864B7-7ACB-41C1-96D7-FD6FACC325CB}" dt="2024-06-27T12:24:45.967" v="3101" actId="478"/>
          <ac:picMkLst>
            <pc:docMk/>
            <pc:sldMk cId="25634001" sldId="269"/>
            <ac:picMk id="18" creationId="{25B2DE70-0EDF-690F-2DD8-4C564A1EEC02}"/>
          </ac:picMkLst>
        </pc:picChg>
        <pc:picChg chg="del">
          <ac:chgData name="Amy Peebles" userId="55df9692-3791-40ae-bd44-2b55daecbb6e" providerId="ADAL" clId="{C58864B7-7ACB-41C1-96D7-FD6FACC325CB}" dt="2024-06-27T12:24:45.967" v="3101" actId="478"/>
          <ac:picMkLst>
            <pc:docMk/>
            <pc:sldMk cId="25634001" sldId="269"/>
            <ac:picMk id="19" creationId="{142E6507-22EA-CEE8-80E9-415CEB6FF96B}"/>
          </ac:picMkLst>
        </pc:picChg>
        <pc:picChg chg="add mod">
          <ac:chgData name="Amy Peebles" userId="55df9692-3791-40ae-bd44-2b55daecbb6e" providerId="ADAL" clId="{C58864B7-7ACB-41C1-96D7-FD6FACC325CB}" dt="2024-06-27T12:24:57.019" v="3103"/>
          <ac:picMkLst>
            <pc:docMk/>
            <pc:sldMk cId="25634001" sldId="269"/>
            <ac:picMk id="29" creationId="{BEC7F533-B2CC-E8CD-C97D-33D3D32B13A5}"/>
          </ac:picMkLst>
        </pc:picChg>
        <pc:picChg chg="add mod">
          <ac:chgData name="Amy Peebles" userId="55df9692-3791-40ae-bd44-2b55daecbb6e" providerId="ADAL" clId="{C58864B7-7ACB-41C1-96D7-FD6FACC325CB}" dt="2024-06-27T12:24:57.019" v="3103"/>
          <ac:picMkLst>
            <pc:docMk/>
            <pc:sldMk cId="25634001" sldId="269"/>
            <ac:picMk id="30" creationId="{34ECEBB8-42AA-BBDD-9FC3-E80FDC74987A}"/>
          </ac:picMkLst>
        </pc:picChg>
        <pc:picChg chg="add mod">
          <ac:chgData name="Amy Peebles" userId="55df9692-3791-40ae-bd44-2b55daecbb6e" providerId="ADAL" clId="{C58864B7-7ACB-41C1-96D7-FD6FACC325CB}" dt="2024-06-27T12:30:21.959" v="3246" actId="1076"/>
          <ac:picMkLst>
            <pc:docMk/>
            <pc:sldMk cId="25634001" sldId="269"/>
            <ac:picMk id="31" creationId="{67A12781-E855-2BDD-A455-09790D92823B}"/>
          </ac:picMkLst>
        </pc:picChg>
      </pc:sldChg>
      <pc:sldChg chg="addSp delSp modSp add del mod">
        <pc:chgData name="Amy Peebles" userId="55df9692-3791-40ae-bd44-2b55daecbb6e" providerId="ADAL" clId="{C58864B7-7ACB-41C1-96D7-FD6FACC325CB}" dt="2024-06-27T12:25:40.503" v="3118" actId="47"/>
        <pc:sldMkLst>
          <pc:docMk/>
          <pc:sldMk cId="2445988113" sldId="270"/>
        </pc:sldMkLst>
        <pc:spChg chg="del">
          <ac:chgData name="Amy Peebles" userId="55df9692-3791-40ae-bd44-2b55daecbb6e" providerId="ADAL" clId="{C58864B7-7ACB-41C1-96D7-FD6FACC325CB}" dt="2024-06-27T12:23:50.606" v="3084" actId="478"/>
          <ac:spMkLst>
            <pc:docMk/>
            <pc:sldMk cId="2445988113" sldId="270"/>
            <ac:spMk id="3" creationId="{884C1575-076A-4734-B8B1-38C49C27D675}"/>
          </ac:spMkLst>
        </pc:spChg>
        <pc:spChg chg="del">
          <ac:chgData name="Amy Peebles" userId="55df9692-3791-40ae-bd44-2b55daecbb6e" providerId="ADAL" clId="{C58864B7-7ACB-41C1-96D7-FD6FACC325CB}" dt="2024-06-27T12:23:50.606" v="3084" actId="478"/>
          <ac:spMkLst>
            <pc:docMk/>
            <pc:sldMk cId="2445988113" sldId="270"/>
            <ac:spMk id="4" creationId="{62BF0288-41F0-4D6F-B55A-AE5504CECBFB}"/>
          </ac:spMkLst>
        </pc:spChg>
        <pc:spChg chg="del">
          <ac:chgData name="Amy Peebles" userId="55df9692-3791-40ae-bd44-2b55daecbb6e" providerId="ADAL" clId="{C58864B7-7ACB-41C1-96D7-FD6FACC325CB}" dt="2024-06-27T12:23:50.606" v="3084" actId="478"/>
          <ac:spMkLst>
            <pc:docMk/>
            <pc:sldMk cId="2445988113" sldId="270"/>
            <ac:spMk id="5" creationId="{6A77157F-5585-424E-A79A-8146B9D7B704}"/>
          </ac:spMkLst>
        </pc:spChg>
        <pc:spChg chg="del">
          <ac:chgData name="Amy Peebles" userId="55df9692-3791-40ae-bd44-2b55daecbb6e" providerId="ADAL" clId="{C58864B7-7ACB-41C1-96D7-FD6FACC325CB}" dt="2024-06-27T12:23:50.606" v="3084" actId="478"/>
          <ac:spMkLst>
            <pc:docMk/>
            <pc:sldMk cId="2445988113" sldId="270"/>
            <ac:spMk id="6" creationId="{82C7ACAA-7AB6-440C-B4E3-C6DC8FEABEC8}"/>
          </ac:spMkLst>
        </pc:spChg>
        <pc:spChg chg="mod">
          <ac:chgData name="Amy Peebles" userId="55df9692-3791-40ae-bd44-2b55daecbb6e" providerId="ADAL" clId="{C58864B7-7ACB-41C1-96D7-FD6FACC325CB}" dt="2024-06-27T12:25:34.505" v="3117" actId="14100"/>
          <ac:spMkLst>
            <pc:docMk/>
            <pc:sldMk cId="2445988113" sldId="270"/>
            <ac:spMk id="8" creationId="{E8C238C8-0768-4B16-9C70-847DCEE79A24}"/>
          </ac:spMkLst>
        </pc:spChg>
        <pc:spChg chg="add mod">
          <ac:chgData name="Amy Peebles" userId="55df9692-3791-40ae-bd44-2b55daecbb6e" providerId="ADAL" clId="{C58864B7-7ACB-41C1-96D7-FD6FACC325CB}" dt="2024-06-27T12:25:16.627" v="3108"/>
          <ac:spMkLst>
            <pc:docMk/>
            <pc:sldMk cId="2445988113" sldId="270"/>
            <ac:spMk id="9" creationId="{EC501861-CB65-5558-071A-F59A03625BA8}"/>
          </ac:spMkLst>
        </pc:spChg>
        <pc:spChg chg="add mod">
          <ac:chgData name="Amy Peebles" userId="55df9692-3791-40ae-bd44-2b55daecbb6e" providerId="ADAL" clId="{C58864B7-7ACB-41C1-96D7-FD6FACC325CB}" dt="2024-06-27T12:25:16.627" v="3108"/>
          <ac:spMkLst>
            <pc:docMk/>
            <pc:sldMk cId="2445988113" sldId="270"/>
            <ac:spMk id="10" creationId="{9DC924EF-16A2-5175-7EC4-76718F32EB5A}"/>
          </ac:spMkLst>
        </pc:spChg>
        <pc:spChg chg="add mod">
          <ac:chgData name="Amy Peebles" userId="55df9692-3791-40ae-bd44-2b55daecbb6e" providerId="ADAL" clId="{C58864B7-7ACB-41C1-96D7-FD6FACC325CB}" dt="2024-06-27T12:25:16.627" v="3108"/>
          <ac:spMkLst>
            <pc:docMk/>
            <pc:sldMk cId="2445988113" sldId="270"/>
            <ac:spMk id="11" creationId="{87ED48A9-2050-BD10-95A4-C490CC7E203C}"/>
          </ac:spMkLst>
        </pc:spChg>
        <pc:spChg chg="add mod">
          <ac:chgData name="Amy Peebles" userId="55df9692-3791-40ae-bd44-2b55daecbb6e" providerId="ADAL" clId="{C58864B7-7ACB-41C1-96D7-FD6FACC325CB}" dt="2024-06-27T12:25:16.627" v="3108"/>
          <ac:spMkLst>
            <pc:docMk/>
            <pc:sldMk cId="2445988113" sldId="270"/>
            <ac:spMk id="12" creationId="{59169F69-0F74-1256-34D0-D7A578B89CC4}"/>
          </ac:spMkLst>
        </pc:spChg>
      </pc:sldChg>
      <pc:sldChg chg="addSp delSp modSp add mod delAnim modAnim modNotesTx">
        <pc:chgData name="Amy Peebles" userId="55df9692-3791-40ae-bd44-2b55daecbb6e" providerId="ADAL" clId="{C58864B7-7ACB-41C1-96D7-FD6FACC325CB}" dt="2024-06-27T12:09:20.808" v="2185" actId="1076"/>
        <pc:sldMkLst>
          <pc:docMk/>
          <pc:sldMk cId="2543602289" sldId="271"/>
        </pc:sldMkLst>
        <pc:spChg chg="add mod">
          <ac:chgData name="Amy Peebles" userId="55df9692-3791-40ae-bd44-2b55daecbb6e" providerId="ADAL" clId="{C58864B7-7ACB-41C1-96D7-FD6FACC325CB}" dt="2024-06-27T11:54:23.365" v="2073"/>
          <ac:spMkLst>
            <pc:docMk/>
            <pc:sldMk cId="2543602289" sldId="271"/>
            <ac:spMk id="2" creationId="{FAEC7B37-C275-C426-92F2-C58D89CE2F80}"/>
          </ac:spMkLst>
        </pc:spChg>
        <pc:spChg chg="add mod">
          <ac:chgData name="Amy Peebles" userId="55df9692-3791-40ae-bd44-2b55daecbb6e" providerId="ADAL" clId="{C58864B7-7ACB-41C1-96D7-FD6FACC325CB}" dt="2024-06-27T11:54:23.365" v="2073"/>
          <ac:spMkLst>
            <pc:docMk/>
            <pc:sldMk cId="2543602289" sldId="271"/>
            <ac:spMk id="3" creationId="{1BCC81D4-417E-A085-7AC7-582C9A3EF1A9}"/>
          </ac:spMkLst>
        </pc:spChg>
        <pc:spChg chg="del mod">
          <ac:chgData name="Amy Peebles" userId="55df9692-3791-40ae-bd44-2b55daecbb6e" providerId="ADAL" clId="{C58864B7-7ACB-41C1-96D7-FD6FACC325CB}" dt="2024-06-27T10:22:46.857" v="763" actId="478"/>
          <ac:spMkLst>
            <pc:docMk/>
            <pc:sldMk cId="2543602289" sldId="271"/>
            <ac:spMk id="3" creationId="{884C1575-076A-4734-B8B1-38C49C27D675}"/>
          </ac:spMkLst>
        </pc:spChg>
        <pc:spChg chg="del mod">
          <ac:chgData name="Amy Peebles" userId="55df9692-3791-40ae-bd44-2b55daecbb6e" providerId="ADAL" clId="{C58864B7-7ACB-41C1-96D7-FD6FACC325CB}" dt="2024-06-27T10:22:46.857" v="763" actId="478"/>
          <ac:spMkLst>
            <pc:docMk/>
            <pc:sldMk cId="2543602289" sldId="271"/>
            <ac:spMk id="4" creationId="{62BF0288-41F0-4D6F-B55A-AE5504CECBFB}"/>
          </ac:spMkLst>
        </pc:spChg>
        <pc:spChg chg="add mod">
          <ac:chgData name="Amy Peebles" userId="55df9692-3791-40ae-bd44-2b55daecbb6e" providerId="ADAL" clId="{C58864B7-7ACB-41C1-96D7-FD6FACC325CB}" dt="2024-06-27T11:54:23.365" v="2073"/>
          <ac:spMkLst>
            <pc:docMk/>
            <pc:sldMk cId="2543602289" sldId="271"/>
            <ac:spMk id="4" creationId="{6A8343AC-3FF3-063B-E815-6F415C75E661}"/>
          </ac:spMkLst>
        </pc:spChg>
        <pc:spChg chg="add mod">
          <ac:chgData name="Amy Peebles" userId="55df9692-3791-40ae-bd44-2b55daecbb6e" providerId="ADAL" clId="{C58864B7-7ACB-41C1-96D7-FD6FACC325CB}" dt="2024-06-27T11:54:23.365" v="2073"/>
          <ac:spMkLst>
            <pc:docMk/>
            <pc:sldMk cId="2543602289" sldId="271"/>
            <ac:spMk id="5" creationId="{19A54B5B-5C57-97FA-C524-6DD33AB596B7}"/>
          </ac:spMkLst>
        </pc:spChg>
        <pc:spChg chg="del mod">
          <ac:chgData name="Amy Peebles" userId="55df9692-3791-40ae-bd44-2b55daecbb6e" providerId="ADAL" clId="{C58864B7-7ACB-41C1-96D7-FD6FACC325CB}" dt="2024-06-27T10:22:46.857" v="763" actId="478"/>
          <ac:spMkLst>
            <pc:docMk/>
            <pc:sldMk cId="2543602289" sldId="271"/>
            <ac:spMk id="5" creationId="{6A77157F-5585-424E-A79A-8146B9D7B704}"/>
          </ac:spMkLst>
        </pc:spChg>
        <pc:spChg chg="del mod">
          <ac:chgData name="Amy Peebles" userId="55df9692-3791-40ae-bd44-2b55daecbb6e" providerId="ADAL" clId="{C58864B7-7ACB-41C1-96D7-FD6FACC325CB}" dt="2024-06-27T10:22:46.857" v="763" actId="478"/>
          <ac:spMkLst>
            <pc:docMk/>
            <pc:sldMk cId="2543602289" sldId="271"/>
            <ac:spMk id="6" creationId="{82C7ACAA-7AB6-440C-B4E3-C6DC8FEABEC8}"/>
          </ac:spMkLst>
        </pc:spChg>
        <pc:spChg chg="mod">
          <ac:chgData name="Amy Peebles" userId="55df9692-3791-40ae-bd44-2b55daecbb6e" providerId="ADAL" clId="{C58864B7-7ACB-41C1-96D7-FD6FACC325CB}" dt="2024-06-27T12:08:08.750" v="2178" actId="14100"/>
          <ac:spMkLst>
            <pc:docMk/>
            <pc:sldMk cId="2543602289" sldId="271"/>
            <ac:spMk id="7" creationId="{A0DBA413-FD07-4FC7-8F41-7770927D4CEE}"/>
          </ac:spMkLst>
        </pc:spChg>
        <pc:spChg chg="add del mod">
          <ac:chgData name="Amy Peebles" userId="55df9692-3791-40ae-bd44-2b55daecbb6e" providerId="ADAL" clId="{C58864B7-7ACB-41C1-96D7-FD6FACC325CB}" dt="2024-06-27T09:42:26.048" v="106" actId="478"/>
          <ac:spMkLst>
            <pc:docMk/>
            <pc:sldMk cId="2543602289" sldId="271"/>
            <ac:spMk id="8" creationId="{FA39857E-8978-9349-DAFA-7DF77D70CBB6}"/>
          </ac:spMkLst>
        </pc:spChg>
        <pc:spChg chg="add del mod">
          <ac:chgData name="Amy Peebles" userId="55df9692-3791-40ae-bd44-2b55daecbb6e" providerId="ADAL" clId="{C58864B7-7ACB-41C1-96D7-FD6FACC325CB}" dt="2024-06-27T09:42:54.816" v="113" actId="21"/>
          <ac:spMkLst>
            <pc:docMk/>
            <pc:sldMk cId="2543602289" sldId="271"/>
            <ac:spMk id="9" creationId="{B280935B-08B7-604A-699F-C72E7E878529}"/>
          </ac:spMkLst>
        </pc:spChg>
        <pc:spChg chg="mod">
          <ac:chgData name="Amy Peebles" userId="55df9692-3791-40ae-bd44-2b55daecbb6e" providerId="ADAL" clId="{C58864B7-7ACB-41C1-96D7-FD6FACC325CB}" dt="2024-06-27T11:55:01.422" v="2084" actId="14100"/>
          <ac:spMkLst>
            <pc:docMk/>
            <pc:sldMk cId="2543602289" sldId="271"/>
            <ac:spMk id="12" creationId="{94D4B4FD-9DD9-6A32-9FF4-F334EA813ECD}"/>
          </ac:spMkLst>
        </pc:spChg>
        <pc:spChg chg="mod">
          <ac:chgData name="Amy Peebles" userId="55df9692-3791-40ae-bd44-2b55daecbb6e" providerId="ADAL" clId="{C58864B7-7ACB-41C1-96D7-FD6FACC325CB}" dt="2024-06-27T11:55:42.974" v="2094" actId="1076"/>
          <ac:spMkLst>
            <pc:docMk/>
            <pc:sldMk cId="2543602289" sldId="271"/>
            <ac:spMk id="13" creationId="{B5ECD06B-1AB4-B9D7-A764-F1990A1C7884}"/>
          </ac:spMkLst>
        </pc:spChg>
        <pc:spChg chg="mod">
          <ac:chgData name="Amy Peebles" userId="55df9692-3791-40ae-bd44-2b55daecbb6e" providerId="ADAL" clId="{C58864B7-7ACB-41C1-96D7-FD6FACC325CB}" dt="2024-06-27T12:05:42.686" v="2136" actId="1076"/>
          <ac:spMkLst>
            <pc:docMk/>
            <pc:sldMk cId="2543602289" sldId="271"/>
            <ac:spMk id="14" creationId="{23F4145C-BDBB-93E4-BF6E-DF00FEC7431B}"/>
          </ac:spMkLst>
        </pc:spChg>
        <pc:spChg chg="mod">
          <ac:chgData name="Amy Peebles" userId="55df9692-3791-40ae-bd44-2b55daecbb6e" providerId="ADAL" clId="{C58864B7-7ACB-41C1-96D7-FD6FACC325CB}" dt="2024-06-27T11:56:03.582" v="2102" actId="1076"/>
          <ac:spMkLst>
            <pc:docMk/>
            <pc:sldMk cId="2543602289" sldId="271"/>
            <ac:spMk id="15" creationId="{8A028229-8BD1-C318-55F0-B81E464515E6}"/>
          </ac:spMkLst>
        </pc:spChg>
        <pc:spChg chg="del mod">
          <ac:chgData name="Amy Peebles" userId="55df9692-3791-40ae-bd44-2b55daecbb6e" providerId="ADAL" clId="{C58864B7-7ACB-41C1-96D7-FD6FACC325CB}" dt="2024-06-27T09:42:15.710" v="101" actId="21"/>
          <ac:spMkLst>
            <pc:docMk/>
            <pc:sldMk cId="2543602289" sldId="271"/>
            <ac:spMk id="20" creationId="{B280935B-08B7-604A-699F-C72E7E878529}"/>
          </ac:spMkLst>
        </pc:spChg>
        <pc:spChg chg="del mod">
          <ac:chgData name="Amy Peebles" userId="55df9692-3791-40ae-bd44-2b55daecbb6e" providerId="ADAL" clId="{C58864B7-7ACB-41C1-96D7-FD6FACC325CB}" dt="2024-06-27T11:55:56.551" v="2100" actId="478"/>
          <ac:spMkLst>
            <pc:docMk/>
            <pc:sldMk cId="2543602289" sldId="271"/>
            <ac:spMk id="21" creationId="{2C2BAF0E-457F-5444-1076-92405C0529C5}"/>
          </ac:spMkLst>
        </pc:spChg>
        <pc:spChg chg="del mod">
          <ac:chgData name="Amy Peebles" userId="55df9692-3791-40ae-bd44-2b55daecbb6e" providerId="ADAL" clId="{C58864B7-7ACB-41C1-96D7-FD6FACC325CB}" dt="2024-06-27T11:55:55.030" v="2099" actId="478"/>
          <ac:spMkLst>
            <pc:docMk/>
            <pc:sldMk cId="2543602289" sldId="271"/>
            <ac:spMk id="22" creationId="{35E1F307-28C2-18F9-928F-47535445F8E1}"/>
          </ac:spMkLst>
        </pc:spChg>
        <pc:spChg chg="del">
          <ac:chgData name="Amy Peebles" userId="55df9692-3791-40ae-bd44-2b55daecbb6e" providerId="ADAL" clId="{C58864B7-7ACB-41C1-96D7-FD6FACC325CB}" dt="2024-06-27T09:43:07.342" v="116" actId="478"/>
          <ac:spMkLst>
            <pc:docMk/>
            <pc:sldMk cId="2543602289" sldId="271"/>
            <ac:spMk id="23" creationId="{986F192E-EABC-2ECB-F0F3-6FFFB01C124F}"/>
          </ac:spMkLst>
        </pc:spChg>
        <pc:spChg chg="del">
          <ac:chgData name="Amy Peebles" userId="55df9692-3791-40ae-bd44-2b55daecbb6e" providerId="ADAL" clId="{C58864B7-7ACB-41C1-96D7-FD6FACC325CB}" dt="2024-06-27T09:43:07.342" v="116" actId="478"/>
          <ac:spMkLst>
            <pc:docMk/>
            <pc:sldMk cId="2543602289" sldId="271"/>
            <ac:spMk id="24" creationId="{BDC1676D-EEF5-1E3A-0BFD-5C070AD71873}"/>
          </ac:spMkLst>
        </pc:spChg>
        <pc:spChg chg="mod">
          <ac:chgData name="Amy Peebles" userId="55df9692-3791-40ae-bd44-2b55daecbb6e" providerId="ADAL" clId="{C58864B7-7ACB-41C1-96D7-FD6FACC325CB}" dt="2024-06-27T11:56:36.976" v="2115" actId="164"/>
          <ac:spMkLst>
            <pc:docMk/>
            <pc:sldMk cId="2543602289" sldId="271"/>
            <ac:spMk id="25" creationId="{399D1854-3E98-9B72-64EB-F057AAEB71E3}"/>
          </ac:spMkLst>
        </pc:spChg>
        <pc:spChg chg="del">
          <ac:chgData name="Amy Peebles" userId="55df9692-3791-40ae-bd44-2b55daecbb6e" providerId="ADAL" clId="{C58864B7-7ACB-41C1-96D7-FD6FACC325CB}" dt="2024-06-27T09:43:07.342" v="116" actId="478"/>
          <ac:spMkLst>
            <pc:docMk/>
            <pc:sldMk cId="2543602289" sldId="271"/>
            <ac:spMk id="28" creationId="{B14D2B5C-DB79-12CB-594F-26D9434BC56F}"/>
          </ac:spMkLst>
        </pc:spChg>
        <pc:spChg chg="add del mod">
          <ac:chgData name="Amy Peebles" userId="55df9692-3791-40ae-bd44-2b55daecbb6e" providerId="ADAL" clId="{C58864B7-7ACB-41C1-96D7-FD6FACC325CB}" dt="2024-06-27T12:08:47.638" v="2180" actId="478"/>
          <ac:spMkLst>
            <pc:docMk/>
            <pc:sldMk cId="2543602289" sldId="271"/>
            <ac:spMk id="29" creationId="{B280935B-08B7-604A-699F-C72E7E878529}"/>
          </ac:spMkLst>
        </pc:spChg>
        <pc:spChg chg="add del mod">
          <ac:chgData name="Amy Peebles" userId="55df9692-3791-40ae-bd44-2b55daecbb6e" providerId="ADAL" clId="{C58864B7-7ACB-41C1-96D7-FD6FACC325CB}" dt="2024-06-27T09:42:56.999" v="114" actId="478"/>
          <ac:spMkLst>
            <pc:docMk/>
            <pc:sldMk cId="2543602289" sldId="271"/>
            <ac:spMk id="30" creationId="{0224CE47-8B08-878D-D61E-5A00239326BC}"/>
          </ac:spMkLst>
        </pc:spChg>
        <pc:spChg chg="add mod">
          <ac:chgData name="Amy Peebles" userId="55df9692-3791-40ae-bd44-2b55daecbb6e" providerId="ADAL" clId="{C58864B7-7ACB-41C1-96D7-FD6FACC325CB}" dt="2024-06-27T12:08:55.958" v="2183" actId="1076"/>
          <ac:spMkLst>
            <pc:docMk/>
            <pc:sldMk cId="2543602289" sldId="271"/>
            <ac:spMk id="30" creationId="{4CF353A9-494A-284F-5CFC-FBE23C8F1F05}"/>
          </ac:spMkLst>
        </pc:spChg>
        <pc:spChg chg="add del">
          <ac:chgData name="Amy Peebles" userId="55df9692-3791-40ae-bd44-2b55daecbb6e" providerId="ADAL" clId="{C58864B7-7ACB-41C1-96D7-FD6FACC325CB}" dt="2024-06-27T09:43:28.638" v="120" actId="22"/>
          <ac:spMkLst>
            <pc:docMk/>
            <pc:sldMk cId="2543602289" sldId="271"/>
            <ac:spMk id="32" creationId="{2F817EF6-1C1C-648F-5427-31ABAEC02E42}"/>
          </ac:spMkLst>
        </pc:spChg>
        <pc:spChg chg="mod">
          <ac:chgData name="Amy Peebles" userId="55df9692-3791-40ae-bd44-2b55daecbb6e" providerId="ADAL" clId="{C58864B7-7ACB-41C1-96D7-FD6FACC325CB}" dt="2024-06-27T12:09:14.857" v="2184"/>
          <ac:spMkLst>
            <pc:docMk/>
            <pc:sldMk cId="2543602289" sldId="271"/>
            <ac:spMk id="32" creationId="{419FF1C3-83AF-EAA5-01AB-2A17A99FB260}"/>
          </ac:spMkLst>
        </pc:spChg>
        <pc:spChg chg="mod">
          <ac:chgData name="Amy Peebles" userId="55df9692-3791-40ae-bd44-2b55daecbb6e" providerId="ADAL" clId="{C58864B7-7ACB-41C1-96D7-FD6FACC325CB}" dt="2024-06-27T12:09:14.857" v="2184"/>
          <ac:spMkLst>
            <pc:docMk/>
            <pc:sldMk cId="2543602289" sldId="271"/>
            <ac:spMk id="33" creationId="{91A506E0-FD8D-FD7A-C574-C5F3BA80698D}"/>
          </ac:spMkLst>
        </pc:spChg>
        <pc:spChg chg="add del mod">
          <ac:chgData name="Amy Peebles" userId="55df9692-3791-40ae-bd44-2b55daecbb6e" providerId="ADAL" clId="{C58864B7-7ACB-41C1-96D7-FD6FACC325CB}" dt="2024-06-27T12:08:47.638" v="2180" actId="478"/>
          <ac:spMkLst>
            <pc:docMk/>
            <pc:sldMk cId="2543602289" sldId="271"/>
            <ac:spMk id="34" creationId="{2C18C7C1-6A91-660B-AB13-78C5D1FCC5A0}"/>
          </ac:spMkLst>
        </pc:spChg>
        <pc:spChg chg="add del mod">
          <ac:chgData name="Amy Peebles" userId="55df9692-3791-40ae-bd44-2b55daecbb6e" providerId="ADAL" clId="{C58864B7-7ACB-41C1-96D7-FD6FACC325CB}" dt="2024-06-27T12:08:47.638" v="2180" actId="478"/>
          <ac:spMkLst>
            <pc:docMk/>
            <pc:sldMk cId="2543602289" sldId="271"/>
            <ac:spMk id="35" creationId="{F4FC3D2E-9923-0DC9-3AC0-A44A4580DC7B}"/>
          </ac:spMkLst>
        </pc:spChg>
        <pc:spChg chg="mod">
          <ac:chgData name="Amy Peebles" userId="55df9692-3791-40ae-bd44-2b55daecbb6e" providerId="ADAL" clId="{C58864B7-7ACB-41C1-96D7-FD6FACC325CB}" dt="2024-06-27T12:09:14.857" v="2184"/>
          <ac:spMkLst>
            <pc:docMk/>
            <pc:sldMk cId="2543602289" sldId="271"/>
            <ac:spMk id="36" creationId="{DCB316CF-AA7C-0C7B-A45D-02F328C6389F}"/>
          </ac:spMkLst>
        </pc:spChg>
        <pc:spChg chg="mod">
          <ac:chgData name="Amy Peebles" userId="55df9692-3791-40ae-bd44-2b55daecbb6e" providerId="ADAL" clId="{C58864B7-7ACB-41C1-96D7-FD6FACC325CB}" dt="2024-06-27T12:09:14.857" v="2184"/>
          <ac:spMkLst>
            <pc:docMk/>
            <pc:sldMk cId="2543602289" sldId="271"/>
            <ac:spMk id="37" creationId="{6803376F-0552-338F-7EB3-900C39E962F9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2" creationId="{FF90032C-6D10-105E-D6D3-C3295F10E8AD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3" creationId="{F1434095-2B41-5F61-13AC-395DE7620382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4" creationId="{51DF592E-A29F-C4E0-6953-E4E070CD104C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5" creationId="{61C1037F-0FAB-A86C-A117-8DE680480FEA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6" creationId="{4A482400-0083-3D9A-E261-499D8029EA02}"/>
          </ac:spMkLst>
        </pc:spChg>
        <pc:spChg chg="add mod">
          <ac:chgData name="Amy Peebles" userId="55df9692-3791-40ae-bd44-2b55daecbb6e" providerId="ADAL" clId="{C58864B7-7ACB-41C1-96D7-FD6FACC325CB}" dt="2024-06-27T12:09:20.808" v="2185" actId="1076"/>
          <ac:spMkLst>
            <pc:docMk/>
            <pc:sldMk cId="2543602289" sldId="271"/>
            <ac:spMk id="49" creationId="{21359D10-7FCB-7EBC-D4AB-D7509C209019}"/>
          </ac:spMkLst>
        </pc:spChg>
        <pc:grpChg chg="mod">
          <ac:chgData name="Amy Peebles" userId="55df9692-3791-40ae-bd44-2b55daecbb6e" providerId="ADAL" clId="{C58864B7-7ACB-41C1-96D7-FD6FACC325CB}" dt="2024-06-27T11:56:36.976" v="2115" actId="164"/>
          <ac:grpSpMkLst>
            <pc:docMk/>
            <pc:sldMk cId="2543602289" sldId="271"/>
            <ac:grpSpMk id="11" creationId="{0AD1F6FC-6A94-FB5E-5375-2F5B27D2598F}"/>
          </ac:grpSpMkLst>
        </pc:grpChg>
        <pc:grpChg chg="add del mod">
          <ac:chgData name="Amy Peebles" userId="55df9692-3791-40ae-bd44-2b55daecbb6e" providerId="ADAL" clId="{C58864B7-7ACB-41C1-96D7-FD6FACC325CB}" dt="2024-06-27T12:08:47.638" v="2180" actId="478"/>
          <ac:grpSpMkLst>
            <pc:docMk/>
            <pc:sldMk cId="2543602289" sldId="271"/>
            <ac:grpSpMk id="23" creationId="{986AD220-EF1A-4AFC-A711-AA1D6B11DE2D}"/>
          </ac:grpSpMkLst>
        </pc:grpChg>
        <pc:grpChg chg="add mod">
          <ac:chgData name="Amy Peebles" userId="55df9692-3791-40ae-bd44-2b55daecbb6e" providerId="ADAL" clId="{C58864B7-7ACB-41C1-96D7-FD6FACC325CB}" dt="2024-06-27T12:09:20.808" v="2185" actId="1076"/>
          <ac:grpSpMkLst>
            <pc:docMk/>
            <pc:sldMk cId="2543602289" sldId="271"/>
            <ac:grpSpMk id="31" creationId="{BB444119-8E6F-6651-A5D6-8C00C22138B0}"/>
          </ac:grpSpMkLst>
        </pc:grpChg>
        <pc:picChg chg="add del mod">
          <ac:chgData name="Amy Peebles" userId="55df9692-3791-40ae-bd44-2b55daecbb6e" providerId="ADAL" clId="{C58864B7-7ACB-41C1-96D7-FD6FACC325CB}" dt="2024-06-27T09:42:54.816" v="113" actId="21"/>
          <ac:picMkLst>
            <pc:docMk/>
            <pc:sldMk cId="2543602289" sldId="271"/>
            <ac:picMk id="10" creationId="{1418B5DF-088A-3EB5-F3AE-78C8D680CC0B}"/>
          </ac:picMkLst>
        </pc:picChg>
        <pc:picChg chg="add mod">
          <ac:chgData name="Amy Peebles" userId="55df9692-3791-40ae-bd44-2b55daecbb6e" providerId="ADAL" clId="{C58864B7-7ACB-41C1-96D7-FD6FACC325CB}" dt="2024-06-27T12:08:55.958" v="2183" actId="1076"/>
          <ac:picMkLst>
            <pc:docMk/>
            <pc:sldMk cId="2543602289" sldId="271"/>
            <ac:picMk id="28" creationId="{452B24AB-F52D-D7DA-8C5B-1F77CD445BED}"/>
          </ac:picMkLst>
        </pc:picChg>
        <pc:picChg chg="del">
          <ac:chgData name="Amy Peebles" userId="55df9692-3791-40ae-bd44-2b55daecbb6e" providerId="ADAL" clId="{C58864B7-7ACB-41C1-96D7-FD6FACC325CB}" dt="2024-06-27T09:40:51.846" v="77" actId="478"/>
          <ac:picMkLst>
            <pc:docMk/>
            <pc:sldMk cId="2543602289" sldId="271"/>
            <ac:picMk id="1026" creationId="{1418B5DF-088A-3EB5-F3AE-78C8D680CC0B}"/>
          </ac:picMkLst>
        </pc:picChg>
        <pc:picChg chg="add del mod">
          <ac:chgData name="Amy Peebles" userId="55df9692-3791-40ae-bd44-2b55daecbb6e" providerId="ADAL" clId="{C58864B7-7ACB-41C1-96D7-FD6FACC325CB}" dt="2024-06-27T12:08:48.653" v="2181" actId="478"/>
          <ac:picMkLst>
            <pc:docMk/>
            <pc:sldMk cId="2543602289" sldId="271"/>
            <ac:picMk id="1028" creationId="{17FB4F96-0A79-4C46-7C7A-7044BB03E0F7}"/>
          </ac:picMkLst>
        </pc:picChg>
        <pc:picChg chg="add del mod">
          <ac:chgData name="Amy Peebles" userId="55df9692-3791-40ae-bd44-2b55daecbb6e" providerId="ADAL" clId="{C58864B7-7ACB-41C1-96D7-FD6FACC325CB}" dt="2024-06-27T12:08:47.638" v="2180" actId="478"/>
          <ac:picMkLst>
            <pc:docMk/>
            <pc:sldMk cId="2543602289" sldId="271"/>
            <ac:picMk id="2050" creationId="{87758816-0706-56F6-0A79-F1A41033666D}"/>
          </ac:picMkLst>
        </pc:picChg>
        <pc:cxnChg chg="mod">
          <ac:chgData name="Amy Peebles" userId="55df9692-3791-40ae-bd44-2b55daecbb6e" providerId="ADAL" clId="{C58864B7-7ACB-41C1-96D7-FD6FACC325CB}" dt="2024-06-27T11:55:42.974" v="2094" actId="1076"/>
          <ac:cxnSpMkLst>
            <pc:docMk/>
            <pc:sldMk cId="2543602289" sldId="271"/>
            <ac:cxnSpMk id="16" creationId="{713FC2DF-8734-D85B-5AB6-3A2AC93227C2}"/>
          </ac:cxnSpMkLst>
        </pc:cxnChg>
        <pc:cxnChg chg="mod">
          <ac:chgData name="Amy Peebles" userId="55df9692-3791-40ae-bd44-2b55daecbb6e" providerId="ADAL" clId="{C58864B7-7ACB-41C1-96D7-FD6FACC325CB}" dt="2024-06-27T12:05:40.286" v="2135" actId="14100"/>
          <ac:cxnSpMkLst>
            <pc:docMk/>
            <pc:sldMk cId="2543602289" sldId="271"/>
            <ac:cxnSpMk id="17" creationId="{31BB55C7-1BEE-7DC5-F799-8D38B6E7FCDB}"/>
          </ac:cxnSpMkLst>
        </pc:cxnChg>
        <pc:cxnChg chg="mod">
          <ac:chgData name="Amy Peebles" userId="55df9692-3791-40ae-bd44-2b55daecbb6e" providerId="ADAL" clId="{C58864B7-7ACB-41C1-96D7-FD6FACC325CB}" dt="2024-06-27T11:56:11.462" v="2104" actId="1076"/>
          <ac:cxnSpMkLst>
            <pc:docMk/>
            <pc:sldMk cId="2543602289" sldId="271"/>
            <ac:cxnSpMk id="18" creationId="{EF677A96-6D56-4572-0E99-1B116836955D}"/>
          </ac:cxnSpMkLst>
        </pc:cxnChg>
        <pc:cxnChg chg="mod">
          <ac:chgData name="Amy Peebles" userId="55df9692-3791-40ae-bd44-2b55daecbb6e" providerId="ADAL" clId="{C58864B7-7ACB-41C1-96D7-FD6FACC325CB}" dt="2024-06-27T11:56:11.462" v="2104" actId="1076"/>
          <ac:cxnSpMkLst>
            <pc:docMk/>
            <pc:sldMk cId="2543602289" sldId="271"/>
            <ac:cxnSpMk id="19" creationId="{87C5BF57-11EB-8F94-AB28-05899F4CF855}"/>
          </ac:cxnSpMkLst>
        </pc:cxnChg>
        <pc:cxnChg chg="mod">
          <ac:chgData name="Amy Peebles" userId="55df9692-3791-40ae-bd44-2b55daecbb6e" providerId="ADAL" clId="{C58864B7-7ACB-41C1-96D7-FD6FACC325CB}" dt="2024-06-27T11:56:36.976" v="2115" actId="164"/>
          <ac:cxnSpMkLst>
            <pc:docMk/>
            <pc:sldMk cId="2543602289" sldId="271"/>
            <ac:cxnSpMk id="26" creationId="{42FFB8D5-AA77-F17B-A36A-1E83601A15B7}"/>
          </ac:cxnSpMkLst>
        </pc:cxnChg>
        <pc:cxnChg chg="mod">
          <ac:chgData name="Amy Peebles" userId="55df9692-3791-40ae-bd44-2b55daecbb6e" providerId="ADAL" clId="{C58864B7-7ACB-41C1-96D7-FD6FACC325CB}" dt="2024-06-27T11:56:36.976" v="2115" actId="164"/>
          <ac:cxnSpMkLst>
            <pc:docMk/>
            <pc:sldMk cId="2543602289" sldId="271"/>
            <ac:cxnSpMk id="27" creationId="{36B961D8-704A-FE9B-87F7-10D6E9D0F4A6}"/>
          </ac:cxnSpMkLst>
        </pc:cxnChg>
        <pc:cxnChg chg="mod">
          <ac:chgData name="Amy Peebles" userId="55df9692-3791-40ae-bd44-2b55daecbb6e" providerId="ADAL" clId="{C58864B7-7ACB-41C1-96D7-FD6FACC325CB}" dt="2024-06-27T12:09:14.857" v="2184"/>
          <ac:cxnSpMkLst>
            <pc:docMk/>
            <pc:sldMk cId="2543602289" sldId="271"/>
            <ac:cxnSpMk id="38" creationId="{40D62B22-59E4-11C5-B210-B1B296749864}"/>
          </ac:cxnSpMkLst>
        </pc:cxnChg>
        <pc:cxnChg chg="mod">
          <ac:chgData name="Amy Peebles" userId="55df9692-3791-40ae-bd44-2b55daecbb6e" providerId="ADAL" clId="{C58864B7-7ACB-41C1-96D7-FD6FACC325CB}" dt="2024-06-27T12:09:14.857" v="2184"/>
          <ac:cxnSpMkLst>
            <pc:docMk/>
            <pc:sldMk cId="2543602289" sldId="271"/>
            <ac:cxnSpMk id="39" creationId="{139DC1F5-1D0E-69F8-F913-45415D88B443}"/>
          </ac:cxnSpMkLst>
        </pc:cxnChg>
        <pc:cxnChg chg="mod">
          <ac:chgData name="Amy Peebles" userId="55df9692-3791-40ae-bd44-2b55daecbb6e" providerId="ADAL" clId="{C58864B7-7ACB-41C1-96D7-FD6FACC325CB}" dt="2024-06-27T12:09:14.857" v="2184"/>
          <ac:cxnSpMkLst>
            <pc:docMk/>
            <pc:sldMk cId="2543602289" sldId="271"/>
            <ac:cxnSpMk id="40" creationId="{02229BE3-8CEC-5A0F-37DF-11A10EBF33EC}"/>
          </ac:cxnSpMkLst>
        </pc:cxnChg>
        <pc:cxnChg chg="mod">
          <ac:chgData name="Amy Peebles" userId="55df9692-3791-40ae-bd44-2b55daecbb6e" providerId="ADAL" clId="{C58864B7-7ACB-41C1-96D7-FD6FACC325CB}" dt="2024-06-27T12:09:14.857" v="2184"/>
          <ac:cxnSpMkLst>
            <pc:docMk/>
            <pc:sldMk cId="2543602289" sldId="271"/>
            <ac:cxnSpMk id="41" creationId="{2D301CED-DA35-AE16-27EF-2C3AE36312B7}"/>
          </ac:cxnSpMkLst>
        </pc:cxnChg>
        <pc:cxnChg chg="add mod">
          <ac:chgData name="Amy Peebles" userId="55df9692-3791-40ae-bd44-2b55daecbb6e" providerId="ADAL" clId="{C58864B7-7ACB-41C1-96D7-FD6FACC325CB}" dt="2024-06-27T12:09:20.808" v="2185" actId="1076"/>
          <ac:cxnSpMkLst>
            <pc:docMk/>
            <pc:sldMk cId="2543602289" sldId="271"/>
            <ac:cxnSpMk id="47" creationId="{A3BC1E19-3C7E-B112-4EE7-72CE0CE01ABA}"/>
          </ac:cxnSpMkLst>
        </pc:cxnChg>
        <pc:cxnChg chg="add mod">
          <ac:chgData name="Amy Peebles" userId="55df9692-3791-40ae-bd44-2b55daecbb6e" providerId="ADAL" clId="{C58864B7-7ACB-41C1-96D7-FD6FACC325CB}" dt="2024-06-27T12:09:20.808" v="2185" actId="1076"/>
          <ac:cxnSpMkLst>
            <pc:docMk/>
            <pc:sldMk cId="2543602289" sldId="271"/>
            <ac:cxnSpMk id="48" creationId="{68214180-2BA9-2ECA-60CA-2EB28ED912E5}"/>
          </ac:cxnSpMkLst>
        </pc:cxnChg>
      </pc:sldChg>
      <pc:sldChg chg="addSp modSp new mod ord">
        <pc:chgData name="Amy Peebles" userId="55df9692-3791-40ae-bd44-2b55daecbb6e" providerId="ADAL" clId="{C58864B7-7ACB-41C1-96D7-FD6FACC325CB}" dt="2024-06-27T10:52:16.269" v="1636"/>
        <pc:sldMkLst>
          <pc:docMk/>
          <pc:sldMk cId="4182502383" sldId="272"/>
        </pc:sldMkLst>
        <pc:spChg chg="mod">
          <ac:chgData name="Amy Peebles" userId="55df9692-3791-40ae-bd44-2b55daecbb6e" providerId="ADAL" clId="{C58864B7-7ACB-41C1-96D7-FD6FACC325CB}" dt="2024-06-27T10:45:10.894" v="1538" actId="6549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C58864B7-7ACB-41C1-96D7-FD6FACC325CB}" dt="2024-06-27T10:41:23.740" v="1038" actId="20577"/>
          <ac:spMkLst>
            <pc:docMk/>
            <pc:sldMk cId="4182502383" sldId="272"/>
            <ac:spMk id="3" creationId="{555604B9-6B47-6A3C-7CF8-34598330D5C0}"/>
          </ac:spMkLst>
        </pc:spChg>
        <pc:spChg chg="mod">
          <ac:chgData name="Amy Peebles" userId="55df9692-3791-40ae-bd44-2b55daecbb6e" providerId="ADAL" clId="{C58864B7-7ACB-41C1-96D7-FD6FACC325CB}" dt="2024-06-27T10:49:42.816" v="1632" actId="113"/>
          <ac:spMkLst>
            <pc:docMk/>
            <pc:sldMk cId="4182502383" sldId="272"/>
            <ac:spMk id="4" creationId="{B0C19722-7D0E-B45E-BE2A-54BEFFAA2418}"/>
          </ac:spMkLst>
        </pc:spChg>
        <pc:spChg chg="mod">
          <ac:chgData name="Amy Peebles" userId="55df9692-3791-40ae-bd44-2b55daecbb6e" providerId="ADAL" clId="{C58864B7-7ACB-41C1-96D7-FD6FACC325CB}" dt="2024-06-27T10:49:44.288" v="1633" actId="113"/>
          <ac:spMkLst>
            <pc:docMk/>
            <pc:sldMk cId="4182502383" sldId="272"/>
            <ac:spMk id="5" creationId="{46173EFE-F197-79EF-F98F-F549546F79D3}"/>
          </ac:spMkLst>
        </pc:spChg>
        <pc:spChg chg="mod">
          <ac:chgData name="Amy Peebles" userId="55df9692-3791-40ae-bd44-2b55daecbb6e" providerId="ADAL" clId="{C58864B7-7ACB-41C1-96D7-FD6FACC325CB}" dt="2024-06-27T10:49:45.431" v="1634" actId="113"/>
          <ac:spMkLst>
            <pc:docMk/>
            <pc:sldMk cId="4182502383" sldId="272"/>
            <ac:spMk id="6" creationId="{51F6E732-2986-8EFD-09C2-1680318F809A}"/>
          </ac:spMkLst>
        </pc:spChg>
        <pc:spChg chg="mod">
          <ac:chgData name="Amy Peebles" userId="55df9692-3791-40ae-bd44-2b55daecbb6e" providerId="ADAL" clId="{C58864B7-7ACB-41C1-96D7-FD6FACC325CB}" dt="2024-06-27T10:49:16.613" v="1631"/>
          <ac:spMkLst>
            <pc:docMk/>
            <pc:sldMk cId="4182502383" sldId="272"/>
            <ac:spMk id="7" creationId="{10448708-F131-BE8B-A056-2C14ECF0CED3}"/>
          </ac:spMkLst>
        </pc:spChg>
        <pc:spChg chg="add mod">
          <ac:chgData name="Amy Peebles" userId="55df9692-3791-40ae-bd44-2b55daecbb6e" providerId="ADAL" clId="{C58864B7-7ACB-41C1-96D7-FD6FACC325CB}" dt="2024-06-27T10:41:13.993" v="1014"/>
          <ac:spMkLst>
            <pc:docMk/>
            <pc:sldMk cId="4182502383" sldId="272"/>
            <ac:spMk id="8" creationId="{FDF78E88-DB0E-526B-6E4A-490738CC40AF}"/>
          </ac:spMkLst>
        </pc:spChg>
        <pc:spChg chg="add mod">
          <ac:chgData name="Amy Peebles" userId="55df9692-3791-40ae-bd44-2b55daecbb6e" providerId="ADAL" clId="{C58864B7-7ACB-41C1-96D7-FD6FACC325CB}" dt="2024-06-27T10:41:15.586" v="1015"/>
          <ac:spMkLst>
            <pc:docMk/>
            <pc:sldMk cId="4182502383" sldId="272"/>
            <ac:spMk id="9" creationId="{66C7B1C5-3C77-473E-59F0-1EB7D428AE67}"/>
          </ac:spMkLst>
        </pc:spChg>
      </pc:sldChg>
      <pc:sldChg chg="delSp new del mod">
        <pc:chgData name="Amy Peebles" userId="55df9692-3791-40ae-bd44-2b55daecbb6e" providerId="ADAL" clId="{C58864B7-7ACB-41C1-96D7-FD6FACC325CB}" dt="2024-06-27T12:07:03.755" v="2140" actId="47"/>
        <pc:sldMkLst>
          <pc:docMk/>
          <pc:sldMk cId="3082682432" sldId="273"/>
        </pc:sldMkLst>
        <pc:spChg chg="del">
          <ac:chgData name="Amy Peebles" userId="55df9692-3791-40ae-bd44-2b55daecbb6e" providerId="ADAL" clId="{C58864B7-7ACB-41C1-96D7-FD6FACC325CB}" dt="2024-06-27T11:54:02.565" v="2071" actId="478"/>
          <ac:spMkLst>
            <pc:docMk/>
            <pc:sldMk cId="3082682432" sldId="273"/>
            <ac:spMk id="2" creationId="{6B8F4D84-E86F-18E6-6978-B254FDC08FAF}"/>
          </ac:spMkLst>
        </pc:spChg>
      </pc:sldChg>
      <pc:sldChg chg="delSp new del mod">
        <pc:chgData name="Amy Peebles" userId="55df9692-3791-40ae-bd44-2b55daecbb6e" providerId="ADAL" clId="{C58864B7-7ACB-41C1-96D7-FD6FACC325CB}" dt="2024-06-27T12:07:04.218" v="2141" actId="47"/>
        <pc:sldMkLst>
          <pc:docMk/>
          <pc:sldMk cId="1156692324" sldId="274"/>
        </pc:sldMkLst>
        <pc:spChg chg="del">
          <ac:chgData name="Amy Peebles" userId="55df9692-3791-40ae-bd44-2b55daecbb6e" providerId="ADAL" clId="{C58864B7-7ACB-41C1-96D7-FD6FACC325CB}" dt="2024-06-27T11:54:05.684" v="2072" actId="478"/>
          <ac:spMkLst>
            <pc:docMk/>
            <pc:sldMk cId="1156692324" sldId="274"/>
            <ac:spMk id="2" creationId="{BEA15305-9302-65DA-40E0-30F9233E94D2}"/>
          </ac:spMkLst>
        </pc:spChg>
      </pc:sldChg>
      <pc:sldChg chg="modSp add del mod">
        <pc:chgData name="Amy Peebles" userId="55df9692-3791-40ae-bd44-2b55daecbb6e" providerId="ADAL" clId="{C58864B7-7ACB-41C1-96D7-FD6FACC325CB}" dt="2024-06-27T12:09:23.117" v="2186" actId="47"/>
        <pc:sldMkLst>
          <pc:docMk/>
          <pc:sldMk cId="4157724405" sldId="275"/>
        </pc:sldMkLst>
        <pc:spChg chg="mod">
          <ac:chgData name="Amy Peebles" userId="55df9692-3791-40ae-bd44-2b55daecbb6e" providerId="ADAL" clId="{C58864B7-7ACB-41C1-96D7-FD6FACC325CB}" dt="2024-06-27T11:08:50.382" v="1855" actId="207"/>
          <ac:spMkLst>
            <pc:docMk/>
            <pc:sldMk cId="4157724405" sldId="275"/>
            <ac:spMk id="7" creationId="{A0DBA413-FD07-4FC7-8F41-7770927D4CEE}"/>
          </ac:spMkLst>
        </pc:spChg>
      </pc:sldChg>
      <pc:sldChg chg="addSp delSp modSp add mod modClrScheme modAnim chgLayout">
        <pc:chgData name="Amy Peebles" userId="55df9692-3791-40ae-bd44-2b55daecbb6e" providerId="ADAL" clId="{C58864B7-7ACB-41C1-96D7-FD6FACC325CB}" dt="2024-06-27T12:14:26.215" v="2482"/>
        <pc:sldMkLst>
          <pc:docMk/>
          <pc:sldMk cId="4011008521" sldId="276"/>
        </pc:sldMkLst>
        <pc:spChg chg="del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2" creationId="{FAEC7B37-C275-C426-92F2-C58D89CE2F80}"/>
          </ac:spMkLst>
        </pc:spChg>
        <pc:spChg chg="del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3" creationId="{1BCC81D4-417E-A085-7AC7-582C9A3EF1A9}"/>
          </ac:spMkLst>
        </pc:spChg>
        <pc:spChg chg="del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4" creationId="{6A8343AC-3FF3-063B-E815-6F415C75E661}"/>
          </ac:spMkLst>
        </pc:spChg>
        <pc:spChg chg="del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5" creationId="{19A54B5B-5C57-97FA-C524-6DD33AB596B7}"/>
          </ac:spMkLst>
        </pc:spChg>
        <pc:spChg chg="add mod">
          <ac:chgData name="Amy Peebles" userId="55df9692-3791-40ae-bd44-2b55daecbb6e" providerId="ADAL" clId="{C58864B7-7ACB-41C1-96D7-FD6FACC325CB}" dt="2024-06-27T12:14:07.494" v="2478" actId="20577"/>
          <ac:spMkLst>
            <pc:docMk/>
            <pc:sldMk cId="4011008521" sldId="276"/>
            <ac:spMk id="6" creationId="{F2486228-AA9D-7688-1BBA-3FA7756503E3}"/>
          </ac:spMkLst>
        </pc:spChg>
        <pc:spChg chg="mod ord">
          <ac:chgData name="Amy Peebles" userId="55df9692-3791-40ae-bd44-2b55daecbb6e" providerId="ADAL" clId="{C58864B7-7ACB-41C1-96D7-FD6FACC325CB}" dt="2024-06-27T12:11:30.655" v="2288" actId="700"/>
          <ac:spMkLst>
            <pc:docMk/>
            <pc:sldMk cId="4011008521" sldId="276"/>
            <ac:spMk id="7" creationId="{A0DBA413-FD07-4FC7-8F41-7770927D4CEE}"/>
          </ac:spMkLst>
        </pc:spChg>
        <pc:spChg chg="add del mod ord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8" creationId="{FCD2ABD6-78A9-D45E-2597-F1B860C4D408}"/>
          </ac:spMkLst>
        </pc:spChg>
        <pc:spChg chg="add del mod ord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9" creationId="{04034600-8B9E-102C-2B96-05387FBEF6C4}"/>
          </ac:spMkLst>
        </pc:spChg>
        <pc:spChg chg="add del mod ord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10" creationId="{DEC6D93C-B6DD-09EF-274B-C0C2710513F5}"/>
          </ac:spMkLst>
        </pc:spChg>
        <pc:spChg chg="add del mod ord">
          <ac:chgData name="Amy Peebles" userId="55df9692-3791-40ae-bd44-2b55daecbb6e" providerId="ADAL" clId="{C58864B7-7ACB-41C1-96D7-FD6FACC325CB}" dt="2024-06-27T12:11:33.502" v="2289" actId="478"/>
          <ac:spMkLst>
            <pc:docMk/>
            <pc:sldMk cId="4011008521" sldId="276"/>
            <ac:spMk id="20" creationId="{873B8894-99D3-F788-5435-C52E7184EFCF}"/>
          </ac:spMkLst>
        </pc:spChg>
        <pc:spChg chg="add del mod ord">
          <ac:chgData name="Amy Peebles" userId="55df9692-3791-40ae-bd44-2b55daecbb6e" providerId="ADAL" clId="{C58864B7-7ACB-41C1-96D7-FD6FACC325CB}" dt="2024-06-27T12:14:18.324" v="2481" actId="478"/>
          <ac:spMkLst>
            <pc:docMk/>
            <pc:sldMk cId="4011008521" sldId="276"/>
            <ac:spMk id="21" creationId="{AEBFDB9D-2DDB-D0C2-B62D-A10FFF25B147}"/>
          </ac:spMkLst>
        </pc:spChg>
        <pc:spChg chg="add mod">
          <ac:chgData name="Amy Peebles" userId="55df9692-3791-40ae-bd44-2b55daecbb6e" providerId="ADAL" clId="{C58864B7-7ACB-41C1-96D7-FD6FACC325CB}" dt="2024-06-27T12:14:26.215" v="2482"/>
          <ac:spMkLst>
            <pc:docMk/>
            <pc:sldMk cId="4011008521" sldId="276"/>
            <ac:spMk id="24" creationId="{AE8C0FE8-1A00-3421-ED2E-8D5524FBABD6}"/>
          </ac:spMkLst>
        </pc:spChg>
        <pc:spChg chg="add mod">
          <ac:chgData name="Amy Peebles" userId="55df9692-3791-40ae-bd44-2b55daecbb6e" providerId="ADAL" clId="{C58864B7-7ACB-41C1-96D7-FD6FACC325CB}" dt="2024-06-27T12:14:26.215" v="2482"/>
          <ac:spMkLst>
            <pc:docMk/>
            <pc:sldMk cId="4011008521" sldId="276"/>
            <ac:spMk id="28" creationId="{614EB48D-9E58-7129-F223-3D1CFE525AAF}"/>
          </ac:spMkLst>
        </pc:spChg>
        <pc:spChg chg="mod">
          <ac:chgData name="Amy Peebles" userId="55df9692-3791-40ae-bd44-2b55daecbb6e" providerId="ADAL" clId="{C58864B7-7ACB-41C1-96D7-FD6FACC325CB}" dt="2024-06-27T12:10:39.925" v="2195" actId="20577"/>
          <ac:spMkLst>
            <pc:docMk/>
            <pc:sldMk cId="4011008521" sldId="276"/>
            <ac:spMk id="29" creationId="{B280935B-08B7-604A-699F-C72E7E878529}"/>
          </ac:spMkLst>
        </pc:spChg>
        <pc:spChg chg="add mod">
          <ac:chgData name="Amy Peebles" userId="55df9692-3791-40ae-bd44-2b55daecbb6e" providerId="ADAL" clId="{C58864B7-7ACB-41C1-96D7-FD6FACC325CB}" dt="2024-06-27T12:14:26.215" v="2482"/>
          <ac:spMkLst>
            <pc:docMk/>
            <pc:sldMk cId="4011008521" sldId="276"/>
            <ac:spMk id="30" creationId="{E1F23DAE-6F39-CF9D-BB80-2136CF5E6428}"/>
          </ac:spMkLst>
        </pc:spChg>
        <pc:spChg chg="add mod">
          <ac:chgData name="Amy Peebles" userId="55df9692-3791-40ae-bd44-2b55daecbb6e" providerId="ADAL" clId="{C58864B7-7ACB-41C1-96D7-FD6FACC325CB}" dt="2024-06-27T12:14:26.215" v="2482"/>
          <ac:spMkLst>
            <pc:docMk/>
            <pc:sldMk cId="4011008521" sldId="276"/>
            <ac:spMk id="31" creationId="{844C845D-7C04-6202-44A2-E780CF404841}"/>
          </ac:spMkLst>
        </pc:spChg>
        <pc:spChg chg="del">
          <ac:chgData name="Amy Peebles" userId="55df9692-3791-40ae-bd44-2b55daecbb6e" providerId="ADAL" clId="{C58864B7-7ACB-41C1-96D7-FD6FACC325CB}" dt="2024-06-27T12:07:18.254" v="2143" actId="478"/>
          <ac:spMkLst>
            <pc:docMk/>
            <pc:sldMk cId="4011008521" sldId="276"/>
            <ac:spMk id="34" creationId="{2C18C7C1-6A91-660B-AB13-78C5D1FCC5A0}"/>
          </ac:spMkLst>
        </pc:spChg>
        <pc:spChg chg="del">
          <ac:chgData name="Amy Peebles" userId="55df9692-3791-40ae-bd44-2b55daecbb6e" providerId="ADAL" clId="{C58864B7-7ACB-41C1-96D7-FD6FACC325CB}" dt="2024-06-27T12:07:20.982" v="2145" actId="478"/>
          <ac:spMkLst>
            <pc:docMk/>
            <pc:sldMk cId="4011008521" sldId="276"/>
            <ac:spMk id="35" creationId="{F4FC3D2E-9923-0DC9-3AC0-A44A4580DC7B}"/>
          </ac:spMkLst>
        </pc:spChg>
        <pc:grpChg chg="del">
          <ac:chgData name="Amy Peebles" userId="55df9692-3791-40ae-bd44-2b55daecbb6e" providerId="ADAL" clId="{C58864B7-7ACB-41C1-96D7-FD6FACC325CB}" dt="2024-06-27T12:07:19.573" v="2144" actId="478"/>
          <ac:grpSpMkLst>
            <pc:docMk/>
            <pc:sldMk cId="4011008521" sldId="276"/>
            <ac:grpSpMk id="23" creationId="{986AD220-EF1A-4AFC-A711-AA1D6B11DE2D}"/>
          </ac:grpSpMkLst>
        </pc:grpChg>
        <pc:picChg chg="add mod">
          <ac:chgData name="Amy Peebles" userId="55df9692-3791-40ae-bd44-2b55daecbb6e" providerId="ADAL" clId="{C58864B7-7ACB-41C1-96D7-FD6FACC325CB}" dt="2024-06-27T12:14:14.350" v="2480" actId="14100"/>
          <ac:picMkLst>
            <pc:docMk/>
            <pc:sldMk cId="4011008521" sldId="276"/>
            <ac:picMk id="22" creationId="{26DE4638-10B6-906C-259B-3CDD6327F523}"/>
          </ac:picMkLst>
        </pc:picChg>
        <pc:picChg chg="del">
          <ac:chgData name="Amy Peebles" userId="55df9692-3791-40ae-bd44-2b55daecbb6e" providerId="ADAL" clId="{C58864B7-7ACB-41C1-96D7-FD6FACC325CB}" dt="2024-06-27T12:07:29.805" v="2146" actId="478"/>
          <ac:picMkLst>
            <pc:docMk/>
            <pc:sldMk cId="4011008521" sldId="276"/>
            <ac:picMk id="1028" creationId="{17FB4F96-0A79-4C46-7C7A-7044BB03E0F7}"/>
          </ac:picMkLst>
        </pc:picChg>
        <pc:picChg chg="del">
          <ac:chgData name="Amy Peebles" userId="55df9692-3791-40ae-bd44-2b55daecbb6e" providerId="ADAL" clId="{C58864B7-7ACB-41C1-96D7-FD6FACC325CB}" dt="2024-06-27T12:07:16.622" v="2142" actId="478"/>
          <ac:picMkLst>
            <pc:docMk/>
            <pc:sldMk cId="4011008521" sldId="276"/>
            <ac:picMk id="2050" creationId="{87758816-0706-56F6-0A79-F1A41033666D}"/>
          </ac:picMkLst>
        </pc:picChg>
        <pc:cxnChg chg="mod">
          <ac:chgData name="Amy Peebles" userId="55df9692-3791-40ae-bd44-2b55daecbb6e" providerId="ADAL" clId="{C58864B7-7ACB-41C1-96D7-FD6FACC325CB}" dt="2024-06-27T12:07:19.573" v="2144" actId="478"/>
          <ac:cxnSpMkLst>
            <pc:docMk/>
            <pc:sldMk cId="4011008521" sldId="276"/>
            <ac:cxnSpMk id="16" creationId="{713FC2DF-8734-D85B-5AB6-3A2AC93227C2}"/>
          </ac:cxnSpMkLst>
        </pc:cxnChg>
      </pc:sldChg>
      <pc:sldChg chg="add">
        <pc:chgData name="Amy Peebles" userId="55df9692-3791-40ae-bd44-2b55daecbb6e" providerId="ADAL" clId="{C58864B7-7ACB-41C1-96D7-FD6FACC325CB}" dt="2024-06-27T12:08:42.945" v="2179"/>
        <pc:sldMkLst>
          <pc:docMk/>
          <pc:sldMk cId="4143958825" sldId="277"/>
        </pc:sldMkLst>
      </pc:sldChg>
      <pc:sldChg chg="new del">
        <pc:chgData name="Amy Peebles" userId="55df9692-3791-40ae-bd44-2b55daecbb6e" providerId="ADAL" clId="{C58864B7-7ACB-41C1-96D7-FD6FACC325CB}" dt="2024-06-27T12:11:24.537" v="2287" actId="47"/>
        <pc:sldMkLst>
          <pc:docMk/>
          <pc:sldMk cId="204801478" sldId="278"/>
        </pc:sldMkLst>
      </pc:sldChg>
      <pc:sldChg chg="addSp delSp modSp add mod modClrScheme delAnim modAnim chgLayout">
        <pc:chgData name="Amy Peebles" userId="55df9692-3791-40ae-bd44-2b55daecbb6e" providerId="ADAL" clId="{C58864B7-7ACB-41C1-96D7-FD6FACC325CB}" dt="2024-06-27T12:19:38.823" v="2734" actId="14734"/>
        <pc:sldMkLst>
          <pc:docMk/>
          <pc:sldMk cId="1656288621" sldId="278"/>
        </pc:sldMkLst>
        <pc:spChg chg="add mod ord">
          <ac:chgData name="Amy Peebles" userId="55df9692-3791-40ae-bd44-2b55daecbb6e" providerId="ADAL" clId="{C58864B7-7ACB-41C1-96D7-FD6FACC325CB}" dt="2024-06-27T12:15:02.916" v="2484" actId="700"/>
          <ac:spMkLst>
            <pc:docMk/>
            <pc:sldMk cId="1656288621" sldId="278"/>
            <ac:spMk id="2" creationId="{0B857214-1F99-0F2A-D5DD-5B8EFC8CF058}"/>
          </ac:spMkLst>
        </pc:spChg>
        <pc:spChg chg="add mod ord">
          <ac:chgData name="Amy Peebles" userId="55df9692-3791-40ae-bd44-2b55daecbb6e" providerId="ADAL" clId="{C58864B7-7ACB-41C1-96D7-FD6FACC325CB}" dt="2024-06-27T12:15:02.916" v="2484" actId="700"/>
          <ac:spMkLst>
            <pc:docMk/>
            <pc:sldMk cId="1656288621" sldId="278"/>
            <ac:spMk id="3" creationId="{77031042-9890-67A3-2668-FCDB3CC78832}"/>
          </ac:spMkLst>
        </pc:spChg>
        <pc:spChg chg="add mod ord">
          <ac:chgData name="Amy Peebles" userId="55df9692-3791-40ae-bd44-2b55daecbb6e" providerId="ADAL" clId="{C58864B7-7ACB-41C1-96D7-FD6FACC325CB}" dt="2024-06-27T12:15:02.916" v="2484" actId="700"/>
          <ac:spMkLst>
            <pc:docMk/>
            <pc:sldMk cId="1656288621" sldId="278"/>
            <ac:spMk id="4" creationId="{0D3D946E-B764-8B69-047F-5085C68BBA50}"/>
          </ac:spMkLst>
        </pc:spChg>
        <pc:spChg chg="add del mod ord">
          <ac:chgData name="Amy Peebles" userId="55df9692-3791-40ae-bd44-2b55daecbb6e" providerId="ADAL" clId="{C58864B7-7ACB-41C1-96D7-FD6FACC325CB}" dt="2024-06-27T12:15:04.678" v="2485" actId="478"/>
          <ac:spMkLst>
            <pc:docMk/>
            <pc:sldMk cId="1656288621" sldId="278"/>
            <ac:spMk id="5" creationId="{ABB0AA6D-43BE-6CC3-4A17-496802A9748C}"/>
          </ac:spMkLst>
        </pc:spChg>
        <pc:spChg chg="del">
          <ac:chgData name="Amy Peebles" userId="55df9692-3791-40ae-bd44-2b55daecbb6e" providerId="ADAL" clId="{C58864B7-7ACB-41C1-96D7-FD6FACC325CB}" dt="2024-06-27T12:15:54.894" v="2524" actId="478"/>
          <ac:spMkLst>
            <pc:docMk/>
            <pc:sldMk cId="1656288621" sldId="278"/>
            <ac:spMk id="6" creationId="{F2486228-AA9D-7688-1BBA-3FA7756503E3}"/>
          </ac:spMkLst>
        </pc:spChg>
        <pc:spChg chg="mod ord">
          <ac:chgData name="Amy Peebles" userId="55df9692-3791-40ae-bd44-2b55daecbb6e" providerId="ADAL" clId="{C58864B7-7ACB-41C1-96D7-FD6FACC325CB}" dt="2024-06-27T12:15:02.916" v="2484" actId="700"/>
          <ac:spMkLst>
            <pc:docMk/>
            <pc:sldMk cId="1656288621" sldId="278"/>
            <ac:spMk id="7" creationId="{A0DBA413-FD07-4FC7-8F41-7770927D4CEE}"/>
          </ac:spMkLst>
        </pc:spChg>
        <pc:spChg chg="add mod ord">
          <ac:chgData name="Amy Peebles" userId="55df9692-3791-40ae-bd44-2b55daecbb6e" providerId="ADAL" clId="{C58864B7-7ACB-41C1-96D7-FD6FACC325CB}" dt="2024-06-27T12:15:02.916" v="2484" actId="700"/>
          <ac:spMkLst>
            <pc:docMk/>
            <pc:sldMk cId="1656288621" sldId="278"/>
            <ac:spMk id="8" creationId="{34FFC09E-CC23-E984-7731-CCF7B0A78F32}"/>
          </ac:spMkLst>
        </pc:spChg>
        <pc:spChg chg="add del mod">
          <ac:chgData name="Amy Peebles" userId="55df9692-3791-40ae-bd44-2b55daecbb6e" providerId="ADAL" clId="{C58864B7-7ACB-41C1-96D7-FD6FACC325CB}" dt="2024-06-27T12:15:30.144" v="2518" actId="478"/>
          <ac:spMkLst>
            <pc:docMk/>
            <pc:sldMk cId="1656288621" sldId="278"/>
            <ac:spMk id="14" creationId="{E12A5B08-A9AD-15AE-27CA-1054D4F35B2A}"/>
          </ac:spMkLst>
        </pc:spChg>
        <pc:spChg chg="add mod">
          <ac:chgData name="Amy Peebles" userId="55df9692-3791-40ae-bd44-2b55daecbb6e" providerId="ADAL" clId="{C58864B7-7ACB-41C1-96D7-FD6FACC325CB}" dt="2024-06-27T12:15:56.086" v="2525"/>
          <ac:spMkLst>
            <pc:docMk/>
            <pc:sldMk cId="1656288621" sldId="278"/>
            <ac:spMk id="27" creationId="{0C15AD0B-5B1B-D513-0114-C4192F72A51E}"/>
          </ac:spMkLst>
        </pc:spChg>
        <pc:spChg chg="add del mod">
          <ac:chgData name="Amy Peebles" userId="55df9692-3791-40ae-bd44-2b55daecbb6e" providerId="ADAL" clId="{C58864B7-7ACB-41C1-96D7-FD6FACC325CB}" dt="2024-06-27T12:15:47.285" v="2523" actId="478"/>
          <ac:spMkLst>
            <pc:docMk/>
            <pc:sldMk cId="1656288621" sldId="278"/>
            <ac:spMk id="29" creationId="{B280935B-08B7-604A-699F-C72E7E878529}"/>
          </ac:spMkLst>
        </pc:spChg>
        <pc:spChg chg="add mod">
          <ac:chgData name="Amy Peebles" userId="55df9692-3791-40ae-bd44-2b55daecbb6e" providerId="ADAL" clId="{C58864B7-7ACB-41C1-96D7-FD6FACC325CB}" dt="2024-06-27T12:16:21.950" v="2600" actId="14100"/>
          <ac:spMkLst>
            <pc:docMk/>
            <pc:sldMk cId="1656288621" sldId="278"/>
            <ac:spMk id="32" creationId="{9797FD85-A92C-7896-1CEB-126174DAF63E}"/>
          </ac:spMkLst>
        </pc:spChg>
        <pc:graphicFrameChg chg="add mod ord modGraphic">
          <ac:chgData name="Amy Peebles" userId="55df9692-3791-40ae-bd44-2b55daecbb6e" providerId="ADAL" clId="{C58864B7-7ACB-41C1-96D7-FD6FACC325CB}" dt="2024-06-27T12:19:38.823" v="2734" actId="14734"/>
          <ac:graphicFrameMkLst>
            <pc:docMk/>
            <pc:sldMk cId="1656288621" sldId="278"/>
            <ac:graphicFrameMk id="33" creationId="{88D931B9-94B5-3429-3BB2-5C54A2C3A4A8}"/>
          </ac:graphicFrameMkLst>
        </pc:graphicFrameChg>
        <pc:picChg chg="add mod">
          <ac:chgData name="Amy Peebles" userId="55df9692-3791-40ae-bd44-2b55daecbb6e" providerId="ADAL" clId="{C58864B7-7ACB-41C1-96D7-FD6FACC325CB}" dt="2024-06-27T12:15:18.472" v="2514"/>
          <ac:picMkLst>
            <pc:docMk/>
            <pc:sldMk cId="1656288621" sldId="278"/>
            <ac:picMk id="9" creationId="{10CAD7FE-DBCE-899B-6B00-8EF9DCE5C883}"/>
          </ac:picMkLst>
        </pc:picChg>
        <pc:picChg chg="add mod">
          <ac:chgData name="Amy Peebles" userId="55df9692-3791-40ae-bd44-2b55daecbb6e" providerId="ADAL" clId="{C58864B7-7ACB-41C1-96D7-FD6FACC325CB}" dt="2024-06-27T12:15:18.472" v="2514"/>
          <ac:picMkLst>
            <pc:docMk/>
            <pc:sldMk cId="1656288621" sldId="278"/>
            <ac:picMk id="10" creationId="{849ED061-8DF1-8420-C8E0-2F600F2E99EB}"/>
          </ac:picMkLst>
        </pc:picChg>
        <pc:picChg chg="add mod">
          <ac:chgData name="Amy Peebles" userId="55df9692-3791-40ae-bd44-2b55daecbb6e" providerId="ADAL" clId="{C58864B7-7ACB-41C1-96D7-FD6FACC325CB}" dt="2024-06-27T12:15:18.472" v="2514"/>
          <ac:picMkLst>
            <pc:docMk/>
            <pc:sldMk cId="1656288621" sldId="278"/>
            <ac:picMk id="11" creationId="{67BA355D-62BA-A5AA-543A-4F7BA8FCE2A4}"/>
          </ac:picMkLst>
        </pc:picChg>
        <pc:picChg chg="add mod">
          <ac:chgData name="Amy Peebles" userId="55df9692-3791-40ae-bd44-2b55daecbb6e" providerId="ADAL" clId="{C58864B7-7ACB-41C1-96D7-FD6FACC325CB}" dt="2024-06-27T12:15:18.472" v="2514"/>
          <ac:picMkLst>
            <pc:docMk/>
            <pc:sldMk cId="1656288621" sldId="278"/>
            <ac:picMk id="12" creationId="{545564F6-FC9F-2F51-F12E-A53661659076}"/>
          </ac:picMkLst>
        </pc:picChg>
        <pc:picChg chg="add del mod">
          <ac:chgData name="Amy Peebles" userId="55df9692-3791-40ae-bd44-2b55daecbb6e" providerId="ADAL" clId="{C58864B7-7ACB-41C1-96D7-FD6FACC325CB}" dt="2024-06-27T12:15:30.144" v="2518" actId="478"/>
          <ac:picMkLst>
            <pc:docMk/>
            <pc:sldMk cId="1656288621" sldId="278"/>
            <ac:picMk id="13" creationId="{5FBD8702-AD2D-BDBD-8D56-E567D31617B9}"/>
          </ac:picMkLst>
        </pc:picChg>
        <pc:picChg chg="add mod">
          <ac:chgData name="Amy Peebles" userId="55df9692-3791-40ae-bd44-2b55daecbb6e" providerId="ADAL" clId="{C58864B7-7ACB-41C1-96D7-FD6FACC325CB}" dt="2024-06-27T12:18:37.822" v="2699" actId="1076"/>
          <ac:picMkLst>
            <pc:docMk/>
            <pc:sldMk cId="1656288621" sldId="278"/>
            <ac:picMk id="15" creationId="{437B57AB-BD1E-9AFF-BCBE-2D04C22E3722}"/>
          </ac:picMkLst>
        </pc:picChg>
        <pc:picChg chg="add mod">
          <ac:chgData name="Amy Peebles" userId="55df9692-3791-40ae-bd44-2b55daecbb6e" providerId="ADAL" clId="{C58864B7-7ACB-41C1-96D7-FD6FACC325CB}" dt="2024-06-27T12:18:43.773" v="2703" actId="1076"/>
          <ac:picMkLst>
            <pc:docMk/>
            <pc:sldMk cId="1656288621" sldId="278"/>
            <ac:picMk id="16" creationId="{45D39A98-3439-46C8-15D5-473B8833C10F}"/>
          </ac:picMkLst>
        </pc:picChg>
        <pc:picChg chg="add mod">
          <ac:chgData name="Amy Peebles" userId="55df9692-3791-40ae-bd44-2b55daecbb6e" providerId="ADAL" clId="{C58864B7-7ACB-41C1-96D7-FD6FACC325CB}" dt="2024-06-27T12:18:45.173" v="2704" actId="1076"/>
          <ac:picMkLst>
            <pc:docMk/>
            <pc:sldMk cId="1656288621" sldId="278"/>
            <ac:picMk id="17" creationId="{01D15D2F-1C34-522F-9292-D85F549C8617}"/>
          </ac:picMkLst>
        </pc:picChg>
        <pc:picChg chg="add mod">
          <ac:chgData name="Amy Peebles" userId="55df9692-3791-40ae-bd44-2b55daecbb6e" providerId="ADAL" clId="{C58864B7-7ACB-41C1-96D7-FD6FACC325CB}" dt="2024-06-27T12:18:40.142" v="2701" actId="1076"/>
          <ac:picMkLst>
            <pc:docMk/>
            <pc:sldMk cId="1656288621" sldId="278"/>
            <ac:picMk id="18" creationId="{72796AD9-F1AC-FB1E-8146-A78BB5559F39}"/>
          </ac:picMkLst>
        </pc:picChg>
        <pc:picChg chg="add mod">
          <ac:chgData name="Amy Peebles" userId="55df9692-3791-40ae-bd44-2b55daecbb6e" providerId="ADAL" clId="{C58864B7-7ACB-41C1-96D7-FD6FACC325CB}" dt="2024-06-27T12:18:52.358" v="2708" actId="1076"/>
          <ac:picMkLst>
            <pc:docMk/>
            <pc:sldMk cId="1656288621" sldId="278"/>
            <ac:picMk id="19" creationId="{3E416E08-8B82-AA9F-E124-9BD89C14CB23}"/>
          </ac:picMkLst>
        </pc:picChg>
        <pc:picChg chg="add mod">
          <ac:chgData name="Amy Peebles" userId="55df9692-3791-40ae-bd44-2b55daecbb6e" providerId="ADAL" clId="{C58864B7-7ACB-41C1-96D7-FD6FACC325CB}" dt="2024-06-27T12:18:49.101" v="2705" actId="1076"/>
          <ac:picMkLst>
            <pc:docMk/>
            <pc:sldMk cId="1656288621" sldId="278"/>
            <ac:picMk id="20" creationId="{85EF8D31-8659-6F79-7757-DB3DD699A8B0}"/>
          </ac:picMkLst>
        </pc:picChg>
        <pc:picChg chg="add mod">
          <ac:chgData name="Amy Peebles" userId="55df9692-3791-40ae-bd44-2b55daecbb6e" providerId="ADAL" clId="{C58864B7-7ACB-41C1-96D7-FD6FACC325CB}" dt="2024-06-27T12:18:56.389" v="2710" actId="1076"/>
          <ac:picMkLst>
            <pc:docMk/>
            <pc:sldMk cId="1656288621" sldId="278"/>
            <ac:picMk id="21" creationId="{A1E74FB9-E937-2EF4-704A-6E632FAA87B3}"/>
          </ac:picMkLst>
        </pc:picChg>
        <pc:picChg chg="del">
          <ac:chgData name="Amy Peebles" userId="55df9692-3791-40ae-bd44-2b55daecbb6e" providerId="ADAL" clId="{C58864B7-7ACB-41C1-96D7-FD6FACC325CB}" dt="2024-06-27T12:15:07.167" v="2486" actId="478"/>
          <ac:picMkLst>
            <pc:docMk/>
            <pc:sldMk cId="1656288621" sldId="278"/>
            <ac:picMk id="22" creationId="{26DE4638-10B6-906C-259B-3CDD6327F523}"/>
          </ac:picMkLst>
        </pc:picChg>
        <pc:picChg chg="add mod">
          <ac:chgData name="Amy Peebles" userId="55df9692-3791-40ae-bd44-2b55daecbb6e" providerId="ADAL" clId="{C58864B7-7ACB-41C1-96D7-FD6FACC325CB}" dt="2024-06-27T12:18:31.686" v="2695" actId="1076"/>
          <ac:picMkLst>
            <pc:docMk/>
            <pc:sldMk cId="1656288621" sldId="278"/>
            <ac:picMk id="23" creationId="{AF333C87-6917-842C-24D9-F619FAE30B6B}"/>
          </ac:picMkLst>
        </pc:picChg>
        <pc:picChg chg="add mod">
          <ac:chgData name="Amy Peebles" userId="55df9692-3791-40ae-bd44-2b55daecbb6e" providerId="ADAL" clId="{C58864B7-7ACB-41C1-96D7-FD6FACC325CB}" dt="2024-06-27T12:18:55.293" v="2709" actId="1076"/>
          <ac:picMkLst>
            <pc:docMk/>
            <pc:sldMk cId="1656288621" sldId="278"/>
            <ac:picMk id="25" creationId="{6F9C4E35-8FB5-977D-E897-80A28E64BAD8}"/>
          </ac:picMkLst>
        </pc:picChg>
        <pc:picChg chg="add mod">
          <ac:chgData name="Amy Peebles" userId="55df9692-3791-40ae-bd44-2b55daecbb6e" providerId="ADAL" clId="{C58864B7-7ACB-41C1-96D7-FD6FACC325CB}" dt="2024-06-27T12:15:56.086" v="2525"/>
          <ac:picMkLst>
            <pc:docMk/>
            <pc:sldMk cId="1656288621" sldId="278"/>
            <ac:picMk id="26" creationId="{30C99186-937F-B3C9-4DE3-104901F704E5}"/>
          </ac:picMkLst>
        </pc:picChg>
      </pc:sldChg>
      <pc:sldChg chg="addSp delSp modSp add mod delAnim">
        <pc:chgData name="Amy Peebles" userId="55df9692-3791-40ae-bd44-2b55daecbb6e" providerId="ADAL" clId="{C58864B7-7ACB-41C1-96D7-FD6FACC325CB}" dt="2024-06-27T12:36:37.703" v="3428" actId="1440"/>
        <pc:sldMkLst>
          <pc:docMk/>
          <pc:sldMk cId="2753256408" sldId="279"/>
        </pc:sldMkLst>
        <pc:spChg chg="add mod">
          <ac:chgData name="Amy Peebles" userId="55df9692-3791-40ae-bd44-2b55daecbb6e" providerId="ADAL" clId="{C58864B7-7ACB-41C1-96D7-FD6FACC325CB}" dt="2024-06-27T12:36:06.776" v="3423" actId="164"/>
          <ac:spMkLst>
            <pc:docMk/>
            <pc:sldMk cId="2753256408" sldId="279"/>
            <ac:spMk id="5" creationId="{5D3D41B4-004F-06B7-B886-ED29BBECFFBD}"/>
          </ac:spMkLst>
        </pc:spChg>
        <pc:spChg chg="mod">
          <ac:chgData name="Amy Peebles" userId="55df9692-3791-40ae-bd44-2b55daecbb6e" providerId="ADAL" clId="{C58864B7-7ACB-41C1-96D7-FD6FACC325CB}" dt="2024-06-27T12:36:14.418" v="3425" actId="404"/>
          <ac:spMkLst>
            <pc:docMk/>
            <pc:sldMk cId="2753256408" sldId="279"/>
            <ac:spMk id="6" creationId="{F2486228-AA9D-7688-1BBA-3FA7756503E3}"/>
          </ac:spMkLst>
        </pc:spChg>
        <pc:spChg chg="add mod ord">
          <ac:chgData name="Amy Peebles" userId="55df9692-3791-40ae-bd44-2b55daecbb6e" providerId="ADAL" clId="{C58864B7-7ACB-41C1-96D7-FD6FACC325CB}" dt="2024-06-27T12:36:06.776" v="3423" actId="164"/>
          <ac:spMkLst>
            <pc:docMk/>
            <pc:sldMk cId="2753256408" sldId="279"/>
            <ac:spMk id="8" creationId="{A7AE4E9A-EF72-5B14-3AC3-ACCDB2DE0482}"/>
          </ac:spMkLst>
        </pc:spChg>
        <pc:grpChg chg="add mod">
          <ac:chgData name="Amy Peebles" userId="55df9692-3791-40ae-bd44-2b55daecbb6e" providerId="ADAL" clId="{C58864B7-7ACB-41C1-96D7-FD6FACC325CB}" dt="2024-06-27T12:36:18.318" v="3426" actId="1076"/>
          <ac:grpSpMkLst>
            <pc:docMk/>
            <pc:sldMk cId="2753256408" sldId="279"/>
            <ac:grpSpMk id="9" creationId="{C176BAB5-C829-13A3-F6B5-636E0211E2CD}"/>
          </ac:grpSpMkLst>
        </pc:grpChg>
        <pc:picChg chg="add mod">
          <ac:chgData name="Amy Peebles" userId="55df9692-3791-40ae-bd44-2b55daecbb6e" providerId="ADAL" clId="{C58864B7-7ACB-41C1-96D7-FD6FACC325CB}" dt="2024-06-27T12:36:37.703" v="3428" actId="1440"/>
          <ac:picMkLst>
            <pc:docMk/>
            <pc:sldMk cId="2753256408" sldId="279"/>
            <ac:picMk id="3" creationId="{E767DE57-90A7-DE5A-276F-6DC4FDCBD501}"/>
          </ac:picMkLst>
        </pc:picChg>
        <pc:picChg chg="del">
          <ac:chgData name="Amy Peebles" userId="55df9692-3791-40ae-bd44-2b55daecbb6e" providerId="ADAL" clId="{C58864B7-7ACB-41C1-96D7-FD6FACC325CB}" dt="2024-06-27T12:20:26.783" v="2788" actId="478"/>
          <ac:picMkLst>
            <pc:docMk/>
            <pc:sldMk cId="2753256408" sldId="279"/>
            <ac:picMk id="22" creationId="{26DE4638-10B6-906C-259B-3CDD6327F523}"/>
          </ac:picMkLst>
        </pc:picChg>
      </pc:sldChg>
      <pc:sldMasterChg chg="addSp delSp modSp mod addSldLayout modSldLayout">
        <pc:chgData name="Amy Peebles" userId="55df9692-3791-40ae-bd44-2b55daecbb6e" providerId="ADAL" clId="{C58864B7-7ACB-41C1-96D7-FD6FACC325CB}" dt="2024-06-27T11:53:56.430" v="2070" actId="478"/>
        <pc:sldMasterMkLst>
          <pc:docMk/>
          <pc:sldMasterMk cId="2460954070" sldId="2147483660"/>
        </pc:sldMasterMkLst>
        <pc:spChg chg="add del mod">
          <ac:chgData name="Amy Peebles" userId="55df9692-3791-40ae-bd44-2b55daecbb6e" providerId="ADAL" clId="{C58864B7-7ACB-41C1-96D7-FD6FACC325CB}" dt="2024-06-27T11:42:17.345" v="1859" actId="21"/>
          <ac:spMkLst>
            <pc:docMk/>
            <pc:sldMasterMk cId="2460954070" sldId="2147483660"/>
            <ac:spMk id="2" creationId="{C571EB10-094F-34A6-A9C7-9946B7B8FC04}"/>
          </ac:spMkLst>
        </pc:spChg>
        <pc:spChg chg="add del mod">
          <ac:chgData name="Amy Peebles" userId="55df9692-3791-40ae-bd44-2b55daecbb6e" providerId="ADAL" clId="{C58864B7-7ACB-41C1-96D7-FD6FACC325CB}" dt="2024-06-27T10:14:43.502" v="676" actId="478"/>
          <ac:spMkLst>
            <pc:docMk/>
            <pc:sldMasterMk cId="2460954070" sldId="2147483660"/>
            <ac:spMk id="4" creationId="{313CE052-9482-B51F-7C47-2FBFAF5F2EE0}"/>
          </ac:spMkLst>
        </pc:spChg>
        <pc:spChg chg="add del mod ord">
          <ac:chgData name="Amy Peebles" userId="55df9692-3791-40ae-bd44-2b55daecbb6e" providerId="ADAL" clId="{C58864B7-7ACB-41C1-96D7-FD6FACC325CB}" dt="2024-06-27T10:55:21.595" v="1674" actId="21"/>
          <ac:spMkLst>
            <pc:docMk/>
            <pc:sldMasterMk cId="2460954070" sldId="2147483660"/>
            <ac:spMk id="11" creationId="{525C51AB-5B6C-D06D-5630-28B8A256625E}"/>
          </ac:spMkLst>
        </pc:spChg>
        <pc:spChg chg="add mod">
          <ac:chgData name="Amy Peebles" userId="55df9692-3791-40ae-bd44-2b55daecbb6e" providerId="ADAL" clId="{C58864B7-7ACB-41C1-96D7-FD6FACC325CB}" dt="2024-06-27T10:21:56.672" v="752"/>
          <ac:spMkLst>
            <pc:docMk/>
            <pc:sldMasterMk cId="2460954070" sldId="2147483660"/>
            <ac:spMk id="12" creationId="{3E247454-8F29-5978-9BEF-3FC82B2CD98A}"/>
          </ac:spMkLst>
        </pc:spChg>
        <pc:spChg chg="add del mod">
          <ac:chgData name="Amy Peebles" userId="55df9692-3791-40ae-bd44-2b55daecbb6e" providerId="ADAL" clId="{C58864B7-7ACB-41C1-96D7-FD6FACC325CB}" dt="2024-06-27T11:42:17.345" v="1859" actId="21"/>
          <ac:spMkLst>
            <pc:docMk/>
            <pc:sldMasterMk cId="2460954070" sldId="2147483660"/>
            <ac:spMk id="13" creationId="{00D96E65-28CB-7688-B98B-369BF55D12B1}"/>
          </ac:spMkLst>
        </pc:spChg>
        <pc:picChg chg="del">
          <ac:chgData name="Amy Peebles" userId="55df9692-3791-40ae-bd44-2b55daecbb6e" providerId="ADAL" clId="{C58864B7-7ACB-41C1-96D7-FD6FACC325CB}" dt="2024-06-27T10:17:18.311" v="706" actId="478"/>
          <ac:picMkLst>
            <pc:docMk/>
            <pc:sldMasterMk cId="2460954070" sldId="2147483660"/>
            <ac:picMk id="3" creationId="{434F28A7-804B-4271-AD95-C6308BEE6353}"/>
          </ac:picMkLst>
        </pc:picChg>
        <pc:picChg chg="add del mod">
          <ac:chgData name="Amy Peebles" userId="55df9692-3791-40ae-bd44-2b55daecbb6e" providerId="ADAL" clId="{C58864B7-7ACB-41C1-96D7-FD6FACC325CB}" dt="2024-06-27T10:17:11.383" v="702" actId="478"/>
          <ac:picMkLst>
            <pc:docMk/>
            <pc:sldMasterMk cId="2460954070" sldId="2147483660"/>
            <ac:picMk id="6" creationId="{62D3AE6A-0FA9-3E4F-8A5A-0DAD09F34466}"/>
          </ac:picMkLst>
        </pc:picChg>
        <pc:picChg chg="add del mod">
          <ac:chgData name="Amy Peebles" userId="55df9692-3791-40ae-bd44-2b55daecbb6e" providerId="ADAL" clId="{C58864B7-7ACB-41C1-96D7-FD6FACC325CB}" dt="2024-06-27T10:17:47.814" v="713" actId="478"/>
          <ac:picMkLst>
            <pc:docMk/>
            <pc:sldMasterMk cId="2460954070" sldId="2147483660"/>
            <ac:picMk id="8" creationId="{76036011-F64B-282A-CF55-DECA5ED91444}"/>
          </ac:picMkLst>
        </pc:picChg>
        <pc:picChg chg="add del mod">
          <ac:chgData name="Amy Peebles" userId="55df9692-3791-40ae-bd44-2b55daecbb6e" providerId="ADAL" clId="{C58864B7-7ACB-41C1-96D7-FD6FACC325CB}" dt="2024-06-27T10:55:21.595" v="1674" actId="21"/>
          <ac:picMkLst>
            <pc:docMk/>
            <pc:sldMasterMk cId="2460954070" sldId="2147483660"/>
            <ac:picMk id="10" creationId="{FF30EDAA-BC59-4EF7-A87C-BA843F32D608}"/>
          </ac:picMkLst>
        </pc:picChg>
        <pc:picChg chg="add del mod">
          <ac:chgData name="Amy Peebles" userId="55df9692-3791-40ae-bd44-2b55daecbb6e" providerId="ADAL" clId="{C58864B7-7ACB-41C1-96D7-FD6FACC325CB}" dt="2024-06-27T11:42:17.345" v="1859" actId="21"/>
          <ac:picMkLst>
            <pc:docMk/>
            <pc:sldMasterMk cId="2460954070" sldId="2147483660"/>
            <ac:picMk id="14" creationId="{01855A69-990A-97CB-EC70-C18D3ABB9895}"/>
          </ac:picMkLst>
        </pc:picChg>
        <pc:sldLayoutChg chg="addSp delSp modSp mod">
          <pc:chgData name="Amy Peebles" userId="55df9692-3791-40ae-bd44-2b55daecbb6e" providerId="ADAL" clId="{C58864B7-7ACB-41C1-96D7-FD6FACC325CB}" dt="2024-06-27T11:52:07.381" v="2061" actId="14100"/>
          <pc:sldLayoutMkLst>
            <pc:docMk/>
            <pc:sldMasterMk cId="2460954070" sldId="2147483660"/>
            <pc:sldLayoutMk cId="2385387890" sldId="2147483661"/>
          </pc:sldLayoutMkLst>
          <pc:spChg chg="add del mod">
            <ac:chgData name="Amy Peebles" userId="55df9692-3791-40ae-bd44-2b55daecbb6e" providerId="ADAL" clId="{C58864B7-7ACB-41C1-96D7-FD6FACC325CB}" dt="2024-06-27T11:42:27.124" v="1862" actId="478"/>
            <ac:spMkLst>
              <pc:docMk/>
              <pc:sldMasterMk cId="2460954070" sldId="2147483660"/>
              <pc:sldLayoutMk cId="2385387890" sldId="2147483661"/>
              <ac:spMk id="2" creationId="{C571EB10-094F-34A6-A9C7-9946B7B8FC04}"/>
            </ac:spMkLst>
          </pc:spChg>
          <pc:spChg chg="add mod">
            <ac:chgData name="Amy Peebles" userId="55df9692-3791-40ae-bd44-2b55daecbb6e" providerId="ADAL" clId="{C58864B7-7ACB-41C1-96D7-FD6FACC325CB}" dt="2024-06-27T11:50:34.553" v="2029" actId="207"/>
            <ac:spMkLst>
              <pc:docMk/>
              <pc:sldMasterMk cId="2460954070" sldId="2147483660"/>
              <pc:sldLayoutMk cId="2385387890" sldId="2147483661"/>
              <ac:spMk id="4" creationId="{0EFCCD8B-D9F0-2100-3326-104074AEBF7C}"/>
            </ac:spMkLst>
          </pc:spChg>
          <pc:spChg chg="add mod ord topLvl">
            <ac:chgData name="Amy Peebles" userId="55df9692-3791-40ae-bd44-2b55daecbb6e" providerId="ADAL" clId="{C58864B7-7ACB-41C1-96D7-FD6FACC325CB}" dt="2024-06-27T10:32:34.620" v="925" actId="14100"/>
            <ac:spMkLst>
              <pc:docMk/>
              <pc:sldMasterMk cId="2460954070" sldId="2147483660"/>
              <pc:sldLayoutMk cId="2385387890" sldId="2147483661"/>
              <ac:spMk id="4" creationId="{531F2921-9C3E-A996-F9A6-DF2ED1305B7D}"/>
            </ac:spMkLst>
          </pc:spChg>
          <pc:spChg chg="add mod">
            <ac:chgData name="Amy Peebles" userId="55df9692-3791-40ae-bd44-2b55daecbb6e" providerId="ADAL" clId="{C58864B7-7ACB-41C1-96D7-FD6FACC325CB}" dt="2024-06-27T11:51:32.508" v="2057"/>
            <ac:spMkLst>
              <pc:docMk/>
              <pc:sldMasterMk cId="2460954070" sldId="2147483660"/>
              <pc:sldLayoutMk cId="2385387890" sldId="2147483661"/>
              <ac:spMk id="6" creationId="{14DC87E9-701C-02DE-D9AF-71A5B819D3B1}"/>
            </ac:spMkLst>
          </pc:spChg>
          <pc:spChg chg="add mod ord">
            <ac:chgData name="Amy Peebles" userId="55df9692-3791-40ae-bd44-2b55daecbb6e" providerId="ADAL" clId="{C58864B7-7ACB-41C1-96D7-FD6FACC325CB}" dt="2024-06-27T10:32:29.182" v="924" actId="164"/>
            <ac:spMkLst>
              <pc:docMk/>
              <pc:sldMasterMk cId="2460954070" sldId="2147483660"/>
              <pc:sldLayoutMk cId="2385387890" sldId="2147483661"/>
              <ac:spMk id="8" creationId="{F2C33856-A4C8-04CD-097B-C9FEEE196288}"/>
            </ac:spMkLst>
          </pc:spChg>
          <pc:spChg chg="add mod ord">
            <ac:chgData name="Amy Peebles" userId="55df9692-3791-40ae-bd44-2b55daecbb6e" providerId="ADAL" clId="{C58864B7-7ACB-41C1-96D7-FD6FACC325CB}" dt="2024-06-27T10:32:29.182" v="924" actId="164"/>
            <ac:spMkLst>
              <pc:docMk/>
              <pc:sldMasterMk cId="2460954070" sldId="2147483660"/>
              <pc:sldLayoutMk cId="2385387890" sldId="2147483661"/>
              <ac:spMk id="9" creationId="{720D54A7-8FDA-BBB3-51E4-5FF33ECAC790}"/>
            </ac:spMkLst>
          </pc:spChg>
          <pc:spChg chg="add del mod">
            <ac:chgData name="Amy Peebles" userId="55df9692-3791-40ae-bd44-2b55daecbb6e" providerId="ADAL" clId="{C58864B7-7ACB-41C1-96D7-FD6FACC325CB}" dt="2024-06-27T10:35:11.262" v="949" actId="21"/>
            <ac:spMkLst>
              <pc:docMk/>
              <pc:sldMasterMk cId="2460954070" sldId="2147483660"/>
              <pc:sldLayoutMk cId="2385387890" sldId="2147483661"/>
              <ac:spMk id="11" creationId="{531F2921-9C3E-A996-F9A6-DF2ED1305B7D}"/>
            </ac:spMkLst>
          </pc:spChg>
          <pc:spChg chg="del">
            <ac:chgData name="Amy Peebles" userId="55df9692-3791-40ae-bd44-2b55daecbb6e" providerId="ADAL" clId="{C58864B7-7ACB-41C1-96D7-FD6FACC325CB}" dt="2024-06-27T10:22:14.012" v="758" actId="21"/>
            <ac:spMkLst>
              <pc:docMk/>
              <pc:sldMasterMk cId="2460954070" sldId="2147483660"/>
              <pc:sldLayoutMk cId="2385387890" sldId="2147483661"/>
              <ac:spMk id="12" creationId="{2FA5D7AB-0872-4921-8ECD-C0B285539211}"/>
            </ac:spMkLst>
          </pc:spChg>
          <pc:spChg chg="add del mod">
            <ac:chgData name="Amy Peebles" userId="55df9692-3791-40ae-bd44-2b55daecbb6e" providerId="ADAL" clId="{C58864B7-7ACB-41C1-96D7-FD6FACC325CB}" dt="2024-06-27T11:42:27.124" v="1862" actId="478"/>
            <ac:spMkLst>
              <pc:docMk/>
              <pc:sldMasterMk cId="2460954070" sldId="2147483660"/>
              <pc:sldLayoutMk cId="2385387890" sldId="2147483661"/>
              <ac:spMk id="13" creationId="{00D96E65-28CB-7688-B98B-369BF55D12B1}"/>
            </ac:spMkLst>
          </pc:spChg>
          <pc:spChg chg="add del mod">
            <ac:chgData name="Amy Peebles" userId="55df9692-3791-40ae-bd44-2b55daecbb6e" providerId="ADAL" clId="{C58864B7-7ACB-41C1-96D7-FD6FACC325CB}" dt="2024-06-27T11:02:21.306" v="1780" actId="21"/>
            <ac:spMkLst>
              <pc:docMk/>
              <pc:sldMasterMk cId="2460954070" sldId="2147483660"/>
              <pc:sldLayoutMk cId="2385387890" sldId="2147483661"/>
              <ac:spMk id="13" creationId="{225247AC-AB2C-2129-F34E-9F87EA0AC28E}"/>
            </ac:spMkLst>
          </pc:spChg>
          <pc:spChg chg="add del mod">
            <ac:chgData name="Amy Peebles" userId="55df9692-3791-40ae-bd44-2b55daecbb6e" providerId="ADAL" clId="{C58864B7-7ACB-41C1-96D7-FD6FACC325CB}" dt="2024-06-27T11:02:50.708" v="1787" actId="478"/>
            <ac:spMkLst>
              <pc:docMk/>
              <pc:sldMasterMk cId="2460954070" sldId="2147483660"/>
              <pc:sldLayoutMk cId="2385387890" sldId="2147483661"/>
              <ac:spMk id="15" creationId="{BC34E6A2-18AC-2313-87BC-079C3434CC28}"/>
            </ac:spMkLst>
          </pc:spChg>
          <pc:spChg chg="add mod">
            <ac:chgData name="Amy Peebles" userId="55df9692-3791-40ae-bd44-2b55daecbb6e" providerId="ADAL" clId="{C58864B7-7ACB-41C1-96D7-FD6FACC325CB}" dt="2024-06-27T11:52:04.158" v="2060" actId="14100"/>
            <ac:spMkLst>
              <pc:docMk/>
              <pc:sldMasterMk cId="2460954070" sldId="2147483660"/>
              <pc:sldLayoutMk cId="2385387890" sldId="2147483661"/>
              <ac:spMk id="16" creationId="{ABC7C60A-21C0-C46F-AF62-3A70277BFF55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17" creationId="{BF7583BF-CB5B-480C-212A-68654FBA8AE5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18" creationId="{83544672-6F1F-FB05-EC77-01E20EF3FF0C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19" creationId="{746B2A39-90FD-7EA0-7E4B-1486AF0FD859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20" creationId="{B3D9F8A3-F5FA-2710-4C2D-15B4BE81FB73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22" creationId="{97B5D19A-DF34-A2CD-E63C-ED7613E305C9}"/>
            </ac:spMkLst>
          </pc:spChg>
          <pc:spChg chg="del mod">
            <ac:chgData name="Amy Peebles" userId="55df9692-3791-40ae-bd44-2b55daecbb6e" providerId="ADAL" clId="{C58864B7-7ACB-41C1-96D7-FD6FACC325CB}" dt="2024-06-27T11:01:33.702" v="1756" actId="478"/>
            <ac:spMkLst>
              <pc:docMk/>
              <pc:sldMasterMk cId="2460954070" sldId="2147483660"/>
              <pc:sldLayoutMk cId="2385387890" sldId="2147483661"/>
              <ac:spMk id="23" creationId="{F006E9C2-BD6A-4A4A-A4E9-DCC2852F4F63}"/>
            </ac:spMkLst>
          </pc:spChg>
          <pc:spChg chg="add del">
            <ac:chgData name="Amy Peebles" userId="55df9692-3791-40ae-bd44-2b55daecbb6e" providerId="ADAL" clId="{C58864B7-7ACB-41C1-96D7-FD6FACC325CB}" dt="2024-06-27T10:22:14.012" v="758" actId="21"/>
            <ac:spMkLst>
              <pc:docMk/>
              <pc:sldMasterMk cId="2460954070" sldId="2147483660"/>
              <pc:sldLayoutMk cId="2385387890" sldId="2147483661"/>
              <ac:spMk id="29" creationId="{4FDFF770-87BB-4927-893C-4BC586EB294D}"/>
            </ac:spMkLst>
          </pc:spChg>
          <pc:spChg chg="add del">
            <ac:chgData name="Amy Peebles" userId="55df9692-3791-40ae-bd44-2b55daecbb6e" providerId="ADAL" clId="{C58864B7-7ACB-41C1-96D7-FD6FACC325CB}" dt="2024-06-27T10:22:14.012" v="758" actId="21"/>
            <ac:spMkLst>
              <pc:docMk/>
              <pc:sldMasterMk cId="2460954070" sldId="2147483660"/>
              <pc:sldLayoutMk cId="2385387890" sldId="2147483661"/>
              <ac:spMk id="30" creationId="{CCFE765B-11BA-4596-B8F7-AD671CCFE9E9}"/>
            </ac:spMkLst>
          </pc:spChg>
          <pc:spChg chg="del mod">
            <ac:chgData name="Amy Peebles" userId="55df9692-3791-40ae-bd44-2b55daecbb6e" providerId="ADAL" clId="{C58864B7-7ACB-41C1-96D7-FD6FACC325CB}" dt="2024-06-27T11:01:33.702" v="1756" actId="478"/>
            <ac:spMkLst>
              <pc:docMk/>
              <pc:sldMasterMk cId="2460954070" sldId="2147483660"/>
              <pc:sldLayoutMk cId="2385387890" sldId="2147483661"/>
              <ac:spMk id="31" creationId="{0D9D0AD5-7871-438B-BF3E-244105F96AAE}"/>
            </ac:spMkLst>
          </pc:spChg>
          <pc:spChg chg="add del">
            <ac:chgData name="Amy Peebles" userId="55df9692-3791-40ae-bd44-2b55daecbb6e" providerId="ADAL" clId="{C58864B7-7ACB-41C1-96D7-FD6FACC325CB}" dt="2024-06-27T10:22:14.012" v="758" actId="21"/>
            <ac:spMkLst>
              <pc:docMk/>
              <pc:sldMasterMk cId="2460954070" sldId="2147483660"/>
              <pc:sldLayoutMk cId="2385387890" sldId="2147483661"/>
              <ac:spMk id="32" creationId="{568C7CFF-26BB-4DDD-80EC-57AD916BEDB7}"/>
            </ac:spMkLst>
          </pc:spChg>
          <pc:spChg chg="add del">
            <ac:chgData name="Amy Peebles" userId="55df9692-3791-40ae-bd44-2b55daecbb6e" providerId="ADAL" clId="{C58864B7-7ACB-41C1-96D7-FD6FACC325CB}" dt="2024-06-27T10:22:14.012" v="758" actId="21"/>
            <ac:spMkLst>
              <pc:docMk/>
              <pc:sldMasterMk cId="2460954070" sldId="2147483660"/>
              <pc:sldLayoutMk cId="2385387890" sldId="2147483661"/>
              <ac:spMk id="33" creationId="{B501841A-B3F0-46D4-80B6-CE53A23C9828}"/>
            </ac:spMkLst>
          </pc:spChg>
          <pc:spChg chg="add mod">
            <ac:chgData name="Amy Peebles" userId="55df9692-3791-40ae-bd44-2b55daecbb6e" providerId="ADAL" clId="{C58864B7-7ACB-41C1-96D7-FD6FACC325CB}" dt="2024-06-27T11:01:34.559" v="1757"/>
            <ac:spMkLst>
              <pc:docMk/>
              <pc:sldMasterMk cId="2460954070" sldId="2147483660"/>
              <pc:sldLayoutMk cId="2385387890" sldId="2147483661"/>
              <ac:spMk id="37" creationId="{51430892-FE2D-4C4C-5085-654525FA40D9}"/>
            </ac:spMkLst>
          </pc:spChg>
          <pc:spChg chg="add del mod">
            <ac:chgData name="Amy Peebles" userId="55df9692-3791-40ae-bd44-2b55daecbb6e" providerId="ADAL" clId="{C58864B7-7ACB-41C1-96D7-FD6FACC325CB}" dt="2024-06-27T11:01:40.997" v="1758" actId="478"/>
            <ac:spMkLst>
              <pc:docMk/>
              <pc:sldMasterMk cId="2460954070" sldId="2147483660"/>
              <pc:sldLayoutMk cId="2385387890" sldId="2147483661"/>
              <ac:spMk id="38" creationId="{33F574A2-2A99-A64E-9827-ADC86C2CE283}"/>
            </ac:spMkLst>
          </pc:spChg>
          <pc:spChg chg="add del mod">
            <ac:chgData name="Amy Peebles" userId="55df9692-3791-40ae-bd44-2b55daecbb6e" providerId="ADAL" clId="{C58864B7-7ACB-41C1-96D7-FD6FACC325CB}" dt="2024-06-27T11:06:09.245" v="1849" actId="478"/>
            <ac:spMkLst>
              <pc:docMk/>
              <pc:sldMasterMk cId="2460954070" sldId="2147483660"/>
              <pc:sldLayoutMk cId="2385387890" sldId="2147483661"/>
              <ac:spMk id="39" creationId="{0F4E9385-D0BD-D500-77C0-EB58DEEEC946}"/>
            </ac:spMkLst>
          </pc:spChg>
          <pc:spChg chg="add del mod">
            <ac:chgData name="Amy Peebles" userId="55df9692-3791-40ae-bd44-2b55daecbb6e" providerId="ADAL" clId="{C58864B7-7ACB-41C1-96D7-FD6FACC325CB}" dt="2024-06-27T11:51:31.510" v="2056" actId="478"/>
            <ac:spMkLst>
              <pc:docMk/>
              <pc:sldMasterMk cId="2460954070" sldId="2147483660"/>
              <pc:sldLayoutMk cId="2385387890" sldId="2147483661"/>
              <ac:spMk id="41" creationId="{D0C18C62-8E05-E30E-E3F0-6320339D2983}"/>
            </ac:spMkLst>
          </pc:spChg>
          <pc:spChg chg="add del mod ord">
            <ac:chgData name="Amy Peebles" userId="55df9692-3791-40ae-bd44-2b55daecbb6e" providerId="ADAL" clId="{C58864B7-7ACB-41C1-96D7-FD6FACC325CB}" dt="2024-06-27T11:42:48.966" v="1867" actId="478"/>
            <ac:spMkLst>
              <pc:docMk/>
              <pc:sldMasterMk cId="2460954070" sldId="2147483660"/>
              <pc:sldLayoutMk cId="2385387890" sldId="2147483661"/>
              <ac:spMk id="42" creationId="{C8323D3E-ABD8-01C7-7597-BDFE16BDDB82}"/>
            </ac:spMkLst>
          </pc:spChg>
          <pc:spChg chg="add del mod">
            <ac:chgData name="Amy Peebles" userId="55df9692-3791-40ae-bd44-2b55daecbb6e" providerId="ADAL" clId="{C58864B7-7ACB-41C1-96D7-FD6FACC325CB}" dt="2024-06-27T11:46:26.860" v="1976" actId="478"/>
            <ac:spMkLst>
              <pc:docMk/>
              <pc:sldMasterMk cId="2460954070" sldId="2147483660"/>
              <pc:sldLayoutMk cId="2385387890" sldId="2147483661"/>
              <ac:spMk id="54" creationId="{225247AC-AB2C-2129-F34E-9F87EA0AC28E}"/>
            </ac:spMkLst>
          </pc:spChg>
          <pc:grpChg chg="add del mod">
            <ac:chgData name="Amy Peebles" userId="55df9692-3791-40ae-bd44-2b55daecbb6e" providerId="ADAL" clId="{C58864B7-7ACB-41C1-96D7-FD6FACC325CB}" dt="2024-06-27T10:28:47.785" v="871" actId="478"/>
            <ac:grpSpMkLst>
              <pc:docMk/>
              <pc:sldMasterMk cId="2460954070" sldId="2147483660"/>
              <pc:sldLayoutMk cId="2385387890" sldId="2147483661"/>
              <ac:grpSpMk id="5" creationId="{850FCBEC-3C3E-CF2F-E8BF-FE828B58EBF7}"/>
            </ac:grpSpMkLst>
          </pc:grpChg>
          <pc:grpChg chg="add del mod">
            <ac:chgData name="Amy Peebles" userId="55df9692-3791-40ae-bd44-2b55daecbb6e" providerId="ADAL" clId="{C58864B7-7ACB-41C1-96D7-FD6FACC325CB}" dt="2024-06-27T10:32:09.175" v="918" actId="165"/>
            <ac:grpSpMkLst>
              <pc:docMk/>
              <pc:sldMasterMk cId="2460954070" sldId="2147483660"/>
              <pc:sldLayoutMk cId="2385387890" sldId="2147483661"/>
              <ac:grpSpMk id="7" creationId="{7D1752C9-AE89-3BE1-FDC8-0DB648DAE942}"/>
            </ac:grpSpMkLst>
          </pc:grpChg>
          <pc:grpChg chg="add del mod">
            <ac:chgData name="Amy Peebles" userId="55df9692-3791-40ae-bd44-2b55daecbb6e" providerId="ADAL" clId="{C58864B7-7ACB-41C1-96D7-FD6FACC325CB}" dt="2024-06-27T10:37:29.540" v="965" actId="478"/>
            <ac:grpSpMkLst>
              <pc:docMk/>
              <pc:sldMasterMk cId="2460954070" sldId="2147483660"/>
              <pc:sldLayoutMk cId="2385387890" sldId="2147483661"/>
              <ac:grpSpMk id="10" creationId="{B7E14A54-AB6A-6528-ABF2-234394605A96}"/>
            </ac:grpSpMkLst>
          </pc:grpChg>
          <pc:picChg chg="add del mod">
            <ac:chgData name="Amy Peebles" userId="55df9692-3791-40ae-bd44-2b55daecbb6e" providerId="ADAL" clId="{C58864B7-7ACB-41C1-96D7-FD6FACC325CB}" dt="2024-06-27T11:42:27.124" v="1862" actId="478"/>
            <ac:picMkLst>
              <pc:docMk/>
              <pc:sldMasterMk cId="2460954070" sldId="2147483660"/>
              <pc:sldLayoutMk cId="2385387890" sldId="2147483661"/>
              <ac:picMk id="3" creationId="{01855A69-990A-97CB-EC70-C18D3ABB9895}"/>
            </ac:picMkLst>
          </pc:picChg>
          <pc:picChg chg="add del mod topLvl">
            <ac:chgData name="Amy Peebles" userId="55df9692-3791-40ae-bd44-2b55daecbb6e" providerId="ADAL" clId="{C58864B7-7ACB-41C1-96D7-FD6FACC325CB}" dt="2024-06-27T10:28:47.785" v="871" actId="478"/>
            <ac:picMkLst>
              <pc:docMk/>
              <pc:sldMasterMk cId="2460954070" sldId="2147483660"/>
              <pc:sldLayoutMk cId="2385387890" sldId="2147483661"/>
              <ac:picMk id="3" creationId="{DAC09F0A-C53C-4226-66D6-35082AFDC0EF}"/>
            </ac:picMkLst>
          </pc:picChg>
          <pc:picChg chg="add mod topLvl">
            <ac:chgData name="Amy Peebles" userId="55df9692-3791-40ae-bd44-2b55daecbb6e" providerId="ADAL" clId="{C58864B7-7ACB-41C1-96D7-FD6FACC325CB}" dt="2024-06-27T10:32:29.182" v="924" actId="164"/>
            <ac:picMkLst>
              <pc:docMk/>
              <pc:sldMasterMk cId="2460954070" sldId="2147483660"/>
              <pc:sldLayoutMk cId="2385387890" sldId="2147483661"/>
              <ac:picMk id="6" creationId="{91B2CD90-DDEA-4CC8-9F52-74DFD626FAB0}"/>
            </ac:picMkLst>
          </pc:picChg>
          <pc:picChg chg="add mod">
            <ac:chgData name="Amy Peebles" userId="55df9692-3791-40ae-bd44-2b55daecbb6e" providerId="ADAL" clId="{C58864B7-7ACB-41C1-96D7-FD6FACC325CB}" dt="2024-06-27T11:01:34.559" v="1757"/>
            <ac:picMkLst>
              <pc:docMk/>
              <pc:sldMasterMk cId="2460954070" sldId="2147483660"/>
              <pc:sldLayoutMk cId="2385387890" sldId="2147483661"/>
              <ac:picMk id="24" creationId="{4E163FE9-800E-1B25-73A1-6601DEE08E60}"/>
            </ac:picMkLst>
          </pc:picChg>
          <pc:picChg chg="add del">
            <ac:chgData name="Amy Peebles" userId="55df9692-3791-40ae-bd44-2b55daecbb6e" providerId="ADAL" clId="{C58864B7-7ACB-41C1-96D7-FD6FACC325CB}" dt="2024-06-27T10:22:14.012" v="758" actId="21"/>
            <ac:picMkLst>
              <pc:docMk/>
              <pc:sldMasterMk cId="2460954070" sldId="2147483660"/>
              <pc:sldLayoutMk cId="2385387890" sldId="2147483661"/>
              <ac:picMk id="25" creationId="{333AA2CA-9376-4E3D-A442-B05925BBE094}"/>
            </ac:picMkLst>
          </pc:picChg>
          <pc:picChg chg="add del">
            <ac:chgData name="Amy Peebles" userId="55df9692-3791-40ae-bd44-2b55daecbb6e" providerId="ADAL" clId="{C58864B7-7ACB-41C1-96D7-FD6FACC325CB}" dt="2024-06-27T10:22:14.012" v="758" actId="21"/>
            <ac:picMkLst>
              <pc:docMk/>
              <pc:sldMasterMk cId="2460954070" sldId="2147483660"/>
              <pc:sldLayoutMk cId="2385387890" sldId="2147483661"/>
              <ac:picMk id="26" creationId="{0284B394-FA70-46F6-9C5C-38CAAEA4CBFD}"/>
            </ac:picMkLst>
          </pc:picChg>
          <pc:picChg chg="add del">
            <ac:chgData name="Amy Peebles" userId="55df9692-3791-40ae-bd44-2b55daecbb6e" providerId="ADAL" clId="{C58864B7-7ACB-41C1-96D7-FD6FACC325CB}" dt="2024-06-27T10:22:14.012" v="758" actId="21"/>
            <ac:picMkLst>
              <pc:docMk/>
              <pc:sldMasterMk cId="2460954070" sldId="2147483660"/>
              <pc:sldLayoutMk cId="2385387890" sldId="2147483661"/>
              <ac:picMk id="27" creationId="{A2EFF24E-7A9F-44DF-BD58-988BEE375EB9}"/>
            </ac:picMkLst>
          </pc:picChg>
          <pc:picChg chg="add del">
            <ac:chgData name="Amy Peebles" userId="55df9692-3791-40ae-bd44-2b55daecbb6e" providerId="ADAL" clId="{C58864B7-7ACB-41C1-96D7-FD6FACC325CB}" dt="2024-06-27T10:22:14.012" v="758" actId="21"/>
            <ac:picMkLst>
              <pc:docMk/>
              <pc:sldMasterMk cId="2460954070" sldId="2147483660"/>
              <pc:sldLayoutMk cId="2385387890" sldId="2147483661"/>
              <ac:picMk id="28" creationId="{4614C15C-0CCC-4282-A171-546FCD3145E8}"/>
            </ac:picMkLst>
          </pc:picChg>
          <pc:picChg chg="add mod">
            <ac:chgData name="Amy Peebles" userId="55df9692-3791-40ae-bd44-2b55daecbb6e" providerId="ADAL" clId="{C58864B7-7ACB-41C1-96D7-FD6FACC325CB}" dt="2024-06-27T11:01:34.559" v="1757"/>
            <ac:picMkLst>
              <pc:docMk/>
              <pc:sldMasterMk cId="2460954070" sldId="2147483660"/>
              <pc:sldLayoutMk cId="2385387890" sldId="2147483661"/>
              <ac:picMk id="34" creationId="{8ADE9D20-775C-C802-87A8-D5D93BCA0A29}"/>
            </ac:picMkLst>
          </pc:picChg>
          <pc:picChg chg="add mod">
            <ac:chgData name="Amy Peebles" userId="55df9692-3791-40ae-bd44-2b55daecbb6e" providerId="ADAL" clId="{C58864B7-7ACB-41C1-96D7-FD6FACC325CB}" dt="2024-06-27T11:01:34.559" v="1757"/>
            <ac:picMkLst>
              <pc:docMk/>
              <pc:sldMasterMk cId="2460954070" sldId="2147483660"/>
              <pc:sldLayoutMk cId="2385387890" sldId="2147483661"/>
              <ac:picMk id="35" creationId="{73151FBD-4681-3AB8-1A3D-C86ED3B7C23A}"/>
            </ac:picMkLst>
          </pc:picChg>
          <pc:picChg chg="add mod">
            <ac:chgData name="Amy Peebles" userId="55df9692-3791-40ae-bd44-2b55daecbb6e" providerId="ADAL" clId="{C58864B7-7ACB-41C1-96D7-FD6FACC325CB}" dt="2024-06-27T11:01:34.559" v="1757"/>
            <ac:picMkLst>
              <pc:docMk/>
              <pc:sldMasterMk cId="2460954070" sldId="2147483660"/>
              <pc:sldLayoutMk cId="2385387890" sldId="2147483661"/>
              <ac:picMk id="36" creationId="{8A409B86-7E12-70DA-8F91-D6709992C0BD}"/>
            </ac:picMkLst>
          </pc:picChg>
          <pc:picChg chg="add del mod">
            <ac:chgData name="Amy Peebles" userId="55df9692-3791-40ae-bd44-2b55daecbb6e" providerId="ADAL" clId="{C58864B7-7ACB-41C1-96D7-FD6FACC325CB}" dt="2024-06-27T11:06:09.245" v="1849" actId="478"/>
            <ac:picMkLst>
              <pc:docMk/>
              <pc:sldMasterMk cId="2460954070" sldId="2147483660"/>
              <pc:sldLayoutMk cId="2385387890" sldId="2147483661"/>
              <ac:picMk id="40" creationId="{9C90E63C-B0C4-00F7-C2B1-D869C67408C1}"/>
            </ac:picMkLst>
          </pc:picChg>
          <pc:cxnChg chg="add mod">
            <ac:chgData name="Amy Peebles" userId="55df9692-3791-40ae-bd44-2b55daecbb6e" providerId="ADAL" clId="{C58864B7-7ACB-41C1-96D7-FD6FACC325CB}" dt="2024-06-27T11:52:07.381" v="2061" actId="14100"/>
            <ac:cxnSpMkLst>
              <pc:docMk/>
              <pc:sldMasterMk cId="2460954070" sldId="2147483660"/>
              <pc:sldLayoutMk cId="2385387890" sldId="2147483661"/>
              <ac:cxnSpMk id="14" creationId="{EDE4E071-A5ED-7FA2-B941-6B3D19A62717}"/>
            </ac:cxnSpMkLst>
          </pc:cxnChg>
          <pc:cxnChg chg="del mod">
            <ac:chgData name="Amy Peebles" userId="55df9692-3791-40ae-bd44-2b55daecbb6e" providerId="ADAL" clId="{C58864B7-7ACB-41C1-96D7-FD6FACC325CB}" dt="2024-06-27T11:01:33.702" v="1756" actId="478"/>
            <ac:cxnSpMkLst>
              <pc:docMk/>
              <pc:sldMasterMk cId="2460954070" sldId="2147483660"/>
              <pc:sldLayoutMk cId="2385387890" sldId="2147483661"/>
              <ac:cxnSpMk id="21" creationId="{A6651F94-8E7A-495E-B009-8B5952B4E730}"/>
            </ac:cxnSpMkLst>
          </pc:cxnChg>
        </pc:sldLayoutChg>
        <pc:sldLayoutChg chg="addSp delSp modSp add mod modTransition">
          <pc:chgData name="Amy Peebles" userId="55df9692-3791-40ae-bd44-2b55daecbb6e" providerId="ADAL" clId="{C58864B7-7ACB-41C1-96D7-FD6FACC325CB}" dt="2024-06-27T11:53:56.430" v="2070" actId="478"/>
          <pc:sldLayoutMkLst>
            <pc:docMk/>
            <pc:sldMasterMk cId="2460954070" sldId="2147483660"/>
            <pc:sldLayoutMk cId="1248076482" sldId="2147483662"/>
          </pc:sldLayoutMkLst>
          <pc:spChg chg="add mod">
            <ac:chgData name="Amy Peebles" userId="55df9692-3791-40ae-bd44-2b55daecbb6e" providerId="ADAL" clId="{C58864B7-7ACB-41C1-96D7-FD6FACC325CB}" dt="2024-06-27T11:42:31.164" v="1863" actId="1036"/>
            <ac:spMkLst>
              <pc:docMk/>
              <pc:sldMasterMk cId="2460954070" sldId="2147483660"/>
              <pc:sldLayoutMk cId="1248076482" sldId="2147483662"/>
              <ac:spMk id="2" creationId="{D98B81D4-75D3-B325-AE1F-F67199350927}"/>
            </ac:spMkLst>
          </pc:spChg>
          <pc:spChg chg="add mod">
            <ac:chgData name="Amy Peebles" userId="55df9692-3791-40ae-bd44-2b55daecbb6e" providerId="ADAL" clId="{C58864B7-7ACB-41C1-96D7-FD6FACC325CB}" dt="2024-06-27T10:24:56.099" v="770" actId="1076"/>
            <ac:spMkLst>
              <pc:docMk/>
              <pc:sldMasterMk cId="2460954070" sldId="2147483660"/>
              <pc:sldLayoutMk cId="1248076482" sldId="2147483662"/>
              <ac:spMk id="3" creationId="{D1DFE3C3-567F-C3B9-5973-C1444EB20BC9}"/>
            </ac:spMkLst>
          </pc:spChg>
          <pc:spChg chg="add mod">
            <ac:chgData name="Amy Peebles" userId="55df9692-3791-40ae-bd44-2b55daecbb6e" providerId="ADAL" clId="{C58864B7-7ACB-41C1-96D7-FD6FACC325CB}" dt="2024-06-27T10:24:56.099" v="770" actId="1076"/>
            <ac:spMkLst>
              <pc:docMk/>
              <pc:sldMasterMk cId="2460954070" sldId="2147483660"/>
              <pc:sldLayoutMk cId="1248076482" sldId="2147483662"/>
              <ac:spMk id="4" creationId="{A7015D62-A861-7A29-7930-18A4092AEACA}"/>
            </ac:spMkLst>
          </pc:spChg>
          <pc:spChg chg="add mod">
            <ac:chgData name="Amy Peebles" userId="55df9692-3791-40ae-bd44-2b55daecbb6e" providerId="ADAL" clId="{C58864B7-7ACB-41C1-96D7-FD6FACC325CB}" dt="2024-06-27T10:24:56.099" v="770" actId="1076"/>
            <ac:spMkLst>
              <pc:docMk/>
              <pc:sldMasterMk cId="2460954070" sldId="2147483660"/>
              <pc:sldLayoutMk cId="1248076482" sldId="2147483662"/>
              <ac:spMk id="5" creationId="{31D8C83A-FD62-C374-BAAF-029F25BD98AA}"/>
            </ac:spMkLst>
          </pc:spChg>
          <pc:spChg chg="add mod">
            <ac:chgData name="Amy Peebles" userId="55df9692-3791-40ae-bd44-2b55daecbb6e" providerId="ADAL" clId="{C58864B7-7ACB-41C1-96D7-FD6FACC325CB}" dt="2024-06-27T10:24:56.099" v="770" actId="1076"/>
            <ac:spMkLst>
              <pc:docMk/>
              <pc:sldMasterMk cId="2460954070" sldId="2147483660"/>
              <pc:sldLayoutMk cId="1248076482" sldId="2147483662"/>
              <ac:spMk id="6" creationId="{4171082B-C598-9F9E-7C86-A0B252985311}"/>
            </ac:spMkLst>
          </pc:spChg>
          <pc:spChg chg="add mod">
            <ac:chgData name="Amy Peebles" userId="55df9692-3791-40ae-bd44-2b55daecbb6e" providerId="ADAL" clId="{C58864B7-7ACB-41C1-96D7-FD6FACC325CB}" dt="2024-06-27T11:42:21.979" v="1861"/>
            <ac:spMkLst>
              <pc:docMk/>
              <pc:sldMasterMk cId="2460954070" sldId="2147483660"/>
              <pc:sldLayoutMk cId="1248076482" sldId="2147483662"/>
              <ac:spMk id="11" creationId="{14F77C40-2E5C-01C5-526F-BCB40E27E0A6}"/>
            </ac:spMkLst>
          </pc:spChg>
          <pc:spChg chg="add mod">
            <ac:chgData name="Amy Peebles" userId="55df9692-3791-40ae-bd44-2b55daecbb6e" providerId="ADAL" clId="{C58864B7-7ACB-41C1-96D7-FD6FACC325CB}" dt="2024-06-27T10:25:06.146" v="773" actId="14100"/>
            <ac:spMkLst>
              <pc:docMk/>
              <pc:sldMasterMk cId="2460954070" sldId="2147483660"/>
              <pc:sldLayoutMk cId="1248076482" sldId="2147483662"/>
              <ac:spMk id="11" creationId="{67ACB72D-3C32-E4EC-59D6-C3F4041948BC}"/>
            </ac:spMkLst>
          </pc:spChg>
          <pc:spChg chg="add mod">
            <ac:chgData name="Amy Peebles" userId="55df9692-3791-40ae-bd44-2b55daecbb6e" providerId="ADAL" clId="{C58864B7-7ACB-41C1-96D7-FD6FACC325CB}" dt="2024-06-27T10:25:10.523" v="775" actId="14100"/>
            <ac:spMkLst>
              <pc:docMk/>
              <pc:sldMasterMk cId="2460954070" sldId="2147483660"/>
              <pc:sldLayoutMk cId="1248076482" sldId="2147483662"/>
              <ac:spMk id="12" creationId="{2FA5D7AB-0872-4921-8ECD-C0B285539211}"/>
            </ac:spMkLst>
          </pc:spChg>
          <pc:spChg chg="add mod">
            <ac:chgData name="Amy Peebles" userId="55df9692-3791-40ae-bd44-2b55daecbb6e" providerId="ADAL" clId="{C58864B7-7ACB-41C1-96D7-FD6FACC325CB}" dt="2024-06-27T10:25:30.505" v="803" actId="20577"/>
            <ac:spMkLst>
              <pc:docMk/>
              <pc:sldMasterMk cId="2460954070" sldId="2147483660"/>
              <pc:sldLayoutMk cId="1248076482" sldId="2147483662"/>
              <ac:spMk id="13" creationId="{F8E2B28E-7E33-9F12-1A55-A7BCF24D5CF2}"/>
            </ac:spMkLst>
          </pc:spChg>
          <pc:spChg chg="add del mod">
            <ac:chgData name="Amy Peebles" userId="55df9692-3791-40ae-bd44-2b55daecbb6e" providerId="ADAL" clId="{C58864B7-7ACB-41C1-96D7-FD6FACC325CB}" dt="2024-06-27T11:06:16.979" v="1851" actId="478"/>
            <ac:spMkLst>
              <pc:docMk/>
              <pc:sldMasterMk cId="2460954070" sldId="2147483660"/>
              <pc:sldLayoutMk cId="1248076482" sldId="2147483662"/>
              <ac:spMk id="14" creationId="{525C51AB-5B6C-D06D-5630-28B8A256625E}"/>
            </ac:spMkLst>
          </pc:spChg>
          <pc:spChg chg="add mod">
            <ac:chgData name="Amy Peebles" userId="55df9692-3791-40ae-bd44-2b55daecbb6e" providerId="ADAL" clId="{C58864B7-7ACB-41C1-96D7-FD6FACC325CB}" dt="2024-06-27T11:53:44.700" v="2067"/>
            <ac:spMkLst>
              <pc:docMk/>
              <pc:sldMasterMk cId="2460954070" sldId="2147483660"/>
              <pc:sldLayoutMk cId="1248076482" sldId="2147483662"/>
              <ac:spMk id="17" creationId="{3ADEC3F6-0A61-04F0-0DF8-BDAD730E0E44}"/>
            </ac:spMkLst>
          </pc:spChg>
          <pc:spChg chg="add mod">
            <ac:chgData name="Amy Peebles" userId="55df9692-3791-40ae-bd44-2b55daecbb6e" providerId="ADAL" clId="{C58864B7-7ACB-41C1-96D7-FD6FACC325CB}" dt="2024-06-27T11:53:55.533" v="2069" actId="14100"/>
            <ac:spMkLst>
              <pc:docMk/>
              <pc:sldMasterMk cId="2460954070" sldId="2147483660"/>
              <pc:sldLayoutMk cId="1248076482" sldId="2147483662"/>
              <ac:spMk id="18" creationId="{AF3591E5-A23B-F670-A295-0168BA4D02BB}"/>
            </ac:spMkLst>
          </pc:spChg>
          <pc:spChg chg="add del mod">
            <ac:chgData name="Amy Peebles" userId="55df9692-3791-40ae-bd44-2b55daecbb6e" providerId="ADAL" clId="{C58864B7-7ACB-41C1-96D7-FD6FACC325CB}" dt="2024-06-27T11:53:56.430" v="2070" actId="478"/>
            <ac:spMkLst>
              <pc:docMk/>
              <pc:sldMasterMk cId="2460954070" sldId="2147483660"/>
              <pc:sldLayoutMk cId="1248076482" sldId="2147483662"/>
              <ac:spMk id="23" creationId="{F006E9C2-BD6A-4A4A-A4E9-DCC2852F4F63}"/>
            </ac:spMkLst>
          </pc:spChg>
          <pc:spChg chg="add del mod">
            <ac:chgData name="Amy Peebles" userId="55df9692-3791-40ae-bd44-2b55daecbb6e" providerId="ADAL" clId="{C58864B7-7ACB-41C1-96D7-FD6FACC325CB}" dt="2024-06-27T10:24:44.906" v="768" actId="478"/>
            <ac:spMkLst>
              <pc:docMk/>
              <pc:sldMasterMk cId="2460954070" sldId="2147483660"/>
              <pc:sldLayoutMk cId="1248076482" sldId="2147483662"/>
              <ac:spMk id="29" creationId="{4FDFF770-87BB-4927-893C-4BC586EB294D}"/>
            </ac:spMkLst>
          </pc:spChg>
          <pc:spChg chg="add del mod">
            <ac:chgData name="Amy Peebles" userId="55df9692-3791-40ae-bd44-2b55daecbb6e" providerId="ADAL" clId="{C58864B7-7ACB-41C1-96D7-FD6FACC325CB}" dt="2024-06-27T10:24:44.906" v="768" actId="478"/>
            <ac:spMkLst>
              <pc:docMk/>
              <pc:sldMasterMk cId="2460954070" sldId="2147483660"/>
              <pc:sldLayoutMk cId="1248076482" sldId="2147483662"/>
              <ac:spMk id="30" creationId="{CCFE765B-11BA-4596-B8F7-AD671CCFE9E9}"/>
            </ac:spMkLst>
          </pc:spChg>
          <pc:spChg chg="add del mod">
            <ac:chgData name="Amy Peebles" userId="55df9692-3791-40ae-bd44-2b55daecbb6e" providerId="ADAL" clId="{C58864B7-7ACB-41C1-96D7-FD6FACC325CB}" dt="2024-06-27T11:53:56.430" v="2070" actId="478"/>
            <ac:spMkLst>
              <pc:docMk/>
              <pc:sldMasterMk cId="2460954070" sldId="2147483660"/>
              <pc:sldLayoutMk cId="1248076482" sldId="2147483662"/>
              <ac:spMk id="31" creationId="{0D9D0AD5-7871-438B-BF3E-244105F96AAE}"/>
            </ac:spMkLst>
          </pc:spChg>
          <pc:spChg chg="add del mod">
            <ac:chgData name="Amy Peebles" userId="55df9692-3791-40ae-bd44-2b55daecbb6e" providerId="ADAL" clId="{C58864B7-7ACB-41C1-96D7-FD6FACC325CB}" dt="2024-06-27T10:24:44.906" v="768" actId="478"/>
            <ac:spMkLst>
              <pc:docMk/>
              <pc:sldMasterMk cId="2460954070" sldId="2147483660"/>
              <pc:sldLayoutMk cId="1248076482" sldId="2147483662"/>
              <ac:spMk id="32" creationId="{568C7CFF-26BB-4DDD-80EC-57AD916BEDB7}"/>
            </ac:spMkLst>
          </pc:spChg>
          <pc:spChg chg="add del mod">
            <ac:chgData name="Amy Peebles" userId="55df9692-3791-40ae-bd44-2b55daecbb6e" providerId="ADAL" clId="{C58864B7-7ACB-41C1-96D7-FD6FACC325CB}" dt="2024-06-27T10:24:44.906" v="768" actId="478"/>
            <ac:spMkLst>
              <pc:docMk/>
              <pc:sldMasterMk cId="2460954070" sldId="2147483660"/>
              <pc:sldLayoutMk cId="1248076482" sldId="2147483662"/>
              <ac:spMk id="33" creationId="{B501841A-B3F0-46D4-80B6-CE53A23C9828}"/>
            </ac:spMkLst>
          </pc:spChg>
          <pc:picChg chg="add mod">
            <ac:chgData name="Amy Peebles" userId="55df9692-3791-40ae-bd44-2b55daecbb6e" providerId="ADAL" clId="{C58864B7-7ACB-41C1-96D7-FD6FACC325CB}" dt="2024-06-27T10:24:56.099" v="770" actId="1076"/>
            <ac:picMkLst>
              <pc:docMk/>
              <pc:sldMasterMk cId="2460954070" sldId="2147483660"/>
              <pc:sldLayoutMk cId="1248076482" sldId="2147483662"/>
              <ac:picMk id="7" creationId="{FB17DD32-0160-A34A-A979-FD71112F1976}"/>
            </ac:picMkLst>
          </pc:picChg>
          <pc:picChg chg="add mod">
            <ac:chgData name="Amy Peebles" userId="55df9692-3791-40ae-bd44-2b55daecbb6e" providerId="ADAL" clId="{C58864B7-7ACB-41C1-96D7-FD6FACC325CB}" dt="2024-06-27T10:24:56.099" v="770" actId="1076"/>
            <ac:picMkLst>
              <pc:docMk/>
              <pc:sldMasterMk cId="2460954070" sldId="2147483660"/>
              <pc:sldLayoutMk cId="1248076482" sldId="2147483662"/>
              <ac:picMk id="8" creationId="{E47F7F0F-D9D7-E029-C0A8-AB4B7331B4D4}"/>
            </ac:picMkLst>
          </pc:picChg>
          <pc:picChg chg="add mod">
            <ac:chgData name="Amy Peebles" userId="55df9692-3791-40ae-bd44-2b55daecbb6e" providerId="ADAL" clId="{C58864B7-7ACB-41C1-96D7-FD6FACC325CB}" dt="2024-06-27T10:24:56.099" v="770" actId="1076"/>
            <ac:picMkLst>
              <pc:docMk/>
              <pc:sldMasterMk cId="2460954070" sldId="2147483660"/>
              <pc:sldLayoutMk cId="1248076482" sldId="2147483662"/>
              <ac:picMk id="9" creationId="{9D8E8891-285C-FC80-4489-1A82549131A1}"/>
            </ac:picMkLst>
          </pc:picChg>
          <pc:picChg chg="add mod">
            <ac:chgData name="Amy Peebles" userId="55df9692-3791-40ae-bd44-2b55daecbb6e" providerId="ADAL" clId="{C58864B7-7ACB-41C1-96D7-FD6FACC325CB}" dt="2024-06-27T10:24:56.099" v="770" actId="1076"/>
            <ac:picMkLst>
              <pc:docMk/>
              <pc:sldMasterMk cId="2460954070" sldId="2147483660"/>
              <pc:sldLayoutMk cId="1248076482" sldId="2147483662"/>
              <ac:picMk id="10" creationId="{0B11F6A0-4496-696B-2E38-027FD12E580E}"/>
            </ac:picMkLst>
          </pc:picChg>
          <pc:picChg chg="add mod">
            <ac:chgData name="Amy Peebles" userId="55df9692-3791-40ae-bd44-2b55daecbb6e" providerId="ADAL" clId="{C58864B7-7ACB-41C1-96D7-FD6FACC325CB}" dt="2024-06-27T11:42:21.979" v="1861"/>
            <ac:picMkLst>
              <pc:docMk/>
              <pc:sldMasterMk cId="2460954070" sldId="2147483660"/>
              <pc:sldLayoutMk cId="1248076482" sldId="2147483662"/>
              <ac:picMk id="14" creationId="{F7BF061B-E249-7F97-7002-11A2C3C5B97F}"/>
            </ac:picMkLst>
          </pc:picChg>
          <pc:picChg chg="add del mod">
            <ac:chgData name="Amy Peebles" userId="55df9692-3791-40ae-bd44-2b55daecbb6e" providerId="ADAL" clId="{C58864B7-7ACB-41C1-96D7-FD6FACC325CB}" dt="2024-06-27T11:06:16.979" v="1851" actId="478"/>
            <ac:picMkLst>
              <pc:docMk/>
              <pc:sldMasterMk cId="2460954070" sldId="2147483660"/>
              <pc:sldLayoutMk cId="1248076482" sldId="2147483662"/>
              <ac:picMk id="15" creationId="{FF30EDAA-BC59-4EF7-A87C-BA843F32D608}"/>
            </ac:picMkLst>
          </pc:picChg>
          <pc:picChg chg="add del mod">
            <ac:chgData name="Amy Peebles" userId="55df9692-3791-40ae-bd44-2b55daecbb6e" providerId="ADAL" clId="{C58864B7-7ACB-41C1-96D7-FD6FACC325CB}" dt="2024-06-27T10:24:44.906" v="768" actId="478"/>
            <ac:picMkLst>
              <pc:docMk/>
              <pc:sldMasterMk cId="2460954070" sldId="2147483660"/>
              <pc:sldLayoutMk cId="1248076482" sldId="2147483662"/>
              <ac:picMk id="25" creationId="{333AA2CA-9376-4E3D-A442-B05925BBE094}"/>
            </ac:picMkLst>
          </pc:picChg>
          <pc:picChg chg="add del mod">
            <ac:chgData name="Amy Peebles" userId="55df9692-3791-40ae-bd44-2b55daecbb6e" providerId="ADAL" clId="{C58864B7-7ACB-41C1-96D7-FD6FACC325CB}" dt="2024-06-27T10:24:44.906" v="768" actId="478"/>
            <ac:picMkLst>
              <pc:docMk/>
              <pc:sldMasterMk cId="2460954070" sldId="2147483660"/>
              <pc:sldLayoutMk cId="1248076482" sldId="2147483662"/>
              <ac:picMk id="26" creationId="{0284B394-FA70-46F6-9C5C-38CAAEA4CBFD}"/>
            </ac:picMkLst>
          </pc:picChg>
          <pc:picChg chg="add del mod">
            <ac:chgData name="Amy Peebles" userId="55df9692-3791-40ae-bd44-2b55daecbb6e" providerId="ADAL" clId="{C58864B7-7ACB-41C1-96D7-FD6FACC325CB}" dt="2024-06-27T10:24:44.906" v="768" actId="478"/>
            <ac:picMkLst>
              <pc:docMk/>
              <pc:sldMasterMk cId="2460954070" sldId="2147483660"/>
              <pc:sldLayoutMk cId="1248076482" sldId="2147483662"/>
              <ac:picMk id="27" creationId="{A2EFF24E-7A9F-44DF-BD58-988BEE375EB9}"/>
            </ac:picMkLst>
          </pc:picChg>
          <pc:picChg chg="add del mod">
            <ac:chgData name="Amy Peebles" userId="55df9692-3791-40ae-bd44-2b55daecbb6e" providerId="ADAL" clId="{C58864B7-7ACB-41C1-96D7-FD6FACC325CB}" dt="2024-06-27T10:24:44.906" v="768" actId="478"/>
            <ac:picMkLst>
              <pc:docMk/>
              <pc:sldMasterMk cId="2460954070" sldId="2147483660"/>
              <pc:sldLayoutMk cId="1248076482" sldId="2147483662"/>
              <ac:picMk id="28" creationId="{4614C15C-0CCC-4282-A171-546FCD3145E8}"/>
            </ac:picMkLst>
          </pc:picChg>
          <pc:cxnChg chg="add mod">
            <ac:chgData name="Amy Peebles" userId="55df9692-3791-40ae-bd44-2b55daecbb6e" providerId="ADAL" clId="{C58864B7-7ACB-41C1-96D7-FD6FACC325CB}" dt="2024-06-27T11:53:44.700" v="2067"/>
            <ac:cxnSpMkLst>
              <pc:docMk/>
              <pc:sldMasterMk cId="2460954070" sldId="2147483660"/>
              <pc:sldLayoutMk cId="1248076482" sldId="2147483662"/>
              <ac:cxnSpMk id="16" creationId="{80CC9F0C-DA4C-AD29-9117-79C8376EBD17}"/>
            </ac:cxnSpMkLst>
          </pc:cxnChg>
          <pc:cxnChg chg="add del mod">
            <ac:chgData name="Amy Peebles" userId="55df9692-3791-40ae-bd44-2b55daecbb6e" providerId="ADAL" clId="{C58864B7-7ACB-41C1-96D7-FD6FACC325CB}" dt="2024-06-27T11:53:56.430" v="2070" actId="478"/>
            <ac:cxnSpMkLst>
              <pc:docMk/>
              <pc:sldMasterMk cId="2460954070" sldId="2147483660"/>
              <pc:sldLayoutMk cId="1248076482" sldId="2147483662"/>
              <ac:cxnSpMk id="21" creationId="{A6651F94-8E7A-495E-B009-8B5952B4E730}"/>
            </ac:cxnSpMkLst>
          </pc:cxnChg>
        </pc:sldLayoutChg>
        <pc:sldLayoutChg chg="addSp delSp modSp mod setBg">
          <pc:chgData name="Amy Peebles" userId="55df9692-3791-40ae-bd44-2b55daecbb6e" providerId="ADAL" clId="{C58864B7-7ACB-41C1-96D7-FD6FACC325CB}" dt="2024-06-27T11:52:20.621" v="2063" actId="14100"/>
          <pc:sldLayoutMkLst>
            <pc:docMk/>
            <pc:sldMasterMk cId="2460954070" sldId="2147483660"/>
            <pc:sldLayoutMk cId="1139035286" sldId="2147483663"/>
          </pc:sldLayoutMkLst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2" creationId="{59C03EAD-9926-FC5E-4DBF-C0A5171A8D62}"/>
            </ac:spMkLst>
          </pc:spChg>
          <pc:spChg chg="add mod">
            <ac:chgData name="Amy Peebles" userId="55df9692-3791-40ae-bd44-2b55daecbb6e" providerId="ADAL" clId="{C58864B7-7ACB-41C1-96D7-FD6FACC325CB}" dt="2024-06-27T11:47:44.885" v="1979" actId="14100"/>
            <ac:spMkLst>
              <pc:docMk/>
              <pc:sldMasterMk cId="2460954070" sldId="2147483660"/>
              <pc:sldLayoutMk cId="1139035286" sldId="2147483663"/>
              <ac:spMk id="2" creationId="{FB988A44-38AE-E7B4-6E89-8AB460EB8CFD}"/>
            </ac:spMkLst>
          </pc:spChg>
          <pc:spChg chg="add mod">
            <ac:chgData name="Amy Peebles" userId="55df9692-3791-40ae-bd44-2b55daecbb6e" providerId="ADAL" clId="{C58864B7-7ACB-41C1-96D7-FD6FACC325CB}" dt="2024-06-27T11:51:33.519" v="2058"/>
            <ac:spMkLst>
              <pc:docMk/>
              <pc:sldMasterMk cId="2460954070" sldId="2147483660"/>
              <pc:sldLayoutMk cId="1139035286" sldId="2147483663"/>
              <ac:spMk id="3" creationId="{2DA97A1F-0F1F-A05E-9AE8-34E56842851B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3" creationId="{904C79D0-DC6A-5BA7-CC8C-EFBF0A75C9A7}"/>
            </ac:spMkLst>
          </pc:spChg>
          <pc:spChg chg="del mod topLvl">
            <ac:chgData name="Amy Peebles" userId="55df9692-3791-40ae-bd44-2b55daecbb6e" providerId="ADAL" clId="{C58864B7-7ACB-41C1-96D7-FD6FACC325CB}" dt="2024-06-27T10:34:45.560" v="943" actId="21"/>
            <ac:spMkLst>
              <pc:docMk/>
              <pc:sldMasterMk cId="2460954070" sldId="2147483660"/>
              <pc:sldLayoutMk cId="1139035286" sldId="2147483663"/>
              <ac:spMk id="4" creationId="{531F2921-9C3E-A996-F9A6-DF2ED1305B7D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5" creationId="{1180CF27-DFE6-AD3F-5E8E-1FE8A223D1A7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7" creationId="{FFEDF158-0D0D-EAC7-BDB3-26B53EDE97DD}"/>
            </ac:spMkLst>
          </pc:spChg>
          <pc:spChg chg="del topLvl">
            <ac:chgData name="Amy Peebles" userId="55df9692-3791-40ae-bd44-2b55daecbb6e" providerId="ADAL" clId="{C58864B7-7ACB-41C1-96D7-FD6FACC325CB}" dt="2024-06-27T10:34:05.844" v="936" actId="478"/>
            <ac:spMkLst>
              <pc:docMk/>
              <pc:sldMasterMk cId="2460954070" sldId="2147483660"/>
              <pc:sldLayoutMk cId="1139035286" sldId="2147483663"/>
              <ac:spMk id="8" creationId="{F2C33856-A4C8-04CD-097B-C9FEEE196288}"/>
            </ac:spMkLst>
          </pc:spChg>
          <pc:spChg chg="del">
            <ac:chgData name="Amy Peebles" userId="55df9692-3791-40ae-bd44-2b55daecbb6e" providerId="ADAL" clId="{C58864B7-7ACB-41C1-96D7-FD6FACC325CB}" dt="2024-06-27T10:34:04.452" v="935" actId="478"/>
            <ac:spMkLst>
              <pc:docMk/>
              <pc:sldMasterMk cId="2460954070" sldId="2147483660"/>
              <pc:sldLayoutMk cId="1139035286" sldId="2147483663"/>
              <ac:spMk id="9" creationId="{720D54A7-8FDA-BBB3-51E4-5FF33ECAC790}"/>
            </ac:spMkLst>
          </pc:spChg>
          <pc:spChg chg="add del mod">
            <ac:chgData name="Amy Peebles" userId="55df9692-3791-40ae-bd44-2b55daecbb6e" providerId="ADAL" clId="{C58864B7-7ACB-41C1-96D7-FD6FACC325CB}" dt="2024-06-27T11:00:41.017" v="1746" actId="21"/>
            <ac:spMkLst>
              <pc:docMk/>
              <pc:sldMasterMk cId="2460954070" sldId="2147483660"/>
              <pc:sldLayoutMk cId="1139035286" sldId="2147483663"/>
              <ac:spMk id="11" creationId="{531F2921-9C3E-A996-F9A6-DF2ED1305B7D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12" creationId="{21C339AE-2866-BA96-76A1-A3AA6230BC65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13" creationId="{7441AE22-1AE9-328C-4E0A-6744AB63B00A}"/>
            </ac:spMkLst>
          </pc:spChg>
          <pc:spChg chg="add mod">
            <ac:chgData name="Amy Peebles" userId="55df9692-3791-40ae-bd44-2b55daecbb6e" providerId="ADAL" clId="{C58864B7-7ACB-41C1-96D7-FD6FACC325CB}" dt="2024-06-27T10:59:00.026" v="1717"/>
            <ac:spMkLst>
              <pc:docMk/>
              <pc:sldMasterMk cId="2460954070" sldId="2147483660"/>
              <pc:sldLayoutMk cId="1139035286" sldId="2147483663"/>
              <ac:spMk id="18" creationId="{C604C52F-040E-81F6-D55F-3519EC03F39A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0" creationId="{AFF011CE-78C4-BE17-5D22-22276B513243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2" creationId="{F22817C2-0BB5-6E9A-0C33-6FCEC847AF8E}"/>
            </ac:spMkLst>
          </pc:spChg>
          <pc:spChg chg="mod">
            <ac:chgData name="Amy Peebles" userId="55df9692-3791-40ae-bd44-2b55daecbb6e" providerId="ADAL" clId="{C58864B7-7ACB-41C1-96D7-FD6FACC325CB}" dt="2024-06-27T11:52:17.789" v="2062" actId="14100"/>
            <ac:spMkLst>
              <pc:docMk/>
              <pc:sldMasterMk cId="2460954070" sldId="2147483660"/>
              <pc:sldLayoutMk cId="1139035286" sldId="2147483663"/>
              <ac:spMk id="23" creationId="{F006E9C2-BD6A-4A4A-A4E9-DCC2852F4F63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4" creationId="{82038F02-28E0-4E44-F06C-0C2190C305C7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5" creationId="{DF73422B-C587-21C8-D2BA-493CCEC6D01D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6" creationId="{ACC92041-6376-3B31-3C0F-448BBF27DAAB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27" creationId="{C3E6F055-720B-9C08-C71E-D20A75D78B89}"/>
            </ac:spMkLst>
          </pc:spChg>
          <pc:spChg chg="del mod">
            <ac:chgData name="Amy Peebles" userId="55df9692-3791-40ae-bd44-2b55daecbb6e" providerId="ADAL" clId="{C58864B7-7ACB-41C1-96D7-FD6FACC325CB}" dt="2024-06-27T10:59:48.644" v="1735" actId="478"/>
            <ac:spMkLst>
              <pc:docMk/>
              <pc:sldMasterMk cId="2460954070" sldId="2147483660"/>
              <pc:sldLayoutMk cId="1139035286" sldId="2147483663"/>
              <ac:spMk id="31" creationId="{0D9D0AD5-7871-438B-BF3E-244105F96AAE}"/>
            </ac:spMkLst>
          </pc:spChg>
          <pc:spChg chg="add mod">
            <ac:chgData name="Amy Peebles" userId="55df9692-3791-40ae-bd44-2b55daecbb6e" providerId="ADAL" clId="{C58864B7-7ACB-41C1-96D7-FD6FACC325CB}" dt="2024-06-27T10:59:08.802" v="1720"/>
            <ac:spMkLst>
              <pc:docMk/>
              <pc:sldMasterMk cId="2460954070" sldId="2147483660"/>
              <pc:sldLayoutMk cId="1139035286" sldId="2147483663"/>
              <ac:spMk id="33" creationId="{B7989BE1-3D49-5FD1-E3E6-A393DD013CD3}"/>
            </ac:spMkLst>
          </pc:spChg>
          <pc:spChg chg="add del mod">
            <ac:chgData name="Amy Peebles" userId="55df9692-3791-40ae-bd44-2b55daecbb6e" providerId="ADAL" clId="{C58864B7-7ACB-41C1-96D7-FD6FACC325CB}" dt="2024-06-27T11:04:05.011" v="1801" actId="478"/>
            <ac:spMkLst>
              <pc:docMk/>
              <pc:sldMasterMk cId="2460954070" sldId="2147483660"/>
              <pc:sldLayoutMk cId="1139035286" sldId="2147483663"/>
              <ac:spMk id="41" creationId="{07B46662-8A70-5D94-53E0-0BD365DCB31A}"/>
            </ac:spMkLst>
          </pc:spChg>
          <pc:spChg chg="add del mod">
            <ac:chgData name="Amy Peebles" userId="55df9692-3791-40ae-bd44-2b55daecbb6e" providerId="ADAL" clId="{C58864B7-7ACB-41C1-96D7-FD6FACC325CB}" dt="2024-06-27T11:45:49.508" v="1971" actId="478"/>
            <ac:spMkLst>
              <pc:docMk/>
              <pc:sldMasterMk cId="2460954070" sldId="2147483660"/>
              <pc:sldLayoutMk cId="1139035286" sldId="2147483663"/>
              <ac:spMk id="42" creationId="{531F2921-9C3E-A996-F9A6-DF2ED1305B7D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43" creationId="{4A250323-FFCF-FCA6-DE9D-0DC17484410F}"/>
            </ac:spMkLst>
          </pc:spChg>
          <pc:spChg chg="add del mod">
            <ac:chgData name="Amy Peebles" userId="55df9692-3791-40ae-bd44-2b55daecbb6e" providerId="ADAL" clId="{C58864B7-7ACB-41C1-96D7-FD6FACC325CB}" dt="2024-06-27T11:03:27.244" v="1793" actId="478"/>
            <ac:spMkLst>
              <pc:docMk/>
              <pc:sldMasterMk cId="2460954070" sldId="2147483660"/>
              <pc:sldLayoutMk cId="1139035286" sldId="2147483663"/>
              <ac:spMk id="44" creationId="{CE1D3F57-C967-BDD3-0F78-BEB70BEA078C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45" creationId="{55DBC8CD-A632-03D1-7C74-0C899883772A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46" creationId="{6DF2579E-08EC-C970-5C55-E6BBBC124A6B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47" creationId="{3A0DE0D7-B7B1-3642-50DE-3CBF3059CF79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48" creationId="{DE03672B-0083-C11B-F252-D8829AFF20EC}"/>
            </ac:spMkLst>
          </pc:spChg>
          <pc:spChg chg="add mod">
            <ac:chgData name="Amy Peebles" userId="55df9692-3791-40ae-bd44-2b55daecbb6e" providerId="ADAL" clId="{C58864B7-7ACB-41C1-96D7-FD6FACC325CB}" dt="2024-06-27T11:01:15.299" v="1755"/>
            <ac:spMkLst>
              <pc:docMk/>
              <pc:sldMasterMk cId="2460954070" sldId="2147483660"/>
              <pc:sldLayoutMk cId="1139035286" sldId="2147483663"/>
              <ac:spMk id="53" creationId="{7CDC3DE9-E720-CA7D-E04D-91B4CFC61E60}"/>
            </ac:spMkLst>
          </pc:spChg>
          <pc:spChg chg="add del mod">
            <ac:chgData name="Amy Peebles" userId="55df9692-3791-40ae-bd44-2b55daecbb6e" providerId="ADAL" clId="{C58864B7-7ACB-41C1-96D7-FD6FACC325CB}" dt="2024-06-27T11:02:39.545" v="1785" actId="21"/>
            <ac:spMkLst>
              <pc:docMk/>
              <pc:sldMasterMk cId="2460954070" sldId="2147483660"/>
              <pc:sldLayoutMk cId="1139035286" sldId="2147483663"/>
              <ac:spMk id="54" creationId="{225247AC-AB2C-2129-F34E-9F87EA0AC28E}"/>
            </ac:spMkLst>
          </pc:spChg>
          <pc:spChg chg="add del mod ord">
            <ac:chgData name="Amy Peebles" userId="55df9692-3791-40ae-bd44-2b55daecbb6e" providerId="ADAL" clId="{C58864B7-7ACB-41C1-96D7-FD6FACC325CB}" dt="2024-06-27T11:10:59.212" v="1857" actId="478"/>
            <ac:spMkLst>
              <pc:docMk/>
              <pc:sldMasterMk cId="2460954070" sldId="2147483660"/>
              <pc:sldLayoutMk cId="1139035286" sldId="2147483663"/>
              <ac:spMk id="55" creationId="{08550509-82FB-5230-E906-A150477AC646}"/>
            </ac:spMkLst>
          </pc:spChg>
          <pc:spChg chg="add del mod">
            <ac:chgData name="Amy Peebles" userId="55df9692-3791-40ae-bd44-2b55daecbb6e" providerId="ADAL" clId="{C58864B7-7ACB-41C1-96D7-FD6FACC325CB}" dt="2024-06-27T11:51:29.893" v="2055" actId="478"/>
            <ac:spMkLst>
              <pc:docMk/>
              <pc:sldMasterMk cId="2460954070" sldId="2147483660"/>
              <pc:sldLayoutMk cId="1139035286" sldId="2147483663"/>
              <ac:spMk id="56" creationId="{EA519C87-77CE-1D9F-65DE-1B60F31F2BE7}"/>
            </ac:spMkLst>
          </pc:spChg>
          <pc:grpChg chg="del mod">
            <ac:chgData name="Amy Peebles" userId="55df9692-3791-40ae-bd44-2b55daecbb6e" providerId="ADAL" clId="{C58864B7-7ACB-41C1-96D7-FD6FACC325CB}" dt="2024-06-27T10:34:05.844" v="936" actId="478"/>
            <ac:grpSpMkLst>
              <pc:docMk/>
              <pc:sldMasterMk cId="2460954070" sldId="2147483660"/>
              <pc:sldLayoutMk cId="1139035286" sldId="2147483663"/>
              <ac:grpSpMk id="10" creationId="{B7E14A54-AB6A-6528-ABF2-234394605A96}"/>
            </ac:grpSpMkLst>
          </pc:grpChg>
          <pc:picChg chg="del">
            <ac:chgData name="Amy Peebles" userId="55df9692-3791-40ae-bd44-2b55daecbb6e" providerId="ADAL" clId="{C58864B7-7ACB-41C1-96D7-FD6FACC325CB}" dt="2024-06-27T10:34:02.715" v="934" actId="478"/>
            <ac:picMkLst>
              <pc:docMk/>
              <pc:sldMasterMk cId="2460954070" sldId="2147483660"/>
              <pc:sldLayoutMk cId="1139035286" sldId="2147483663"/>
              <ac:picMk id="6" creationId="{91B2CD90-DDEA-4CC8-9F52-74DFD626FAB0}"/>
            </ac:picMkLst>
          </pc:picChg>
          <pc:picChg chg="add mod">
            <ac:chgData name="Amy Peebles" userId="55df9692-3791-40ae-bd44-2b55daecbb6e" providerId="ADAL" clId="{C58864B7-7ACB-41C1-96D7-FD6FACC325CB}" dt="2024-06-27T10:59:00.026" v="1717"/>
            <ac:picMkLst>
              <pc:docMk/>
              <pc:sldMasterMk cId="2460954070" sldId="2147483660"/>
              <pc:sldLayoutMk cId="1139035286" sldId="2147483663"/>
              <ac:picMk id="14" creationId="{98E0DE95-E3FE-DF3A-E496-4A9E81D6C21C}"/>
            </ac:picMkLst>
          </pc:picChg>
          <pc:picChg chg="add mod">
            <ac:chgData name="Amy Peebles" userId="55df9692-3791-40ae-bd44-2b55daecbb6e" providerId="ADAL" clId="{C58864B7-7ACB-41C1-96D7-FD6FACC325CB}" dt="2024-06-27T10:59:00.026" v="1717"/>
            <ac:picMkLst>
              <pc:docMk/>
              <pc:sldMasterMk cId="2460954070" sldId="2147483660"/>
              <pc:sldLayoutMk cId="1139035286" sldId="2147483663"/>
              <ac:picMk id="15" creationId="{7FE79BC7-97E0-1C0C-779D-E4BEB3897FF2}"/>
            </ac:picMkLst>
          </pc:picChg>
          <pc:picChg chg="add mod">
            <ac:chgData name="Amy Peebles" userId="55df9692-3791-40ae-bd44-2b55daecbb6e" providerId="ADAL" clId="{C58864B7-7ACB-41C1-96D7-FD6FACC325CB}" dt="2024-06-27T10:59:00.026" v="1717"/>
            <ac:picMkLst>
              <pc:docMk/>
              <pc:sldMasterMk cId="2460954070" sldId="2147483660"/>
              <pc:sldLayoutMk cId="1139035286" sldId="2147483663"/>
              <ac:picMk id="16" creationId="{62EC358F-9525-6CA7-DE13-F5CE0D746277}"/>
            </ac:picMkLst>
          </pc:picChg>
          <pc:picChg chg="add mod">
            <ac:chgData name="Amy Peebles" userId="55df9692-3791-40ae-bd44-2b55daecbb6e" providerId="ADAL" clId="{C58864B7-7ACB-41C1-96D7-FD6FACC325CB}" dt="2024-06-27T10:59:00.026" v="1717"/>
            <ac:picMkLst>
              <pc:docMk/>
              <pc:sldMasterMk cId="2460954070" sldId="2147483660"/>
              <pc:sldLayoutMk cId="1139035286" sldId="2147483663"/>
              <ac:picMk id="17" creationId="{E6481307-7E4D-E406-8EA3-E8057E6C0641}"/>
            </ac:picMkLst>
          </pc:picChg>
          <pc:picChg chg="add mod">
            <ac:chgData name="Amy Peebles" userId="55df9692-3791-40ae-bd44-2b55daecbb6e" providerId="ADAL" clId="{C58864B7-7ACB-41C1-96D7-FD6FACC325CB}" dt="2024-06-27T10:59:08.802" v="1720"/>
            <ac:picMkLst>
              <pc:docMk/>
              <pc:sldMasterMk cId="2460954070" sldId="2147483660"/>
              <pc:sldLayoutMk cId="1139035286" sldId="2147483663"/>
              <ac:picMk id="28" creationId="{CC4F63AC-7D94-A248-1DBB-A022B5030441}"/>
            </ac:picMkLst>
          </pc:picChg>
          <pc:picChg chg="add mod">
            <ac:chgData name="Amy Peebles" userId="55df9692-3791-40ae-bd44-2b55daecbb6e" providerId="ADAL" clId="{C58864B7-7ACB-41C1-96D7-FD6FACC325CB}" dt="2024-06-27T10:59:08.802" v="1720"/>
            <ac:picMkLst>
              <pc:docMk/>
              <pc:sldMasterMk cId="2460954070" sldId="2147483660"/>
              <pc:sldLayoutMk cId="1139035286" sldId="2147483663"/>
              <ac:picMk id="29" creationId="{8CB92609-5230-5C73-5530-EA628CB84A6C}"/>
            </ac:picMkLst>
          </pc:picChg>
          <pc:picChg chg="add mod">
            <ac:chgData name="Amy Peebles" userId="55df9692-3791-40ae-bd44-2b55daecbb6e" providerId="ADAL" clId="{C58864B7-7ACB-41C1-96D7-FD6FACC325CB}" dt="2024-06-27T10:59:08.802" v="1720"/>
            <ac:picMkLst>
              <pc:docMk/>
              <pc:sldMasterMk cId="2460954070" sldId="2147483660"/>
              <pc:sldLayoutMk cId="1139035286" sldId="2147483663"/>
              <ac:picMk id="30" creationId="{DF8B9EC1-5758-9874-B312-BD347F10EAC7}"/>
            </ac:picMkLst>
          </pc:picChg>
          <pc:picChg chg="add mod">
            <ac:chgData name="Amy Peebles" userId="55df9692-3791-40ae-bd44-2b55daecbb6e" providerId="ADAL" clId="{C58864B7-7ACB-41C1-96D7-FD6FACC325CB}" dt="2024-06-27T10:59:08.802" v="1720"/>
            <ac:picMkLst>
              <pc:docMk/>
              <pc:sldMasterMk cId="2460954070" sldId="2147483660"/>
              <pc:sldLayoutMk cId="1139035286" sldId="2147483663"/>
              <ac:picMk id="32" creationId="{27430997-3B9F-842E-3969-44A21B54290C}"/>
            </ac:picMkLst>
          </pc:picChg>
          <pc:picChg chg="add mod">
            <ac:chgData name="Amy Peebles" userId="55df9692-3791-40ae-bd44-2b55daecbb6e" providerId="ADAL" clId="{C58864B7-7ACB-41C1-96D7-FD6FACC325CB}" dt="2024-06-27T11:01:15.299" v="1755"/>
            <ac:picMkLst>
              <pc:docMk/>
              <pc:sldMasterMk cId="2460954070" sldId="2147483660"/>
              <pc:sldLayoutMk cId="1139035286" sldId="2147483663"/>
              <ac:picMk id="49" creationId="{76A6CA63-CF50-73E7-7606-DDDA11E906F1}"/>
            </ac:picMkLst>
          </pc:picChg>
          <pc:picChg chg="add mod">
            <ac:chgData name="Amy Peebles" userId="55df9692-3791-40ae-bd44-2b55daecbb6e" providerId="ADAL" clId="{C58864B7-7ACB-41C1-96D7-FD6FACC325CB}" dt="2024-06-27T11:01:15.299" v="1755"/>
            <ac:picMkLst>
              <pc:docMk/>
              <pc:sldMasterMk cId="2460954070" sldId="2147483660"/>
              <pc:sldLayoutMk cId="1139035286" sldId="2147483663"/>
              <ac:picMk id="50" creationId="{589701BB-333D-0904-2D27-EEDDD9F0B629}"/>
            </ac:picMkLst>
          </pc:picChg>
          <pc:picChg chg="add mod">
            <ac:chgData name="Amy Peebles" userId="55df9692-3791-40ae-bd44-2b55daecbb6e" providerId="ADAL" clId="{C58864B7-7ACB-41C1-96D7-FD6FACC325CB}" dt="2024-06-27T11:01:15.299" v="1755"/>
            <ac:picMkLst>
              <pc:docMk/>
              <pc:sldMasterMk cId="2460954070" sldId="2147483660"/>
              <pc:sldLayoutMk cId="1139035286" sldId="2147483663"/>
              <ac:picMk id="51" creationId="{1D2D09CF-4CBB-5EB1-666B-27B2692B2A2F}"/>
            </ac:picMkLst>
          </pc:picChg>
          <pc:picChg chg="add mod">
            <ac:chgData name="Amy Peebles" userId="55df9692-3791-40ae-bd44-2b55daecbb6e" providerId="ADAL" clId="{C58864B7-7ACB-41C1-96D7-FD6FACC325CB}" dt="2024-06-27T11:01:15.299" v="1755"/>
            <ac:picMkLst>
              <pc:docMk/>
              <pc:sldMasterMk cId="2460954070" sldId="2147483660"/>
              <pc:sldLayoutMk cId="1139035286" sldId="2147483663"/>
              <ac:picMk id="52" creationId="{3140F46D-F29D-4991-3657-F48D729696C6}"/>
            </ac:picMkLst>
          </pc:picChg>
          <pc:cxnChg chg="del mod">
            <ac:chgData name="Amy Peebles" userId="55df9692-3791-40ae-bd44-2b55daecbb6e" providerId="ADAL" clId="{C58864B7-7ACB-41C1-96D7-FD6FACC325CB}" dt="2024-06-27T10:59:51.684" v="1736" actId="478"/>
            <ac:cxnSpMkLst>
              <pc:docMk/>
              <pc:sldMasterMk cId="2460954070" sldId="2147483660"/>
              <pc:sldLayoutMk cId="1139035286" sldId="2147483663"/>
              <ac:cxnSpMk id="21" creationId="{A6651F94-8E7A-495E-B009-8B5952B4E730}"/>
            </ac:cxnSpMkLst>
          </pc:cxnChg>
          <pc:cxnChg chg="add mod">
            <ac:chgData name="Amy Peebles" userId="55df9692-3791-40ae-bd44-2b55daecbb6e" providerId="ADAL" clId="{C58864B7-7ACB-41C1-96D7-FD6FACC325CB}" dt="2024-06-27T11:52:20.621" v="2063" actId="14100"/>
            <ac:cxnSpMkLst>
              <pc:docMk/>
              <pc:sldMasterMk cId="2460954070" sldId="2147483660"/>
              <pc:sldLayoutMk cId="1139035286" sldId="2147483663"/>
              <ac:cxnSpMk id="40" creationId="{15F93188-CCBA-B877-D46E-928F82DED82F}"/>
            </ac:cxnSpMkLst>
          </pc:cxnChg>
        </pc:sldLayoutChg>
        <pc:sldLayoutChg chg="addSp delSp modSp mod setBg">
          <pc:chgData name="Amy Peebles" userId="55df9692-3791-40ae-bd44-2b55daecbb6e" providerId="ADAL" clId="{C58864B7-7ACB-41C1-96D7-FD6FACC325CB}" dt="2024-06-27T11:52:31.790" v="2065" actId="14100"/>
          <pc:sldLayoutMkLst>
            <pc:docMk/>
            <pc:sldMasterMk cId="2460954070" sldId="2147483660"/>
            <pc:sldLayoutMk cId="4135159618" sldId="2147483664"/>
          </pc:sldLayoutMkLst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2" creationId="{52D03F71-44F9-FC9D-A6A7-F0A6B2E7ED5C}"/>
            </ac:spMkLst>
          </pc:spChg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3" creationId="{8A17AAE5-43DC-EB1F-24F3-4BA6BB18D35A}"/>
            </ac:spMkLst>
          </pc:spChg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4" creationId="{4F3B6411-5F47-5742-4856-3DEBEAC11ADD}"/>
            </ac:spMkLst>
          </pc:spChg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5" creationId="{E175EA55-93EB-425B-AD43-3D0CB8A1E117}"/>
            </ac:spMkLst>
          </pc:spChg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6" creationId="{D96D4149-1F6D-0F63-0FE1-EB173E6A554D}"/>
            </ac:spMkLst>
          </pc:spChg>
          <pc:spChg chg="add del mod">
            <ac:chgData name="Amy Peebles" userId="55df9692-3791-40ae-bd44-2b55daecbb6e" providerId="ADAL" clId="{C58864B7-7ACB-41C1-96D7-FD6FACC325CB}" dt="2024-06-27T11:43:17.020" v="1888" actId="478"/>
            <ac:spMkLst>
              <pc:docMk/>
              <pc:sldMasterMk cId="2460954070" sldId="2147483660"/>
              <pc:sldLayoutMk cId="4135159618" sldId="2147483664"/>
              <ac:spMk id="11" creationId="{531F2921-9C3E-A996-F9A6-DF2ED1305B7D}"/>
            </ac:spMkLst>
          </pc:spChg>
          <pc:spChg chg="add mod">
            <ac:chgData name="Amy Peebles" userId="55df9692-3791-40ae-bd44-2b55daecbb6e" providerId="ADAL" clId="{C58864B7-7ACB-41C1-96D7-FD6FACC325CB}" dt="2024-06-27T10:55:41.946" v="1676"/>
            <ac:spMkLst>
              <pc:docMk/>
              <pc:sldMasterMk cId="2460954070" sldId="2147483660"/>
              <pc:sldLayoutMk cId="4135159618" sldId="2147483664"/>
              <ac:spMk id="12" creationId="{AC0E48FA-CA1F-C773-8A51-2B17AEAD1971}"/>
            </ac:spMkLst>
          </pc:spChg>
          <pc:spChg chg="add del mod">
            <ac:chgData name="Amy Peebles" userId="55df9692-3791-40ae-bd44-2b55daecbb6e" providerId="ADAL" clId="{C58864B7-7ACB-41C1-96D7-FD6FACC325CB}" dt="2024-06-27T11:43:50.668" v="1901" actId="478"/>
            <ac:spMkLst>
              <pc:docMk/>
              <pc:sldMasterMk cId="2460954070" sldId="2147483660"/>
              <pc:sldLayoutMk cId="4135159618" sldId="2147483664"/>
              <ac:spMk id="13" creationId="{278AFA51-2607-ECC3-55DE-A4DF63C135C9}"/>
            </ac:spMkLst>
          </pc:spChg>
          <pc:spChg chg="add mod">
            <ac:chgData name="Amy Peebles" userId="55df9692-3791-40ae-bd44-2b55daecbb6e" providerId="ADAL" clId="{C58864B7-7ACB-41C1-96D7-FD6FACC325CB}" dt="2024-06-27T11:49:52.383" v="1996" actId="207"/>
            <ac:spMkLst>
              <pc:docMk/>
              <pc:sldMasterMk cId="2460954070" sldId="2147483660"/>
              <pc:sldLayoutMk cId="4135159618" sldId="2147483664"/>
              <ac:spMk id="14" creationId="{D2296ABD-A480-62DA-E7B8-003F236972E0}"/>
            </ac:spMkLst>
          </pc:spChg>
          <pc:spChg chg="add del mod">
            <ac:chgData name="Amy Peebles" userId="55df9692-3791-40ae-bd44-2b55daecbb6e" providerId="ADAL" clId="{C58864B7-7ACB-41C1-96D7-FD6FACC325CB}" dt="2024-06-27T11:45:15.365" v="1941" actId="478"/>
            <ac:spMkLst>
              <pc:docMk/>
              <pc:sldMasterMk cId="2460954070" sldId="2147483660"/>
              <pc:sldLayoutMk cId="4135159618" sldId="2147483664"/>
              <ac:spMk id="15" creationId="{2CDE2A37-D698-C034-DE76-10220365BA4B}"/>
            </ac:spMkLst>
          </pc:spChg>
          <pc:spChg chg="add del mod">
            <ac:chgData name="Amy Peebles" userId="55df9692-3791-40ae-bd44-2b55daecbb6e" providerId="ADAL" clId="{C58864B7-7ACB-41C1-96D7-FD6FACC325CB}" dt="2024-06-27T11:48:03.085" v="1984" actId="478"/>
            <ac:spMkLst>
              <pc:docMk/>
              <pc:sldMasterMk cId="2460954070" sldId="2147483660"/>
              <pc:sldLayoutMk cId="4135159618" sldId="2147483664"/>
              <ac:spMk id="16" creationId="{6B03534A-0C1E-41B8-F69B-CC1DA0FBA035}"/>
            </ac:spMkLst>
          </pc:spChg>
          <pc:spChg chg="add del mod ord">
            <ac:chgData name="Amy Peebles" userId="55df9692-3791-40ae-bd44-2b55daecbb6e" providerId="ADAL" clId="{C58864B7-7ACB-41C1-96D7-FD6FACC325CB}" dt="2024-06-27T11:03:41.060" v="1797" actId="478"/>
            <ac:spMkLst>
              <pc:docMk/>
              <pc:sldMasterMk cId="2460954070" sldId="2147483660"/>
              <pc:sldLayoutMk cId="4135159618" sldId="2147483664"/>
              <ac:spMk id="16" creationId="{B4CA83AB-1027-545D-7A37-7E27D55DA368}"/>
            </ac:spMkLst>
          </pc:spChg>
          <pc:spChg chg="add del mod">
            <ac:chgData name="Amy Peebles" userId="55df9692-3791-40ae-bd44-2b55daecbb6e" providerId="ADAL" clId="{C58864B7-7ACB-41C1-96D7-FD6FACC325CB}" dt="2024-06-27T11:01:08.665" v="1753" actId="21"/>
            <ac:spMkLst>
              <pc:docMk/>
              <pc:sldMasterMk cId="2460954070" sldId="2147483660"/>
              <pc:sldLayoutMk cId="4135159618" sldId="2147483664"/>
              <ac:spMk id="22" creationId="{531F2921-9C3E-A996-F9A6-DF2ED1305B7D}"/>
            </ac:spMkLst>
          </pc:spChg>
          <pc:spChg chg="mod">
            <ac:chgData name="Amy Peebles" userId="55df9692-3791-40ae-bd44-2b55daecbb6e" providerId="ADAL" clId="{C58864B7-7ACB-41C1-96D7-FD6FACC325CB}" dt="2024-06-27T11:52:29.325" v="2064" actId="14100"/>
            <ac:spMkLst>
              <pc:docMk/>
              <pc:sldMasterMk cId="2460954070" sldId="2147483660"/>
              <pc:sldLayoutMk cId="4135159618" sldId="2147483664"/>
              <ac:spMk id="23" creationId="{F006E9C2-BD6A-4A4A-A4E9-DCC2852F4F63}"/>
            </ac:spMkLst>
          </pc:spChg>
          <pc:spChg chg="add del mod">
            <ac:chgData name="Amy Peebles" userId="55df9692-3791-40ae-bd44-2b55daecbb6e" providerId="ADAL" clId="{C58864B7-7ACB-41C1-96D7-FD6FACC325CB}" dt="2024-06-27T11:06:14.996" v="1850" actId="478"/>
            <ac:spMkLst>
              <pc:docMk/>
              <pc:sldMasterMk cId="2460954070" sldId="2147483660"/>
              <pc:sldLayoutMk cId="4135159618" sldId="2147483664"/>
              <ac:spMk id="24" creationId="{65F5695E-68A4-A11D-03A5-8F69C97F4F19}"/>
            </ac:spMkLst>
          </pc:spChg>
          <pc:spChg chg="add del mod ord">
            <ac:chgData name="Amy Peebles" userId="55df9692-3791-40ae-bd44-2b55daecbb6e" providerId="ADAL" clId="{C58864B7-7ACB-41C1-96D7-FD6FACC325CB}" dt="2024-06-27T11:42:46.804" v="1866" actId="478"/>
            <ac:spMkLst>
              <pc:docMk/>
              <pc:sldMasterMk cId="2460954070" sldId="2147483660"/>
              <pc:sldLayoutMk cId="4135159618" sldId="2147483664"/>
              <ac:spMk id="26" creationId="{65B09F58-C44F-FE76-9403-A6129DA903E3}"/>
            </ac:spMkLst>
          </pc:spChg>
          <pc:spChg chg="add mod">
            <ac:chgData name="Amy Peebles" userId="55df9692-3791-40ae-bd44-2b55daecbb6e" providerId="ADAL" clId="{C58864B7-7ACB-41C1-96D7-FD6FACC325CB}" dt="2024-06-27T11:49:49.410" v="1995" actId="14100"/>
            <ac:spMkLst>
              <pc:docMk/>
              <pc:sldMasterMk cId="2460954070" sldId="2147483660"/>
              <pc:sldLayoutMk cId="4135159618" sldId="2147483664"/>
              <ac:spMk id="27" creationId="{CF14B0AD-6DA6-145D-2D07-F11D5BCD7DE3}"/>
            </ac:spMkLst>
          </pc:spChg>
          <pc:spChg chg="del mod">
            <ac:chgData name="Amy Peebles" userId="55df9692-3791-40ae-bd44-2b55daecbb6e" providerId="ADAL" clId="{C58864B7-7ACB-41C1-96D7-FD6FACC325CB}" dt="2024-06-27T11:04:08.059" v="1803" actId="478"/>
            <ac:spMkLst>
              <pc:docMk/>
              <pc:sldMasterMk cId="2460954070" sldId="2147483660"/>
              <pc:sldLayoutMk cId="4135159618" sldId="2147483664"/>
              <ac:spMk id="31" creationId="{0D9D0AD5-7871-438B-BF3E-244105F96AAE}"/>
            </ac:spMkLst>
          </pc:spChg>
          <pc:picChg chg="add mod">
            <ac:chgData name="Amy Peebles" userId="55df9692-3791-40ae-bd44-2b55daecbb6e" providerId="ADAL" clId="{C58864B7-7ACB-41C1-96D7-FD6FACC325CB}" dt="2024-06-27T10:55:41.946" v="1676"/>
            <ac:picMkLst>
              <pc:docMk/>
              <pc:sldMasterMk cId="2460954070" sldId="2147483660"/>
              <pc:sldLayoutMk cId="4135159618" sldId="2147483664"/>
              <ac:picMk id="7" creationId="{EF10083E-FE3F-5671-6D6C-5DBE25ABF4FC}"/>
            </ac:picMkLst>
          </pc:picChg>
          <pc:picChg chg="add mod">
            <ac:chgData name="Amy Peebles" userId="55df9692-3791-40ae-bd44-2b55daecbb6e" providerId="ADAL" clId="{C58864B7-7ACB-41C1-96D7-FD6FACC325CB}" dt="2024-06-27T10:55:41.946" v="1676"/>
            <ac:picMkLst>
              <pc:docMk/>
              <pc:sldMasterMk cId="2460954070" sldId="2147483660"/>
              <pc:sldLayoutMk cId="4135159618" sldId="2147483664"/>
              <ac:picMk id="8" creationId="{F369106B-45B8-D8B0-C783-E6776F82010F}"/>
            </ac:picMkLst>
          </pc:picChg>
          <pc:picChg chg="add mod">
            <ac:chgData name="Amy Peebles" userId="55df9692-3791-40ae-bd44-2b55daecbb6e" providerId="ADAL" clId="{C58864B7-7ACB-41C1-96D7-FD6FACC325CB}" dt="2024-06-27T10:55:41.946" v="1676"/>
            <ac:picMkLst>
              <pc:docMk/>
              <pc:sldMasterMk cId="2460954070" sldId="2147483660"/>
              <pc:sldLayoutMk cId="4135159618" sldId="2147483664"/>
              <ac:picMk id="9" creationId="{AE6F5A45-3000-5968-C5D8-1AE5D2C32C8D}"/>
            </ac:picMkLst>
          </pc:picChg>
          <pc:picChg chg="add mod">
            <ac:chgData name="Amy Peebles" userId="55df9692-3791-40ae-bd44-2b55daecbb6e" providerId="ADAL" clId="{C58864B7-7ACB-41C1-96D7-FD6FACC325CB}" dt="2024-06-27T10:55:41.946" v="1676"/>
            <ac:picMkLst>
              <pc:docMk/>
              <pc:sldMasterMk cId="2460954070" sldId="2147483660"/>
              <pc:sldLayoutMk cId="4135159618" sldId="2147483664"/>
              <ac:picMk id="10" creationId="{30C285F6-426A-C1EB-E37E-05D3B416C5FB}"/>
            </ac:picMkLst>
          </pc:picChg>
          <pc:picChg chg="add del mod ord">
            <ac:chgData name="Amy Peebles" userId="55df9692-3791-40ae-bd44-2b55daecbb6e" providerId="ADAL" clId="{C58864B7-7ACB-41C1-96D7-FD6FACC325CB}" dt="2024-06-27T10:57:30.268" v="1696" actId="478"/>
            <ac:picMkLst>
              <pc:docMk/>
              <pc:sldMasterMk cId="2460954070" sldId="2147483660"/>
              <pc:sldLayoutMk cId="4135159618" sldId="2147483664"/>
              <ac:picMk id="15" creationId="{9723778E-A661-D37B-5743-08592629AFC6}"/>
            </ac:picMkLst>
          </pc:picChg>
          <pc:picChg chg="add del mod">
            <ac:chgData name="Amy Peebles" userId="55df9692-3791-40ae-bd44-2b55daecbb6e" providerId="ADAL" clId="{C58864B7-7ACB-41C1-96D7-FD6FACC325CB}" dt="2024-06-27T11:06:14.996" v="1850" actId="478"/>
            <ac:picMkLst>
              <pc:docMk/>
              <pc:sldMasterMk cId="2460954070" sldId="2147483660"/>
              <pc:sldLayoutMk cId="4135159618" sldId="2147483664"/>
              <ac:picMk id="25" creationId="{5E1DA702-C237-1147-EF20-83B6AB41E563}"/>
            </ac:picMkLst>
          </pc:picChg>
          <pc:cxnChg chg="mod">
            <ac:chgData name="Amy Peebles" userId="55df9692-3791-40ae-bd44-2b55daecbb6e" providerId="ADAL" clId="{C58864B7-7ACB-41C1-96D7-FD6FACC325CB}" dt="2024-06-27T11:52:31.790" v="2065" actId="14100"/>
            <ac:cxnSpMkLst>
              <pc:docMk/>
              <pc:sldMasterMk cId="2460954070" sldId="2147483660"/>
              <pc:sldLayoutMk cId="4135159618" sldId="2147483664"/>
              <ac:cxnSpMk id="21" creationId="{A6651F94-8E7A-495E-B009-8B5952B4E730}"/>
            </ac:cxnSpMkLst>
          </pc:cxnChg>
        </pc:sldLayoutChg>
      </pc:sldMasterChg>
    </pc:docChg>
  </pc:docChgLst>
  <pc:docChgLst>
    <pc:chgData name="Daniel Bridge" userId="6ef6ac61-3059-4bcc-a89c-19fcffa2e020" providerId="ADAL" clId="{4ECFF33F-BE44-41F1-98A6-1771D1C68729}"/>
    <pc:docChg chg="modSld">
      <pc:chgData name="Daniel Bridge" userId="6ef6ac61-3059-4bcc-a89c-19fcffa2e020" providerId="ADAL" clId="{4ECFF33F-BE44-41F1-98A6-1771D1C68729}" dt="2024-10-07T14:48:26.972" v="5" actId="20577"/>
      <pc:docMkLst>
        <pc:docMk/>
      </pc:docMkLst>
      <pc:sldChg chg="modSp mod">
        <pc:chgData name="Daniel Bridge" userId="6ef6ac61-3059-4bcc-a89c-19fcffa2e020" providerId="ADAL" clId="{4ECFF33F-BE44-41F1-98A6-1771D1C68729}" dt="2024-10-07T14:47:25.041" v="3" actId="20577"/>
        <pc:sldMkLst>
          <pc:docMk/>
          <pc:sldMk cId="414509345" sldId="304"/>
        </pc:sldMkLst>
        <pc:spChg chg="mod">
          <ac:chgData name="Daniel Bridge" userId="6ef6ac61-3059-4bcc-a89c-19fcffa2e020" providerId="ADAL" clId="{4ECFF33F-BE44-41F1-98A6-1771D1C68729}" dt="2024-10-07T14:47:25.041" v="3" actId="20577"/>
          <ac:spMkLst>
            <pc:docMk/>
            <pc:sldMk cId="414509345" sldId="304"/>
            <ac:spMk id="3" creationId="{748CAA7E-8592-2D10-B81A-07CFA42CE898}"/>
          </ac:spMkLst>
        </pc:spChg>
      </pc:sldChg>
      <pc:sldChg chg="modSp mod">
        <pc:chgData name="Daniel Bridge" userId="6ef6ac61-3059-4bcc-a89c-19fcffa2e020" providerId="ADAL" clId="{4ECFF33F-BE44-41F1-98A6-1771D1C68729}" dt="2024-10-07T14:48:26.972" v="5" actId="20577"/>
        <pc:sldMkLst>
          <pc:docMk/>
          <pc:sldMk cId="2349084048" sldId="305"/>
        </pc:sldMkLst>
        <pc:spChg chg="mod">
          <ac:chgData name="Daniel Bridge" userId="6ef6ac61-3059-4bcc-a89c-19fcffa2e020" providerId="ADAL" clId="{4ECFF33F-BE44-41F1-98A6-1771D1C68729}" dt="2024-10-07T14:48:26.972" v="5" actId="20577"/>
          <ac:spMkLst>
            <pc:docMk/>
            <pc:sldMk cId="2349084048" sldId="305"/>
            <ac:spMk id="3" creationId="{748CAA7E-8592-2D10-B81A-07CFA42CE898}"/>
          </ac:spMkLst>
        </pc:spChg>
      </pc:sldChg>
    </pc:docChg>
  </pc:docChgLst>
  <pc:docChgLst>
    <pc:chgData name="Amy Peebles" userId="55df9692-3791-40ae-bd44-2b55daecbb6e" providerId="ADAL" clId="{824268E1-C6DC-4AF4-BA70-E6F73FB3FB74}"/>
    <pc:docChg chg="modSld">
      <pc:chgData name="Amy Peebles" userId="55df9692-3791-40ae-bd44-2b55daecbb6e" providerId="ADAL" clId="{824268E1-C6DC-4AF4-BA70-E6F73FB3FB74}" dt="2022-11-15T15:54:25.934" v="3" actId="20577"/>
      <pc:docMkLst>
        <pc:docMk/>
      </pc:docMkLst>
      <pc:sldChg chg="modSp mod">
        <pc:chgData name="Amy Peebles" userId="55df9692-3791-40ae-bd44-2b55daecbb6e" providerId="ADAL" clId="{824268E1-C6DC-4AF4-BA70-E6F73FB3FB74}" dt="2022-11-15T15:54:25.934" v="3" actId="20577"/>
        <pc:sldMkLst>
          <pc:docMk/>
          <pc:sldMk cId="1525812660" sldId="256"/>
        </pc:sldMkLst>
        <pc:spChg chg="mod">
          <ac:chgData name="Amy Peebles" userId="55df9692-3791-40ae-bd44-2b55daecbb6e" providerId="ADAL" clId="{824268E1-C6DC-4AF4-BA70-E6F73FB3FB74}" dt="2022-11-15T15:54:25.934" v="3" actId="20577"/>
          <ac:spMkLst>
            <pc:docMk/>
            <pc:sldMk cId="1525812660" sldId="256"/>
            <ac:spMk id="8" creationId="{E8C238C8-0768-4B16-9C70-847DCEE79A24}"/>
          </ac:spMkLst>
        </pc:spChg>
      </pc:sldChg>
    </pc:docChg>
  </pc:docChgLst>
  <pc:docChgLst>
    <pc:chgData name="Amy Peebles" userId="55df9692-3791-40ae-bd44-2b55daecbb6e" providerId="ADAL" clId="{81BDDF7C-F804-45C3-BC1A-8C9B4A4A21DF}"/>
    <pc:docChg chg="modSld">
      <pc:chgData name="Amy Peebles" userId="55df9692-3791-40ae-bd44-2b55daecbb6e" providerId="ADAL" clId="{81BDDF7C-F804-45C3-BC1A-8C9B4A4A21DF}" dt="2023-11-03T09:36:38.920" v="0"/>
      <pc:docMkLst>
        <pc:docMk/>
      </pc:docMkLst>
      <pc:sldChg chg="modSp mod">
        <pc:chgData name="Amy Peebles" userId="55df9692-3791-40ae-bd44-2b55daecbb6e" providerId="ADAL" clId="{81BDDF7C-F804-45C3-BC1A-8C9B4A4A21DF}" dt="2023-11-03T09:36:38.920" v="0"/>
        <pc:sldMkLst>
          <pc:docMk/>
          <pc:sldMk cId="1525812660" sldId="256"/>
        </pc:sldMkLst>
        <pc:spChg chg="mod">
          <ac:chgData name="Amy Peebles" userId="55df9692-3791-40ae-bd44-2b55daecbb6e" providerId="ADAL" clId="{81BDDF7C-F804-45C3-BC1A-8C9B4A4A21DF}" dt="2023-11-03T09:36:38.920" v="0"/>
          <ac:spMkLst>
            <pc:docMk/>
            <pc:sldMk cId="1525812660" sldId="256"/>
            <ac:spMk id="10" creationId="{C5CAA717-AED2-1D78-045A-E629CA1B868B}"/>
          </ac:spMkLst>
        </pc:spChg>
      </pc:sldChg>
    </pc:docChg>
  </pc:docChgLst>
  <pc:docChgLst>
    <pc:chgData name="Rajan Verma" userId="S::rverma@reephamhigh.org.uk::aef9c1c0-c6f0-4b82-a8a5-69d5e63e1b87" providerId="AD" clId="Web-{3BF18A24-057D-49C1-8322-E4F3357B7ED4}"/>
    <pc:docChg chg="modSld">
      <pc:chgData name="Rajan Verma" userId="S::rverma@reephamhigh.org.uk::aef9c1c0-c6f0-4b82-a8a5-69d5e63e1b87" providerId="AD" clId="Web-{3BF18A24-057D-49C1-8322-E4F3357B7ED4}" dt="2022-12-08T10:25:18.683" v="70" actId="20577"/>
      <pc:docMkLst>
        <pc:docMk/>
      </pc:docMkLst>
      <pc:sldChg chg="addSp modSp">
        <pc:chgData name="Rajan Verma" userId="S::rverma@reephamhigh.org.uk::aef9c1c0-c6f0-4b82-a8a5-69d5e63e1b87" providerId="AD" clId="Web-{3BF18A24-057D-49C1-8322-E4F3357B7ED4}" dt="2022-12-08T10:22:32.351" v="21" actId="20577"/>
        <pc:sldMkLst>
          <pc:docMk/>
          <pc:sldMk cId="680552496" sldId="259"/>
        </pc:sldMkLst>
        <pc:spChg chg="add mod">
          <ac:chgData name="Rajan Verma" userId="S::rverma@reephamhigh.org.uk::aef9c1c0-c6f0-4b82-a8a5-69d5e63e1b87" providerId="AD" clId="Web-{3BF18A24-057D-49C1-8322-E4F3357B7ED4}" dt="2022-12-08T10:22:32.351" v="21" actId="20577"/>
          <ac:spMkLst>
            <pc:docMk/>
            <pc:sldMk cId="680552496" sldId="259"/>
            <ac:spMk id="2" creationId="{AF24E467-C29A-6EFC-968B-D9CFAAB9834E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0:29.755" v="14" actId="20577"/>
        <pc:sldMkLst>
          <pc:docMk/>
          <pc:sldMk cId="4236111006" sldId="261"/>
        </pc:sldMkLst>
        <pc:spChg chg="mod">
          <ac:chgData name="Rajan Verma" userId="S::rverma@reephamhigh.org.uk::aef9c1c0-c6f0-4b82-a8a5-69d5e63e1b87" providerId="AD" clId="Web-{3BF18A24-057D-49C1-8322-E4F3357B7ED4}" dt="2022-12-08T10:20:29.755" v="14" actId="20577"/>
          <ac:spMkLst>
            <pc:docMk/>
            <pc:sldMk cId="4236111006" sldId="261"/>
            <ac:spMk id="8" creationId="{E8C238C8-0768-4B16-9C70-847DCEE79A24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5:06.386" v="67" actId="20577"/>
        <pc:sldMkLst>
          <pc:docMk/>
          <pc:sldMk cId="3507801396" sldId="262"/>
        </pc:sldMkLst>
        <pc:spChg chg="mod">
          <ac:chgData name="Rajan Verma" userId="S::rverma@reephamhigh.org.uk::aef9c1c0-c6f0-4b82-a8a5-69d5e63e1b87" providerId="AD" clId="Web-{3BF18A24-057D-49C1-8322-E4F3357B7ED4}" dt="2022-12-08T10:25:06.386" v="67" actId="20577"/>
          <ac:spMkLst>
            <pc:docMk/>
            <pc:sldMk cId="3507801396" sldId="262"/>
            <ac:spMk id="8" creationId="{E8C238C8-0768-4B16-9C70-847DCEE79A24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4:55.651" v="66" actId="20577"/>
        <pc:sldMkLst>
          <pc:docMk/>
          <pc:sldMk cId="2957017793" sldId="264"/>
        </pc:sldMkLst>
        <pc:spChg chg="mod">
          <ac:chgData name="Rajan Verma" userId="S::rverma@reephamhigh.org.uk::aef9c1c0-c6f0-4b82-a8a5-69d5e63e1b87" providerId="AD" clId="Web-{3BF18A24-057D-49C1-8322-E4F3357B7ED4}" dt="2022-12-08T10:24:55.651" v="66" actId="20577"/>
          <ac:spMkLst>
            <pc:docMk/>
            <pc:sldMk cId="2957017793" sldId="264"/>
            <ac:spMk id="10" creationId="{5B0B0C20-B733-426C-8121-CC4D8297C435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4:49.416" v="65" actId="20577"/>
        <pc:sldMkLst>
          <pc:docMk/>
          <pc:sldMk cId="834327076" sldId="265"/>
        </pc:sldMkLst>
        <pc:spChg chg="mod">
          <ac:chgData name="Rajan Verma" userId="S::rverma@reephamhigh.org.uk::aef9c1c0-c6f0-4b82-a8a5-69d5e63e1b87" providerId="AD" clId="Web-{3BF18A24-057D-49C1-8322-E4F3357B7ED4}" dt="2022-12-08T10:24:49.416" v="65" actId="20577"/>
          <ac:spMkLst>
            <pc:docMk/>
            <pc:sldMk cId="834327076" sldId="265"/>
            <ac:spMk id="10" creationId="{5B0B0C20-B733-426C-8121-CC4D8297C435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4:45.307" v="64" actId="20577"/>
        <pc:sldMkLst>
          <pc:docMk/>
          <pc:sldMk cId="1997715661" sldId="266"/>
        </pc:sldMkLst>
        <pc:spChg chg="mod">
          <ac:chgData name="Rajan Verma" userId="S::rverma@reephamhigh.org.uk::aef9c1c0-c6f0-4b82-a8a5-69d5e63e1b87" providerId="AD" clId="Web-{3BF18A24-057D-49C1-8322-E4F3357B7ED4}" dt="2022-12-08T10:24:45.307" v="64" actId="20577"/>
          <ac:spMkLst>
            <pc:docMk/>
            <pc:sldMk cId="1997715661" sldId="266"/>
            <ac:spMk id="10" creationId="{5B0B0C20-B733-426C-8121-CC4D8297C435}"/>
          </ac:spMkLst>
        </pc:spChg>
      </pc:sldChg>
      <pc:sldChg chg="modSp">
        <pc:chgData name="Rajan Verma" userId="S::rverma@reephamhigh.org.uk::aef9c1c0-c6f0-4b82-a8a5-69d5e63e1b87" providerId="AD" clId="Web-{3BF18A24-057D-49C1-8322-E4F3357B7ED4}" dt="2022-12-08T10:25:18.683" v="70" actId="20577"/>
        <pc:sldMkLst>
          <pc:docMk/>
          <pc:sldMk cId="92174042" sldId="267"/>
        </pc:sldMkLst>
        <pc:spChg chg="mod">
          <ac:chgData name="Rajan Verma" userId="S::rverma@reephamhigh.org.uk::aef9c1c0-c6f0-4b82-a8a5-69d5e63e1b87" providerId="AD" clId="Web-{3BF18A24-057D-49C1-8322-E4F3357B7ED4}" dt="2022-12-08T10:25:18.683" v="70" actId="20577"/>
          <ac:spMkLst>
            <pc:docMk/>
            <pc:sldMk cId="92174042" sldId="267"/>
            <ac:spMk id="10" creationId="{5B0B0C20-B733-426C-8121-CC4D8297C435}"/>
          </ac:spMkLst>
        </pc:spChg>
      </pc:sldChg>
    </pc:docChg>
  </pc:docChgLst>
  <pc:docChgLst>
    <pc:chgData name="Rebecca Loveday" userId="S::rloveday@reephamhigh.org.uk::25078eec-4bf6-4221-9f95-79c6465a89d5" providerId="AD" clId="Web-{D539FEFE-0E14-489E-BEEA-515FC5C6465D}"/>
    <pc:docChg chg="modSld">
      <pc:chgData name="Rebecca Loveday" userId="S::rloveday@reephamhigh.org.uk::25078eec-4bf6-4221-9f95-79c6465a89d5" providerId="AD" clId="Web-{D539FEFE-0E14-489E-BEEA-515FC5C6465D}" dt="2023-09-11T13:11:07.270" v="0" actId="20577"/>
      <pc:docMkLst>
        <pc:docMk/>
      </pc:docMkLst>
      <pc:sldChg chg="modSp">
        <pc:chgData name="Rebecca Loveday" userId="S::rloveday@reephamhigh.org.uk::25078eec-4bf6-4221-9f95-79c6465a89d5" providerId="AD" clId="Web-{D539FEFE-0E14-489E-BEEA-515FC5C6465D}" dt="2023-09-11T13:11:07.270" v="0" actId="20577"/>
        <pc:sldMkLst>
          <pc:docMk/>
          <pc:sldMk cId="834327076" sldId="265"/>
        </pc:sldMkLst>
        <pc:spChg chg="mod">
          <ac:chgData name="Rebecca Loveday" userId="S::rloveday@reephamhigh.org.uk::25078eec-4bf6-4221-9f95-79c6465a89d5" providerId="AD" clId="Web-{D539FEFE-0E14-489E-BEEA-515FC5C6465D}" dt="2023-09-11T13:11:07.270" v="0" actId="20577"/>
          <ac:spMkLst>
            <pc:docMk/>
            <pc:sldMk cId="834327076" sldId="265"/>
            <ac:spMk id="10" creationId="{5B0B0C20-B733-426C-8121-CC4D8297C435}"/>
          </ac:spMkLst>
        </pc:spChg>
      </pc:sldChg>
    </pc:docChg>
  </pc:docChgLst>
  <pc:docChgLst>
    <pc:chgData name="Amy Peebles" userId="55df9692-3791-40ae-bd44-2b55daecbb6e" providerId="ADAL" clId="{BA6F7850-F3AE-4243-8DE3-EC2B294322E5}"/>
    <pc:docChg chg="undo custSel modSld">
      <pc:chgData name="Amy Peebles" userId="55df9692-3791-40ae-bd44-2b55daecbb6e" providerId="ADAL" clId="{BA6F7850-F3AE-4243-8DE3-EC2B294322E5}" dt="2023-09-14T08:37:22.302" v="117" actId="14100"/>
      <pc:docMkLst>
        <pc:docMk/>
      </pc:docMkLst>
      <pc:sldChg chg="addSp delSp modSp mod">
        <pc:chgData name="Amy Peebles" userId="55df9692-3791-40ae-bd44-2b55daecbb6e" providerId="ADAL" clId="{BA6F7850-F3AE-4243-8DE3-EC2B294322E5}" dt="2023-09-14T08:36:29.159" v="85" actId="20577"/>
        <pc:sldMkLst>
          <pc:docMk/>
          <pc:sldMk cId="1525812660" sldId="256"/>
        </pc:sldMkLst>
        <pc:spChg chg="mod">
          <ac:chgData name="Amy Peebles" userId="55df9692-3791-40ae-bd44-2b55daecbb6e" providerId="ADAL" clId="{BA6F7850-F3AE-4243-8DE3-EC2B294322E5}" dt="2023-09-14T08:34:01.218" v="1" actId="20577"/>
          <ac:spMkLst>
            <pc:docMk/>
            <pc:sldMk cId="1525812660" sldId="256"/>
            <ac:spMk id="7" creationId="{A0DBA413-FD07-4FC7-8F41-7770927D4CEE}"/>
          </ac:spMkLst>
        </pc:spChg>
        <pc:spChg chg="del">
          <ac:chgData name="Amy Peebles" userId="55df9692-3791-40ae-bd44-2b55daecbb6e" providerId="ADAL" clId="{BA6F7850-F3AE-4243-8DE3-EC2B294322E5}" dt="2023-09-14T08:36:09.762" v="35" actId="478"/>
          <ac:spMkLst>
            <pc:docMk/>
            <pc:sldMk cId="1525812660" sldId="256"/>
            <ac:spMk id="8" creationId="{E8C238C8-0768-4B16-9C70-847DCEE79A24}"/>
          </ac:spMkLst>
        </pc:spChg>
        <pc:spChg chg="add del mod">
          <ac:chgData name="Amy Peebles" userId="55df9692-3791-40ae-bd44-2b55daecbb6e" providerId="ADAL" clId="{BA6F7850-F3AE-4243-8DE3-EC2B294322E5}" dt="2023-09-14T08:36:10.803" v="36" actId="478"/>
          <ac:spMkLst>
            <pc:docMk/>
            <pc:sldMk cId="1525812660" sldId="256"/>
            <ac:spMk id="9" creationId="{5C34434D-0B1B-F004-0EAE-A98CB8C9FEA5}"/>
          </ac:spMkLst>
        </pc:spChg>
        <pc:spChg chg="add mod">
          <ac:chgData name="Amy Peebles" userId="55df9692-3791-40ae-bd44-2b55daecbb6e" providerId="ADAL" clId="{BA6F7850-F3AE-4243-8DE3-EC2B294322E5}" dt="2023-09-14T08:36:29.159" v="85" actId="20577"/>
          <ac:spMkLst>
            <pc:docMk/>
            <pc:sldMk cId="1525812660" sldId="256"/>
            <ac:spMk id="10" creationId="{C5CAA717-AED2-1D78-045A-E629CA1B868B}"/>
          </ac:spMkLst>
        </pc:spChg>
        <pc:spChg chg="add mod">
          <ac:chgData name="Amy Peebles" userId="55df9692-3791-40ae-bd44-2b55daecbb6e" providerId="ADAL" clId="{BA6F7850-F3AE-4243-8DE3-EC2B294322E5}" dt="2023-09-14T08:36:11.488" v="37"/>
          <ac:spMkLst>
            <pc:docMk/>
            <pc:sldMk cId="1525812660" sldId="256"/>
            <ac:spMk id="12" creationId="{DE5BECE1-D500-077A-4D21-9946291867A6}"/>
          </ac:spMkLst>
        </pc:spChg>
        <pc:picChg chg="add mod">
          <ac:chgData name="Amy Peebles" userId="55df9692-3791-40ae-bd44-2b55daecbb6e" providerId="ADAL" clId="{BA6F7850-F3AE-4243-8DE3-EC2B294322E5}" dt="2023-09-14T08:36:11.488" v="37"/>
          <ac:picMkLst>
            <pc:docMk/>
            <pc:sldMk cId="1525812660" sldId="256"/>
            <ac:picMk id="11" creationId="{5E709E86-20EE-896D-0EC1-57B97B492DD4}"/>
          </ac:picMkLst>
        </pc:picChg>
        <pc:picChg chg="add mod">
          <ac:chgData name="Amy Peebles" userId="55df9692-3791-40ae-bd44-2b55daecbb6e" providerId="ADAL" clId="{BA6F7850-F3AE-4243-8DE3-EC2B294322E5}" dt="2023-09-14T08:36:11.488" v="37"/>
          <ac:picMkLst>
            <pc:docMk/>
            <pc:sldMk cId="1525812660" sldId="256"/>
            <ac:picMk id="13" creationId="{FE8E1173-FD75-1A26-D86A-A0A236A14291}"/>
          </ac:picMkLst>
        </pc:picChg>
      </pc:sldChg>
      <pc:sldChg chg="modSp mod">
        <pc:chgData name="Amy Peebles" userId="55df9692-3791-40ae-bd44-2b55daecbb6e" providerId="ADAL" clId="{BA6F7850-F3AE-4243-8DE3-EC2B294322E5}" dt="2023-09-14T08:34:29.459" v="12" actId="20577"/>
        <pc:sldMkLst>
          <pc:docMk/>
          <pc:sldMk cId="3001956803" sldId="258"/>
        </pc:sldMkLst>
        <pc:spChg chg="mod">
          <ac:chgData name="Amy Peebles" userId="55df9692-3791-40ae-bd44-2b55daecbb6e" providerId="ADAL" clId="{BA6F7850-F3AE-4243-8DE3-EC2B294322E5}" dt="2023-09-14T08:34:29.459" v="12" actId="20577"/>
          <ac:spMkLst>
            <pc:docMk/>
            <pc:sldMk cId="3001956803" sldId="258"/>
            <ac:spMk id="7" creationId="{A0DBA413-FD07-4FC7-8F41-7770927D4CEE}"/>
          </ac:spMkLst>
        </pc:spChg>
        <pc:picChg chg="mod">
          <ac:chgData name="Amy Peebles" userId="55df9692-3791-40ae-bd44-2b55daecbb6e" providerId="ADAL" clId="{BA6F7850-F3AE-4243-8DE3-EC2B294322E5}" dt="2023-09-14T08:34:25.773" v="8" actId="167"/>
          <ac:picMkLst>
            <pc:docMk/>
            <pc:sldMk cId="3001956803" sldId="258"/>
            <ac:picMk id="1026" creationId="{604025D5-D533-43E4-A10E-3E95100F4C85}"/>
          </ac:picMkLst>
        </pc:picChg>
      </pc:sldChg>
      <pc:sldChg chg="modSp mod">
        <pc:chgData name="Amy Peebles" userId="55df9692-3791-40ae-bd44-2b55daecbb6e" providerId="ADAL" clId="{BA6F7850-F3AE-4243-8DE3-EC2B294322E5}" dt="2023-09-14T08:34:32.633" v="14" actId="20577"/>
        <pc:sldMkLst>
          <pc:docMk/>
          <pc:sldMk cId="680552496" sldId="259"/>
        </pc:sldMkLst>
        <pc:spChg chg="mod">
          <ac:chgData name="Amy Peebles" userId="55df9692-3791-40ae-bd44-2b55daecbb6e" providerId="ADAL" clId="{BA6F7850-F3AE-4243-8DE3-EC2B294322E5}" dt="2023-09-14T08:34:32.633" v="14" actId="20577"/>
          <ac:spMkLst>
            <pc:docMk/>
            <pc:sldMk cId="680552496" sldId="259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37.215" v="16" actId="20577"/>
        <pc:sldMkLst>
          <pc:docMk/>
          <pc:sldMk cId="584674306" sldId="260"/>
        </pc:sldMkLst>
        <pc:spChg chg="mod">
          <ac:chgData name="Amy Peebles" userId="55df9692-3791-40ae-bd44-2b55daecbb6e" providerId="ADAL" clId="{BA6F7850-F3AE-4243-8DE3-EC2B294322E5}" dt="2023-09-14T08:34:37.215" v="16" actId="20577"/>
          <ac:spMkLst>
            <pc:docMk/>
            <pc:sldMk cId="584674306" sldId="260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07.972" v="5" actId="20577"/>
        <pc:sldMkLst>
          <pc:docMk/>
          <pc:sldMk cId="4236111006" sldId="261"/>
        </pc:sldMkLst>
        <pc:spChg chg="mod">
          <ac:chgData name="Amy Peebles" userId="55df9692-3791-40ae-bd44-2b55daecbb6e" providerId="ADAL" clId="{BA6F7850-F3AE-4243-8DE3-EC2B294322E5}" dt="2023-09-14T08:34:07.972" v="5" actId="20577"/>
          <ac:spMkLst>
            <pc:docMk/>
            <pc:sldMk cId="4236111006" sldId="261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40.952" v="18" actId="20577"/>
        <pc:sldMkLst>
          <pc:docMk/>
          <pc:sldMk cId="3507801396" sldId="262"/>
        </pc:sldMkLst>
        <pc:spChg chg="mod">
          <ac:chgData name="Amy Peebles" userId="55df9692-3791-40ae-bd44-2b55daecbb6e" providerId="ADAL" clId="{BA6F7850-F3AE-4243-8DE3-EC2B294322E5}" dt="2023-09-14T08:34:40.952" v="18" actId="20577"/>
          <ac:spMkLst>
            <pc:docMk/>
            <pc:sldMk cId="3507801396" sldId="262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45.864" v="20" actId="20577"/>
        <pc:sldMkLst>
          <pc:docMk/>
          <pc:sldMk cId="565007703" sldId="263"/>
        </pc:sldMkLst>
        <pc:spChg chg="mod">
          <ac:chgData name="Amy Peebles" userId="55df9692-3791-40ae-bd44-2b55daecbb6e" providerId="ADAL" clId="{BA6F7850-F3AE-4243-8DE3-EC2B294322E5}" dt="2023-09-14T08:34:45.864" v="20" actId="20577"/>
          <ac:spMkLst>
            <pc:docMk/>
            <pc:sldMk cId="565007703" sldId="263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49.518" v="22" actId="20577"/>
        <pc:sldMkLst>
          <pc:docMk/>
          <pc:sldMk cId="2957017793" sldId="264"/>
        </pc:sldMkLst>
        <pc:spChg chg="mod">
          <ac:chgData name="Amy Peebles" userId="55df9692-3791-40ae-bd44-2b55daecbb6e" providerId="ADAL" clId="{BA6F7850-F3AE-4243-8DE3-EC2B294322E5}" dt="2023-09-14T08:34:49.518" v="22" actId="20577"/>
          <ac:spMkLst>
            <pc:docMk/>
            <pc:sldMk cId="2957017793" sldId="264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54.753" v="24" actId="20577"/>
        <pc:sldMkLst>
          <pc:docMk/>
          <pc:sldMk cId="834327076" sldId="265"/>
        </pc:sldMkLst>
        <pc:spChg chg="mod">
          <ac:chgData name="Amy Peebles" userId="55df9692-3791-40ae-bd44-2b55daecbb6e" providerId="ADAL" clId="{BA6F7850-F3AE-4243-8DE3-EC2B294322E5}" dt="2023-09-14T08:34:54.753" v="24" actId="20577"/>
          <ac:spMkLst>
            <pc:docMk/>
            <pc:sldMk cId="834327076" sldId="265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4:58.080" v="26" actId="20577"/>
        <pc:sldMkLst>
          <pc:docMk/>
          <pc:sldMk cId="1997715661" sldId="266"/>
        </pc:sldMkLst>
        <pc:spChg chg="mod">
          <ac:chgData name="Amy Peebles" userId="55df9692-3791-40ae-bd44-2b55daecbb6e" providerId="ADAL" clId="{BA6F7850-F3AE-4243-8DE3-EC2B294322E5}" dt="2023-09-14T08:34:58.080" v="26" actId="20577"/>
          <ac:spMkLst>
            <pc:docMk/>
            <pc:sldMk cId="1997715661" sldId="266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BA6F7850-F3AE-4243-8DE3-EC2B294322E5}" dt="2023-09-14T08:37:03.248" v="107" actId="20577"/>
        <pc:sldMkLst>
          <pc:docMk/>
          <pc:sldMk cId="92174042" sldId="267"/>
        </pc:sldMkLst>
        <pc:spChg chg="mod">
          <ac:chgData name="Amy Peebles" userId="55df9692-3791-40ae-bd44-2b55daecbb6e" providerId="ADAL" clId="{BA6F7850-F3AE-4243-8DE3-EC2B294322E5}" dt="2023-09-14T08:35:04.241" v="30" actId="20577"/>
          <ac:spMkLst>
            <pc:docMk/>
            <pc:sldMk cId="92174042" sldId="267"/>
            <ac:spMk id="7" creationId="{A0DBA413-FD07-4FC7-8F41-7770927D4CEE}"/>
          </ac:spMkLst>
        </pc:spChg>
        <pc:spChg chg="mod">
          <ac:chgData name="Amy Peebles" userId="55df9692-3791-40ae-bd44-2b55daecbb6e" providerId="ADAL" clId="{BA6F7850-F3AE-4243-8DE3-EC2B294322E5}" dt="2023-09-14T08:37:03.248" v="107" actId="20577"/>
          <ac:spMkLst>
            <pc:docMk/>
            <pc:sldMk cId="92174042" sldId="267"/>
            <ac:spMk id="10" creationId="{5B0B0C20-B733-426C-8121-CC4D8297C435}"/>
          </ac:spMkLst>
        </pc:spChg>
      </pc:sldChg>
      <pc:sldChg chg="modSp mod">
        <pc:chgData name="Amy Peebles" userId="55df9692-3791-40ae-bd44-2b55daecbb6e" providerId="ADAL" clId="{BA6F7850-F3AE-4243-8DE3-EC2B294322E5}" dt="2023-09-14T08:34:04.755" v="3" actId="20577"/>
        <pc:sldMkLst>
          <pc:docMk/>
          <pc:sldMk cId="1773783856" sldId="268"/>
        </pc:sldMkLst>
        <pc:spChg chg="mod">
          <ac:chgData name="Amy Peebles" userId="55df9692-3791-40ae-bd44-2b55daecbb6e" providerId="ADAL" clId="{BA6F7850-F3AE-4243-8DE3-EC2B294322E5}" dt="2023-09-14T08:34:04.755" v="3" actId="20577"/>
          <ac:spMkLst>
            <pc:docMk/>
            <pc:sldMk cId="1773783856" sldId="268"/>
            <ac:spMk id="7" creationId="{A0DBA413-FD07-4FC7-8F41-7770927D4CEE}"/>
          </ac:spMkLst>
        </pc:spChg>
      </pc:sldChg>
      <pc:sldChg chg="addSp delSp modSp mod">
        <pc:chgData name="Amy Peebles" userId="55df9692-3791-40ae-bd44-2b55daecbb6e" providerId="ADAL" clId="{BA6F7850-F3AE-4243-8DE3-EC2B294322E5}" dt="2023-09-14T08:37:22.302" v="117" actId="14100"/>
        <pc:sldMkLst>
          <pc:docMk/>
          <pc:sldMk cId="25634001" sldId="269"/>
        </pc:sldMkLst>
        <pc:spChg chg="mod">
          <ac:chgData name="Amy Peebles" userId="55df9692-3791-40ae-bd44-2b55daecbb6e" providerId="ADAL" clId="{BA6F7850-F3AE-4243-8DE3-EC2B294322E5}" dt="2023-09-14T08:35:08.048" v="32" actId="20577"/>
          <ac:spMkLst>
            <pc:docMk/>
            <pc:sldMk cId="25634001" sldId="269"/>
            <ac:spMk id="7" creationId="{A0DBA413-FD07-4FC7-8F41-7770927D4CEE}"/>
          </ac:spMkLst>
        </pc:spChg>
        <pc:spChg chg="mod">
          <ac:chgData name="Amy Peebles" userId="55df9692-3791-40ae-bd44-2b55daecbb6e" providerId="ADAL" clId="{BA6F7850-F3AE-4243-8DE3-EC2B294322E5}" dt="2023-09-14T08:37:16.308" v="115" actId="6549"/>
          <ac:spMkLst>
            <pc:docMk/>
            <pc:sldMk cId="25634001" sldId="269"/>
            <ac:spMk id="10" creationId="{5B0B0C20-B733-426C-8121-CC4D8297C435}"/>
          </ac:spMkLst>
        </pc:spChg>
        <pc:picChg chg="add del mod">
          <ac:chgData name="Amy Peebles" userId="55df9692-3791-40ae-bd44-2b55daecbb6e" providerId="ADAL" clId="{BA6F7850-F3AE-4243-8DE3-EC2B294322E5}" dt="2023-09-14T08:37:22.302" v="117" actId="14100"/>
          <ac:picMkLst>
            <pc:docMk/>
            <pc:sldMk cId="25634001" sldId="269"/>
            <ac:picMk id="2" creationId="{38BC4656-125A-155F-3D5C-A5AB1A6039A3}"/>
          </ac:picMkLst>
        </pc:picChg>
      </pc:sldChg>
    </pc:docChg>
  </pc:docChgLst>
  <pc:docChgLst>
    <pc:chgData name="Amy Peebles" userId="55df9692-3791-40ae-bd44-2b55daecbb6e" providerId="ADAL" clId="{D3360050-18F9-432F-A587-6618443B4E4C}"/>
    <pc:docChg chg="undo custSel addSld delSld modSld modMainMaster">
      <pc:chgData name="Amy Peebles" userId="55df9692-3791-40ae-bd44-2b55daecbb6e" providerId="ADAL" clId="{D3360050-18F9-432F-A587-6618443B4E4C}" dt="2024-08-20T20:49:36.877" v="542" actId="20577"/>
      <pc:docMkLst>
        <pc:docMk/>
      </pc:docMkLst>
      <pc:sldChg chg="del">
        <pc:chgData name="Amy Peebles" userId="55df9692-3791-40ae-bd44-2b55daecbb6e" providerId="ADAL" clId="{D3360050-18F9-432F-A587-6618443B4E4C}" dt="2024-08-20T20:43:05.118" v="511" actId="47"/>
        <pc:sldMkLst>
          <pc:docMk/>
          <pc:sldMk cId="3001956803" sldId="258"/>
        </pc:sldMkLst>
      </pc:sldChg>
      <pc:sldChg chg="del">
        <pc:chgData name="Amy Peebles" userId="55df9692-3791-40ae-bd44-2b55daecbb6e" providerId="ADAL" clId="{D3360050-18F9-432F-A587-6618443B4E4C}" dt="2024-08-20T20:43:05.566" v="512" actId="47"/>
        <pc:sldMkLst>
          <pc:docMk/>
          <pc:sldMk cId="680552496" sldId="259"/>
        </pc:sldMkLst>
      </pc:sldChg>
      <pc:sldChg chg="del">
        <pc:chgData name="Amy Peebles" userId="55df9692-3791-40ae-bd44-2b55daecbb6e" providerId="ADAL" clId="{D3360050-18F9-432F-A587-6618443B4E4C}" dt="2024-08-20T20:43:06.081" v="513" actId="47"/>
        <pc:sldMkLst>
          <pc:docMk/>
          <pc:sldMk cId="584674306" sldId="260"/>
        </pc:sldMkLst>
      </pc:sldChg>
      <pc:sldChg chg="del">
        <pc:chgData name="Amy Peebles" userId="55df9692-3791-40ae-bd44-2b55daecbb6e" providerId="ADAL" clId="{D3360050-18F9-432F-A587-6618443B4E4C}" dt="2024-08-20T20:48:52.947" v="533" actId="47"/>
        <pc:sldMkLst>
          <pc:docMk/>
          <pc:sldMk cId="4236111006" sldId="261"/>
        </pc:sldMkLst>
      </pc:sldChg>
      <pc:sldChg chg="del">
        <pc:chgData name="Amy Peebles" userId="55df9692-3791-40ae-bd44-2b55daecbb6e" providerId="ADAL" clId="{D3360050-18F9-432F-A587-6618443B4E4C}" dt="2024-08-20T20:43:06.690" v="514" actId="47"/>
        <pc:sldMkLst>
          <pc:docMk/>
          <pc:sldMk cId="3507801396" sldId="262"/>
        </pc:sldMkLst>
      </pc:sldChg>
      <pc:sldChg chg="addSp delSp modSp mod">
        <pc:chgData name="Amy Peebles" userId="55df9692-3791-40ae-bd44-2b55daecbb6e" providerId="ADAL" clId="{D3360050-18F9-432F-A587-6618443B4E4C}" dt="2024-08-20T20:49:36.877" v="542" actId="20577"/>
        <pc:sldMkLst>
          <pc:docMk/>
          <pc:sldMk cId="25634001" sldId="269"/>
        </pc:sldMkLst>
        <pc:spChg chg="add mod">
          <ac:chgData name="Amy Peebles" userId="55df9692-3791-40ae-bd44-2b55daecbb6e" providerId="ADAL" clId="{D3360050-18F9-432F-A587-6618443B4E4C}" dt="2024-08-20T20:43:18.020" v="516"/>
          <ac:spMkLst>
            <pc:docMk/>
            <pc:sldMk cId="25634001" sldId="269"/>
            <ac:spMk id="5" creationId="{A9DB1072-3F68-53F1-BA3A-85B4B25528C2}"/>
          </ac:spMkLst>
        </pc:spChg>
        <pc:spChg chg="add mod">
          <ac:chgData name="Amy Peebles" userId="55df9692-3791-40ae-bd44-2b55daecbb6e" providerId="ADAL" clId="{D3360050-18F9-432F-A587-6618443B4E4C}" dt="2024-08-20T20:43:18.020" v="516"/>
          <ac:spMkLst>
            <pc:docMk/>
            <pc:sldMk cId="25634001" sldId="269"/>
            <ac:spMk id="6" creationId="{2A503F2F-0452-0D2F-F44A-90A1FCCA8F53}"/>
          </ac:spMkLst>
        </pc:spChg>
        <pc:spChg chg="mod">
          <ac:chgData name="Amy Peebles" userId="55df9692-3791-40ae-bd44-2b55daecbb6e" providerId="ADAL" clId="{D3360050-18F9-432F-A587-6618443B4E4C}" dt="2024-08-20T20:49:36.877" v="542" actId="20577"/>
          <ac:spMkLst>
            <pc:docMk/>
            <pc:sldMk cId="25634001" sldId="269"/>
            <ac:spMk id="7" creationId="{A0DBA413-FD07-4FC7-8F41-7770927D4CEE}"/>
          </ac:spMkLst>
        </pc:spChg>
        <pc:spChg chg="add mod">
          <ac:chgData name="Amy Peebles" userId="55df9692-3791-40ae-bd44-2b55daecbb6e" providerId="ADAL" clId="{D3360050-18F9-432F-A587-6618443B4E4C}" dt="2024-08-20T20:43:18.020" v="516"/>
          <ac:spMkLst>
            <pc:docMk/>
            <pc:sldMk cId="25634001" sldId="269"/>
            <ac:spMk id="8" creationId="{3CC40BC8-067A-19FF-D699-DAE34829C2E5}"/>
          </ac:spMkLst>
        </pc:spChg>
        <pc:spChg chg="add mod">
          <ac:chgData name="Amy Peebles" userId="55df9692-3791-40ae-bd44-2b55daecbb6e" providerId="ADAL" clId="{D3360050-18F9-432F-A587-6618443B4E4C}" dt="2024-08-20T20:43:18.020" v="516"/>
          <ac:spMkLst>
            <pc:docMk/>
            <pc:sldMk cId="25634001" sldId="269"/>
            <ac:spMk id="9" creationId="{1DC1382D-E0E8-EF8E-22AD-286280377242}"/>
          </ac:spMkLst>
        </pc:spChg>
        <pc:spChg chg="del">
          <ac:chgData name="Amy Peebles" userId="55df9692-3791-40ae-bd44-2b55daecbb6e" providerId="ADAL" clId="{D3360050-18F9-432F-A587-6618443B4E4C}" dt="2024-08-20T20:43:11.797" v="515" actId="478"/>
          <ac:spMkLst>
            <pc:docMk/>
            <pc:sldMk cId="25634001" sldId="269"/>
            <ac:spMk id="32" creationId="{835FB475-1D5C-B91A-2C51-063ED6E1F50B}"/>
          </ac:spMkLst>
        </pc:spChg>
        <pc:spChg chg="del">
          <ac:chgData name="Amy Peebles" userId="55df9692-3791-40ae-bd44-2b55daecbb6e" providerId="ADAL" clId="{D3360050-18F9-432F-A587-6618443B4E4C}" dt="2024-08-20T20:43:11.797" v="515" actId="478"/>
          <ac:spMkLst>
            <pc:docMk/>
            <pc:sldMk cId="25634001" sldId="269"/>
            <ac:spMk id="33" creationId="{98BAE848-174B-9EC5-F68B-6374D1E40A93}"/>
          </ac:spMkLst>
        </pc:spChg>
        <pc:spChg chg="del">
          <ac:chgData name="Amy Peebles" userId="55df9692-3791-40ae-bd44-2b55daecbb6e" providerId="ADAL" clId="{D3360050-18F9-432F-A587-6618443B4E4C}" dt="2024-08-20T20:43:11.797" v="515" actId="478"/>
          <ac:spMkLst>
            <pc:docMk/>
            <pc:sldMk cId="25634001" sldId="269"/>
            <ac:spMk id="34" creationId="{F4A74E09-AF80-7D5D-9930-E406D928E03C}"/>
          </ac:spMkLst>
        </pc:spChg>
        <pc:spChg chg="del">
          <ac:chgData name="Amy Peebles" userId="55df9692-3791-40ae-bd44-2b55daecbb6e" providerId="ADAL" clId="{D3360050-18F9-432F-A587-6618443B4E4C}" dt="2024-08-20T20:43:11.797" v="515" actId="478"/>
          <ac:spMkLst>
            <pc:docMk/>
            <pc:sldMk cId="25634001" sldId="269"/>
            <ac:spMk id="35" creationId="{53B9B05D-454D-28D7-3766-36C4ADDBFFD5}"/>
          </ac:spMkLst>
        </pc:spChg>
      </pc:sldChg>
      <pc:sldChg chg="addSp delSp modSp del mod">
        <pc:chgData name="Amy Peebles" userId="55df9692-3791-40ae-bd44-2b55daecbb6e" providerId="ADAL" clId="{D3360050-18F9-432F-A587-6618443B4E4C}" dt="2024-08-20T20:19:31.849" v="162" actId="47"/>
        <pc:sldMkLst>
          <pc:docMk/>
          <pc:sldMk cId="2543602289" sldId="271"/>
        </pc:sldMkLst>
        <pc:spChg chg="del">
          <ac:chgData name="Amy Peebles" userId="55df9692-3791-40ae-bd44-2b55daecbb6e" providerId="ADAL" clId="{D3360050-18F9-432F-A587-6618443B4E4C}" dt="2024-08-20T20:16:57.531" v="148" actId="478"/>
          <ac:spMkLst>
            <pc:docMk/>
            <pc:sldMk cId="2543602289" sldId="271"/>
            <ac:spMk id="2" creationId="{FAEC7B37-C275-C426-92F2-C58D89CE2F80}"/>
          </ac:spMkLst>
        </pc:spChg>
        <pc:spChg chg="del">
          <ac:chgData name="Amy Peebles" userId="55df9692-3791-40ae-bd44-2b55daecbb6e" providerId="ADAL" clId="{D3360050-18F9-432F-A587-6618443B4E4C}" dt="2024-08-20T20:16:57.531" v="148" actId="478"/>
          <ac:spMkLst>
            <pc:docMk/>
            <pc:sldMk cId="2543602289" sldId="271"/>
            <ac:spMk id="3" creationId="{1BCC81D4-417E-A085-7AC7-582C9A3EF1A9}"/>
          </ac:spMkLst>
        </pc:spChg>
        <pc:spChg chg="del">
          <ac:chgData name="Amy Peebles" userId="55df9692-3791-40ae-bd44-2b55daecbb6e" providerId="ADAL" clId="{D3360050-18F9-432F-A587-6618443B4E4C}" dt="2024-08-20T20:16:57.531" v="148" actId="478"/>
          <ac:spMkLst>
            <pc:docMk/>
            <pc:sldMk cId="2543602289" sldId="271"/>
            <ac:spMk id="4" creationId="{6A8343AC-3FF3-063B-E815-6F415C75E661}"/>
          </ac:spMkLst>
        </pc:spChg>
        <pc:spChg chg="del">
          <ac:chgData name="Amy Peebles" userId="55df9692-3791-40ae-bd44-2b55daecbb6e" providerId="ADAL" clId="{D3360050-18F9-432F-A587-6618443B4E4C}" dt="2024-08-20T20:16:57.531" v="148" actId="478"/>
          <ac:spMkLst>
            <pc:docMk/>
            <pc:sldMk cId="2543602289" sldId="271"/>
            <ac:spMk id="5" creationId="{19A54B5B-5C57-97FA-C524-6DD33AB596B7}"/>
          </ac:spMkLst>
        </pc:spChg>
        <pc:spChg chg="add mod">
          <ac:chgData name="Amy Peebles" userId="55df9692-3791-40ae-bd44-2b55daecbb6e" providerId="ADAL" clId="{D3360050-18F9-432F-A587-6618443B4E4C}" dt="2024-08-20T20:16:58.642" v="149"/>
          <ac:spMkLst>
            <pc:docMk/>
            <pc:sldMk cId="2543602289" sldId="271"/>
            <ac:spMk id="8" creationId="{9E4CB326-033E-E46E-4872-73DE9FCD9B9F}"/>
          </ac:spMkLst>
        </pc:spChg>
        <pc:spChg chg="add mod">
          <ac:chgData name="Amy Peebles" userId="55df9692-3791-40ae-bd44-2b55daecbb6e" providerId="ADAL" clId="{D3360050-18F9-432F-A587-6618443B4E4C}" dt="2024-08-20T20:16:58.642" v="149"/>
          <ac:spMkLst>
            <pc:docMk/>
            <pc:sldMk cId="2543602289" sldId="271"/>
            <ac:spMk id="9" creationId="{3AB00F8A-92BD-B7AB-E01D-06B3B802F57B}"/>
          </ac:spMkLst>
        </pc:spChg>
        <pc:spChg chg="add mod">
          <ac:chgData name="Amy Peebles" userId="55df9692-3791-40ae-bd44-2b55daecbb6e" providerId="ADAL" clId="{D3360050-18F9-432F-A587-6618443B4E4C}" dt="2024-08-20T20:16:58.642" v="149"/>
          <ac:spMkLst>
            <pc:docMk/>
            <pc:sldMk cId="2543602289" sldId="271"/>
            <ac:spMk id="10" creationId="{8FDC702A-99A2-298A-DFEC-B6827858A3C2}"/>
          </ac:spMkLst>
        </pc:spChg>
        <pc:spChg chg="add mod">
          <ac:chgData name="Amy Peebles" userId="55df9692-3791-40ae-bd44-2b55daecbb6e" providerId="ADAL" clId="{D3360050-18F9-432F-A587-6618443B4E4C}" dt="2024-08-20T20:16:58.642" v="149"/>
          <ac:spMkLst>
            <pc:docMk/>
            <pc:sldMk cId="2543602289" sldId="271"/>
            <ac:spMk id="11" creationId="{59CA73F2-DA79-5A3E-A2BC-9B6349EC6A7D}"/>
          </ac:spMkLst>
        </pc:spChg>
      </pc:sldChg>
      <pc:sldChg chg="modSp mod">
        <pc:chgData name="Amy Peebles" userId="55df9692-3791-40ae-bd44-2b55daecbb6e" providerId="ADAL" clId="{D3360050-18F9-432F-A587-6618443B4E4C}" dt="2024-08-20T20:16:42.859" v="147" actId="20577"/>
        <pc:sldMkLst>
          <pc:docMk/>
          <pc:sldMk cId="4182502383" sldId="272"/>
        </pc:sldMkLst>
        <pc:spChg chg="mod">
          <ac:chgData name="Amy Peebles" userId="55df9692-3791-40ae-bd44-2b55daecbb6e" providerId="ADAL" clId="{D3360050-18F9-432F-A587-6618443B4E4C}" dt="2024-08-20T20:13:13.822" v="1" actId="20577"/>
          <ac:spMkLst>
            <pc:docMk/>
            <pc:sldMk cId="4182502383" sldId="272"/>
            <ac:spMk id="3" creationId="{555604B9-6B47-6A3C-7CF8-34598330D5C0}"/>
          </ac:spMkLst>
        </pc:spChg>
        <pc:spChg chg="mod">
          <ac:chgData name="Amy Peebles" userId="55df9692-3791-40ae-bd44-2b55daecbb6e" providerId="ADAL" clId="{D3360050-18F9-432F-A587-6618443B4E4C}" dt="2024-08-20T20:14:30.055" v="72" actId="20577"/>
          <ac:spMkLst>
            <pc:docMk/>
            <pc:sldMk cId="4182502383" sldId="272"/>
            <ac:spMk id="4" creationId="{B0C19722-7D0E-B45E-BE2A-54BEFFAA2418}"/>
          </ac:spMkLst>
        </pc:spChg>
        <pc:spChg chg="mod">
          <ac:chgData name="Amy Peebles" userId="55df9692-3791-40ae-bd44-2b55daecbb6e" providerId="ADAL" clId="{D3360050-18F9-432F-A587-6618443B4E4C}" dt="2024-08-20T20:14:54.733" v="88" actId="20577"/>
          <ac:spMkLst>
            <pc:docMk/>
            <pc:sldMk cId="4182502383" sldId="272"/>
            <ac:spMk id="5" creationId="{46173EFE-F197-79EF-F98F-F549546F79D3}"/>
          </ac:spMkLst>
        </pc:spChg>
        <pc:spChg chg="mod">
          <ac:chgData name="Amy Peebles" userId="55df9692-3791-40ae-bd44-2b55daecbb6e" providerId="ADAL" clId="{D3360050-18F9-432F-A587-6618443B4E4C}" dt="2024-08-20T20:15:19.823" v="90" actId="113"/>
          <ac:spMkLst>
            <pc:docMk/>
            <pc:sldMk cId="4182502383" sldId="272"/>
            <ac:spMk id="6" creationId="{51F6E732-2986-8EFD-09C2-1680318F809A}"/>
          </ac:spMkLst>
        </pc:spChg>
        <pc:spChg chg="mod">
          <ac:chgData name="Amy Peebles" userId="55df9692-3791-40ae-bd44-2b55daecbb6e" providerId="ADAL" clId="{D3360050-18F9-432F-A587-6618443B4E4C}" dt="2024-08-20T20:16:42.859" v="147" actId="20577"/>
          <ac:spMkLst>
            <pc:docMk/>
            <pc:sldMk cId="4182502383" sldId="272"/>
            <ac:spMk id="7" creationId="{10448708-F131-BE8B-A056-2C14ECF0CED3}"/>
          </ac:spMkLst>
        </pc:spChg>
      </pc:sldChg>
      <pc:sldChg chg="del">
        <pc:chgData name="Amy Peebles" userId="55df9692-3791-40ae-bd44-2b55daecbb6e" providerId="ADAL" clId="{D3360050-18F9-432F-A587-6618443B4E4C}" dt="2024-08-20T20:40:28.680" v="484" actId="47"/>
        <pc:sldMkLst>
          <pc:docMk/>
          <pc:sldMk cId="4011008521" sldId="276"/>
        </pc:sldMkLst>
      </pc:sldChg>
      <pc:sldChg chg="del">
        <pc:chgData name="Amy Peebles" userId="55df9692-3791-40ae-bd44-2b55daecbb6e" providerId="ADAL" clId="{D3360050-18F9-432F-A587-6618443B4E4C}" dt="2024-08-20T20:17:55.917" v="150" actId="47"/>
        <pc:sldMkLst>
          <pc:docMk/>
          <pc:sldMk cId="4143958825" sldId="277"/>
        </pc:sldMkLst>
      </pc:sldChg>
      <pc:sldChg chg="addSp delSp modSp mod delAnim modAnim">
        <pc:chgData name="Amy Peebles" userId="55df9692-3791-40ae-bd44-2b55daecbb6e" providerId="ADAL" clId="{D3360050-18F9-432F-A587-6618443B4E4C}" dt="2024-08-20T20:49:31.893" v="540" actId="20577"/>
        <pc:sldMkLst>
          <pc:docMk/>
          <pc:sldMk cId="1656288621" sldId="278"/>
        </pc:sldMkLst>
        <pc:spChg chg="add mod">
          <ac:chgData name="Amy Peebles" userId="55df9692-3791-40ae-bd44-2b55daecbb6e" providerId="ADAL" clId="{D3360050-18F9-432F-A587-6618443B4E4C}" dt="2024-08-20T20:41:43.589" v="500" actId="20577"/>
          <ac:spMkLst>
            <pc:docMk/>
            <pc:sldMk cId="1656288621" sldId="278"/>
            <ac:spMk id="2" creationId="{7E631C7A-1E88-BC2D-17D6-F6E342DBB195}"/>
          </ac:spMkLst>
        </pc:spChg>
        <pc:spChg chg="add mod">
          <ac:chgData name="Amy Peebles" userId="55df9692-3791-40ae-bd44-2b55daecbb6e" providerId="ADAL" clId="{D3360050-18F9-432F-A587-6618443B4E4C}" dt="2024-08-20T20:42:16.665" v="502"/>
          <ac:spMkLst>
            <pc:docMk/>
            <pc:sldMk cId="1656288621" sldId="278"/>
            <ac:spMk id="5" creationId="{D86FCDA6-226D-8832-E89B-A371C6166358}"/>
          </ac:spMkLst>
        </pc:spChg>
        <pc:spChg chg="mod">
          <ac:chgData name="Amy Peebles" userId="55df9692-3791-40ae-bd44-2b55daecbb6e" providerId="ADAL" clId="{D3360050-18F9-432F-A587-6618443B4E4C}" dt="2024-08-20T20:49:31.893" v="540" actId="20577"/>
          <ac:spMkLst>
            <pc:docMk/>
            <pc:sldMk cId="1656288621" sldId="278"/>
            <ac:spMk id="7" creationId="{A0DBA413-FD07-4FC7-8F41-7770927D4CEE}"/>
          </ac:spMkLst>
        </pc:spChg>
        <pc:spChg chg="add mod">
          <ac:chgData name="Amy Peebles" userId="55df9692-3791-40ae-bd44-2b55daecbb6e" providerId="ADAL" clId="{D3360050-18F9-432F-A587-6618443B4E4C}" dt="2024-08-20T20:42:16.665" v="502"/>
          <ac:spMkLst>
            <pc:docMk/>
            <pc:sldMk cId="1656288621" sldId="278"/>
            <ac:spMk id="8" creationId="{9EBE1EA5-734D-AF10-D5E6-FF1D89076988}"/>
          </ac:spMkLst>
        </pc:spChg>
        <pc:spChg chg="add mod">
          <ac:chgData name="Amy Peebles" userId="55df9692-3791-40ae-bd44-2b55daecbb6e" providerId="ADAL" clId="{D3360050-18F9-432F-A587-6618443B4E4C}" dt="2024-08-20T20:42:16.665" v="502"/>
          <ac:spMkLst>
            <pc:docMk/>
            <pc:sldMk cId="1656288621" sldId="278"/>
            <ac:spMk id="11" creationId="{B2279254-0C85-F50A-54EE-BE6182FC6C68}"/>
          </ac:spMkLst>
        </pc:spChg>
        <pc:spChg chg="add mod">
          <ac:chgData name="Amy Peebles" userId="55df9692-3791-40ae-bd44-2b55daecbb6e" providerId="ADAL" clId="{D3360050-18F9-432F-A587-6618443B4E4C}" dt="2024-08-20T20:42:16.665" v="502"/>
          <ac:spMkLst>
            <pc:docMk/>
            <pc:sldMk cId="1656288621" sldId="278"/>
            <ac:spMk id="12" creationId="{7398270D-1C8C-8041-2381-5A9E0BF06220}"/>
          </ac:spMkLst>
        </pc:spChg>
        <pc:spChg chg="del">
          <ac:chgData name="Amy Peebles" userId="55df9692-3791-40ae-bd44-2b55daecbb6e" providerId="ADAL" clId="{D3360050-18F9-432F-A587-6618443B4E4C}" dt="2024-08-20T20:42:16.252" v="501" actId="478"/>
          <ac:spMkLst>
            <pc:docMk/>
            <pc:sldMk cId="1656288621" sldId="278"/>
            <ac:spMk id="24" creationId="{AE8C0FE8-1A00-3421-ED2E-8D5524FBABD6}"/>
          </ac:spMkLst>
        </pc:spChg>
        <pc:spChg chg="del mod">
          <ac:chgData name="Amy Peebles" userId="55df9692-3791-40ae-bd44-2b55daecbb6e" providerId="ADAL" clId="{D3360050-18F9-432F-A587-6618443B4E4C}" dt="2024-08-20T20:40:37.880" v="487" actId="478"/>
          <ac:spMkLst>
            <pc:docMk/>
            <pc:sldMk cId="1656288621" sldId="278"/>
            <ac:spMk id="27" creationId="{0C15AD0B-5B1B-D513-0114-C4192F72A51E}"/>
          </ac:spMkLst>
        </pc:spChg>
        <pc:spChg chg="del">
          <ac:chgData name="Amy Peebles" userId="55df9692-3791-40ae-bd44-2b55daecbb6e" providerId="ADAL" clId="{D3360050-18F9-432F-A587-6618443B4E4C}" dt="2024-08-20T20:42:16.252" v="501" actId="478"/>
          <ac:spMkLst>
            <pc:docMk/>
            <pc:sldMk cId="1656288621" sldId="278"/>
            <ac:spMk id="28" creationId="{614EB48D-9E58-7129-F223-3D1CFE525AAF}"/>
          </ac:spMkLst>
        </pc:spChg>
        <pc:spChg chg="del">
          <ac:chgData name="Amy Peebles" userId="55df9692-3791-40ae-bd44-2b55daecbb6e" providerId="ADAL" clId="{D3360050-18F9-432F-A587-6618443B4E4C}" dt="2024-08-20T20:42:16.252" v="501" actId="478"/>
          <ac:spMkLst>
            <pc:docMk/>
            <pc:sldMk cId="1656288621" sldId="278"/>
            <ac:spMk id="30" creationId="{E1F23DAE-6F39-CF9D-BB80-2136CF5E6428}"/>
          </ac:spMkLst>
        </pc:spChg>
        <pc:spChg chg="del">
          <ac:chgData name="Amy Peebles" userId="55df9692-3791-40ae-bd44-2b55daecbb6e" providerId="ADAL" clId="{D3360050-18F9-432F-A587-6618443B4E4C}" dt="2024-08-20T20:42:16.252" v="501" actId="478"/>
          <ac:spMkLst>
            <pc:docMk/>
            <pc:sldMk cId="1656288621" sldId="278"/>
            <ac:spMk id="31" creationId="{844C845D-7C04-6202-44A2-E780CF404841}"/>
          </ac:spMkLst>
        </pc:spChg>
        <pc:spChg chg="del">
          <ac:chgData name="Amy Peebles" userId="55df9692-3791-40ae-bd44-2b55daecbb6e" providerId="ADAL" clId="{D3360050-18F9-432F-A587-6618443B4E4C}" dt="2024-08-20T20:40:39.200" v="488" actId="478"/>
          <ac:spMkLst>
            <pc:docMk/>
            <pc:sldMk cId="1656288621" sldId="278"/>
            <ac:spMk id="32" creationId="{9797FD85-A92C-7896-1CEB-126174DAF63E}"/>
          </ac:spMkLst>
        </pc:spChg>
        <pc:graphicFrameChg chg="del">
          <ac:chgData name="Amy Peebles" userId="55df9692-3791-40ae-bd44-2b55daecbb6e" providerId="ADAL" clId="{D3360050-18F9-432F-A587-6618443B4E4C}" dt="2024-08-20T20:40:41.266" v="489" actId="478"/>
          <ac:graphicFrameMkLst>
            <pc:docMk/>
            <pc:sldMk cId="1656288621" sldId="278"/>
            <ac:graphicFrameMk id="33" creationId="{88D931B9-94B5-3429-3BB2-5C54A2C3A4A8}"/>
          </ac:graphicFrameMkLst>
        </pc:graphicFrameChg>
        <pc:picChg chg="add del mod">
          <ac:chgData name="Amy Peebles" userId="55df9692-3791-40ae-bd44-2b55daecbb6e" providerId="ADAL" clId="{D3360050-18F9-432F-A587-6618443B4E4C}" dt="2024-08-20T20:40:58.500" v="494" actId="478"/>
          <ac:picMkLst>
            <pc:docMk/>
            <pc:sldMk cId="1656288621" sldId="278"/>
            <ac:picMk id="3" creationId="{1E88AAA9-D068-BF9C-D34C-F33B8CF746F8}"/>
          </ac:picMkLst>
        </pc:picChg>
        <pc:picChg chg="add mod">
          <ac:chgData name="Amy Peebles" userId="55df9692-3791-40ae-bd44-2b55daecbb6e" providerId="ADAL" clId="{D3360050-18F9-432F-A587-6618443B4E4C}" dt="2024-08-20T20:41:39.175" v="496" actId="1076"/>
          <ac:picMkLst>
            <pc:docMk/>
            <pc:sldMk cId="1656288621" sldId="278"/>
            <ac:picMk id="4" creationId="{448916BB-1533-46B3-C21D-253F5D0A3663}"/>
          </ac:picMkLst>
        </pc:picChg>
        <pc:picChg chg="add mod">
          <ac:chgData name="Amy Peebles" userId="55df9692-3791-40ae-bd44-2b55daecbb6e" providerId="ADAL" clId="{D3360050-18F9-432F-A587-6618443B4E4C}" dt="2024-08-20T20:42:35.096" v="505"/>
          <ac:picMkLst>
            <pc:docMk/>
            <pc:sldMk cId="1656288621" sldId="278"/>
            <ac:picMk id="13" creationId="{2E25F7B4-6B36-8975-9885-44388FE149F4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15" creationId="{437B57AB-BD1E-9AFF-BCBE-2D04C22E3722}"/>
          </ac:picMkLst>
        </pc:picChg>
        <pc:picChg chg="del">
          <ac:chgData name="Amy Peebles" userId="55df9692-3791-40ae-bd44-2b55daecbb6e" providerId="ADAL" clId="{D3360050-18F9-432F-A587-6618443B4E4C}" dt="2024-08-20T20:40:43.731" v="491" actId="478"/>
          <ac:picMkLst>
            <pc:docMk/>
            <pc:sldMk cId="1656288621" sldId="278"/>
            <ac:picMk id="16" creationId="{45D39A98-3439-46C8-15D5-473B8833C10F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17" creationId="{01D15D2F-1C34-522F-9292-D85F549C8617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18" creationId="{72796AD9-F1AC-FB1E-8146-A78BB5559F39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19" creationId="{3E416E08-8B82-AA9F-E124-9BD89C14CB23}"/>
          </ac:picMkLst>
        </pc:picChg>
        <pc:picChg chg="del">
          <ac:chgData name="Amy Peebles" userId="55df9692-3791-40ae-bd44-2b55daecbb6e" providerId="ADAL" clId="{D3360050-18F9-432F-A587-6618443B4E4C}" dt="2024-08-20T20:40:43.085" v="490" actId="478"/>
          <ac:picMkLst>
            <pc:docMk/>
            <pc:sldMk cId="1656288621" sldId="278"/>
            <ac:picMk id="20" creationId="{85EF8D31-8659-6F79-7757-DB3DD699A8B0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21" creationId="{A1E74FB9-E937-2EF4-704A-6E632FAA87B3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23" creationId="{AF333C87-6917-842C-24D9-F619FAE30B6B}"/>
          </ac:picMkLst>
        </pc:picChg>
        <pc:picChg chg="del">
          <ac:chgData name="Amy Peebles" userId="55df9692-3791-40ae-bd44-2b55daecbb6e" providerId="ADAL" clId="{D3360050-18F9-432F-A587-6618443B4E4C}" dt="2024-08-20T20:40:41.266" v="489" actId="478"/>
          <ac:picMkLst>
            <pc:docMk/>
            <pc:sldMk cId="1656288621" sldId="278"/>
            <ac:picMk id="25" creationId="{6F9C4E35-8FB5-977D-E897-80A28E64BAD8}"/>
          </ac:picMkLst>
        </pc:picChg>
        <pc:picChg chg="del">
          <ac:chgData name="Amy Peebles" userId="55df9692-3791-40ae-bd44-2b55daecbb6e" providerId="ADAL" clId="{D3360050-18F9-432F-A587-6618443B4E4C}" dt="2024-08-20T20:40:35.460" v="485" actId="478"/>
          <ac:picMkLst>
            <pc:docMk/>
            <pc:sldMk cId="1656288621" sldId="278"/>
            <ac:picMk id="26" creationId="{30C99186-937F-B3C9-4DE3-104901F704E5}"/>
          </ac:picMkLst>
        </pc:picChg>
      </pc:sldChg>
      <pc:sldChg chg="addSp delSp modSp mod">
        <pc:chgData name="Amy Peebles" userId="55df9692-3791-40ae-bd44-2b55daecbb6e" providerId="ADAL" clId="{D3360050-18F9-432F-A587-6618443B4E4C}" dt="2024-08-20T20:49:34.072" v="541" actId="20577"/>
        <pc:sldMkLst>
          <pc:docMk/>
          <pc:sldMk cId="2753256408" sldId="279"/>
        </pc:sldMkLst>
        <pc:spChg chg="add mod">
          <ac:chgData name="Amy Peebles" userId="55df9692-3791-40ae-bd44-2b55daecbb6e" providerId="ADAL" clId="{D3360050-18F9-432F-A587-6618443B4E4C}" dt="2024-08-20T20:42:20.704" v="504"/>
          <ac:spMkLst>
            <pc:docMk/>
            <pc:sldMk cId="2753256408" sldId="279"/>
            <ac:spMk id="2" creationId="{BC6B81D2-978F-896C-FD01-5864661E43E7}"/>
          </ac:spMkLst>
        </pc:spChg>
        <pc:spChg chg="del">
          <ac:chgData name="Amy Peebles" userId="55df9692-3791-40ae-bd44-2b55daecbb6e" providerId="ADAL" clId="{D3360050-18F9-432F-A587-6618443B4E4C}" dt="2024-08-20T20:43:36.998" v="517" actId="478"/>
          <ac:spMkLst>
            <pc:docMk/>
            <pc:sldMk cId="2753256408" sldId="279"/>
            <ac:spMk id="6" creationId="{F2486228-AA9D-7688-1BBA-3FA7756503E3}"/>
          </ac:spMkLst>
        </pc:spChg>
        <pc:spChg chg="mod">
          <ac:chgData name="Amy Peebles" userId="55df9692-3791-40ae-bd44-2b55daecbb6e" providerId="ADAL" clId="{D3360050-18F9-432F-A587-6618443B4E4C}" dt="2024-08-20T20:49:34.072" v="541" actId="20577"/>
          <ac:spMkLst>
            <pc:docMk/>
            <pc:sldMk cId="2753256408" sldId="279"/>
            <ac:spMk id="7" creationId="{A0DBA413-FD07-4FC7-8F41-7770927D4CEE}"/>
          </ac:spMkLst>
        </pc:spChg>
        <pc:spChg chg="add mod">
          <ac:chgData name="Amy Peebles" userId="55df9692-3791-40ae-bd44-2b55daecbb6e" providerId="ADAL" clId="{D3360050-18F9-432F-A587-6618443B4E4C}" dt="2024-08-20T20:42:20.704" v="504"/>
          <ac:spMkLst>
            <pc:docMk/>
            <pc:sldMk cId="2753256408" sldId="279"/>
            <ac:spMk id="12" creationId="{6ED63745-4B33-0952-BB56-B51A5A7EC761}"/>
          </ac:spMkLst>
        </pc:spChg>
        <pc:spChg chg="add mod">
          <ac:chgData name="Amy Peebles" userId="55df9692-3791-40ae-bd44-2b55daecbb6e" providerId="ADAL" clId="{D3360050-18F9-432F-A587-6618443B4E4C}" dt="2024-08-20T20:42:20.704" v="504"/>
          <ac:spMkLst>
            <pc:docMk/>
            <pc:sldMk cId="2753256408" sldId="279"/>
            <ac:spMk id="13" creationId="{35531094-1072-89A3-B0B4-04E8EDC0F06B}"/>
          </ac:spMkLst>
        </pc:spChg>
        <pc:spChg chg="add mod">
          <ac:chgData name="Amy Peebles" userId="55df9692-3791-40ae-bd44-2b55daecbb6e" providerId="ADAL" clId="{D3360050-18F9-432F-A587-6618443B4E4C}" dt="2024-08-20T20:42:20.704" v="504"/>
          <ac:spMkLst>
            <pc:docMk/>
            <pc:sldMk cId="2753256408" sldId="279"/>
            <ac:spMk id="14" creationId="{5967A89A-294C-7008-F7A2-28ECDD6102B9}"/>
          </ac:spMkLst>
        </pc:spChg>
        <pc:spChg chg="add mod">
          <ac:chgData name="Amy Peebles" userId="55df9692-3791-40ae-bd44-2b55daecbb6e" providerId="ADAL" clId="{D3360050-18F9-432F-A587-6618443B4E4C}" dt="2024-08-20T20:44:28.352" v="528" actId="115"/>
          <ac:spMkLst>
            <pc:docMk/>
            <pc:sldMk cId="2753256408" sldId="279"/>
            <ac:spMk id="16" creationId="{07888D86-0FA2-D345-52E5-BAED4543BFF8}"/>
          </ac:spMkLst>
        </pc:spChg>
        <pc:spChg chg="add mod">
          <ac:chgData name="Amy Peebles" userId="55df9692-3791-40ae-bd44-2b55daecbb6e" providerId="ADAL" clId="{D3360050-18F9-432F-A587-6618443B4E4C}" dt="2024-08-20T20:44:37.035" v="532" actId="115"/>
          <ac:spMkLst>
            <pc:docMk/>
            <pc:sldMk cId="2753256408" sldId="279"/>
            <ac:spMk id="17" creationId="{753A2F49-102F-9CD7-D1B7-3964A1986BB1}"/>
          </ac:spMkLst>
        </pc:spChg>
        <pc:spChg chg="del">
          <ac:chgData name="Amy Peebles" userId="55df9692-3791-40ae-bd44-2b55daecbb6e" providerId="ADAL" clId="{D3360050-18F9-432F-A587-6618443B4E4C}" dt="2024-08-20T20:42:20.181" v="503" actId="478"/>
          <ac:spMkLst>
            <pc:docMk/>
            <pc:sldMk cId="2753256408" sldId="279"/>
            <ac:spMk id="24" creationId="{AE8C0FE8-1A00-3421-ED2E-8D5524FBABD6}"/>
          </ac:spMkLst>
        </pc:spChg>
        <pc:spChg chg="del">
          <ac:chgData name="Amy Peebles" userId="55df9692-3791-40ae-bd44-2b55daecbb6e" providerId="ADAL" clId="{D3360050-18F9-432F-A587-6618443B4E4C}" dt="2024-08-20T20:42:20.181" v="503" actId="478"/>
          <ac:spMkLst>
            <pc:docMk/>
            <pc:sldMk cId="2753256408" sldId="279"/>
            <ac:spMk id="28" creationId="{614EB48D-9E58-7129-F223-3D1CFE525AAF}"/>
          </ac:spMkLst>
        </pc:spChg>
        <pc:spChg chg="del mod">
          <ac:chgData name="Amy Peebles" userId="55df9692-3791-40ae-bd44-2b55daecbb6e" providerId="ADAL" clId="{D3360050-18F9-432F-A587-6618443B4E4C}" dt="2024-08-20T20:43:38.792" v="518" actId="478"/>
          <ac:spMkLst>
            <pc:docMk/>
            <pc:sldMk cId="2753256408" sldId="279"/>
            <ac:spMk id="29" creationId="{B280935B-08B7-604A-699F-C72E7E878529}"/>
          </ac:spMkLst>
        </pc:spChg>
        <pc:spChg chg="del">
          <ac:chgData name="Amy Peebles" userId="55df9692-3791-40ae-bd44-2b55daecbb6e" providerId="ADAL" clId="{D3360050-18F9-432F-A587-6618443B4E4C}" dt="2024-08-20T20:42:20.181" v="503" actId="478"/>
          <ac:spMkLst>
            <pc:docMk/>
            <pc:sldMk cId="2753256408" sldId="279"/>
            <ac:spMk id="30" creationId="{E1F23DAE-6F39-CF9D-BB80-2136CF5E6428}"/>
          </ac:spMkLst>
        </pc:spChg>
        <pc:spChg chg="del">
          <ac:chgData name="Amy Peebles" userId="55df9692-3791-40ae-bd44-2b55daecbb6e" providerId="ADAL" clId="{D3360050-18F9-432F-A587-6618443B4E4C}" dt="2024-08-20T20:42:20.181" v="503" actId="478"/>
          <ac:spMkLst>
            <pc:docMk/>
            <pc:sldMk cId="2753256408" sldId="279"/>
            <ac:spMk id="31" creationId="{844C845D-7C04-6202-44A2-E780CF404841}"/>
          </ac:spMkLst>
        </pc:spChg>
        <pc:grpChg chg="del">
          <ac:chgData name="Amy Peebles" userId="55df9692-3791-40ae-bd44-2b55daecbb6e" providerId="ADAL" clId="{D3360050-18F9-432F-A587-6618443B4E4C}" dt="2024-08-20T20:42:59.766" v="509" actId="478"/>
          <ac:grpSpMkLst>
            <pc:docMk/>
            <pc:sldMk cId="2753256408" sldId="279"/>
            <ac:grpSpMk id="9" creationId="{C176BAB5-C829-13A3-F6B5-636E0211E2CD}"/>
          </ac:grpSpMkLst>
        </pc:grpChg>
        <pc:picChg chg="del">
          <ac:chgData name="Amy Peebles" userId="55df9692-3791-40ae-bd44-2b55daecbb6e" providerId="ADAL" clId="{D3360050-18F9-432F-A587-6618443B4E4C}" dt="2024-08-20T20:42:49.457" v="507" actId="478"/>
          <ac:picMkLst>
            <pc:docMk/>
            <pc:sldMk cId="2753256408" sldId="279"/>
            <ac:picMk id="3" creationId="{E767DE57-90A7-DE5A-276F-6DC4FDCBD501}"/>
          </ac:picMkLst>
        </pc:picChg>
        <pc:picChg chg="add mod">
          <ac:chgData name="Amy Peebles" userId="55df9692-3791-40ae-bd44-2b55daecbb6e" providerId="ADAL" clId="{D3360050-18F9-432F-A587-6618443B4E4C}" dt="2024-08-20T20:42:47.191" v="506"/>
          <ac:picMkLst>
            <pc:docMk/>
            <pc:sldMk cId="2753256408" sldId="279"/>
            <ac:picMk id="15" creationId="{BE31374E-C5FD-522B-A4D2-F6A21019F2E7}"/>
          </ac:picMkLst>
        </pc:picChg>
        <pc:picChg chg="add mod">
          <ac:chgData name="Amy Peebles" userId="55df9692-3791-40ae-bd44-2b55daecbb6e" providerId="ADAL" clId="{D3360050-18F9-432F-A587-6618443B4E4C}" dt="2024-08-20T20:43:45.098" v="519"/>
          <ac:picMkLst>
            <pc:docMk/>
            <pc:sldMk cId="2753256408" sldId="279"/>
            <ac:picMk id="18" creationId="{39878857-8EC5-C5A7-6452-1C3BF88749E1}"/>
          </ac:picMkLst>
        </pc:picChg>
        <pc:picChg chg="add mod">
          <ac:chgData name="Amy Peebles" userId="55df9692-3791-40ae-bd44-2b55daecbb6e" providerId="ADAL" clId="{D3360050-18F9-432F-A587-6618443B4E4C}" dt="2024-08-20T20:43:45.098" v="519"/>
          <ac:picMkLst>
            <pc:docMk/>
            <pc:sldMk cId="2753256408" sldId="279"/>
            <ac:picMk id="19" creationId="{C39A5683-01B6-ACB0-5049-60EDF852349B}"/>
          </ac:picMkLst>
        </pc:picChg>
        <pc:picChg chg="add mod">
          <ac:chgData name="Amy Peebles" userId="55df9692-3791-40ae-bd44-2b55daecbb6e" providerId="ADAL" clId="{D3360050-18F9-432F-A587-6618443B4E4C}" dt="2024-08-20T20:43:45.098" v="519"/>
          <ac:picMkLst>
            <pc:docMk/>
            <pc:sldMk cId="2753256408" sldId="279"/>
            <ac:picMk id="20" creationId="{B0EC39EE-6FC6-9319-3891-119B18E5AD11}"/>
          </ac:picMkLst>
        </pc:picChg>
        <pc:picChg chg="add mod">
          <ac:chgData name="Amy Peebles" userId="55df9692-3791-40ae-bd44-2b55daecbb6e" providerId="ADAL" clId="{D3360050-18F9-432F-A587-6618443B4E4C}" dt="2024-08-20T20:43:45.098" v="519"/>
          <ac:picMkLst>
            <pc:docMk/>
            <pc:sldMk cId="2753256408" sldId="279"/>
            <ac:picMk id="21" creationId="{18492030-2EC4-8091-4127-A65E3C4AD0A5}"/>
          </ac:picMkLst>
        </pc:picChg>
        <pc:picChg chg="add mod">
          <ac:chgData name="Amy Peebles" userId="55df9692-3791-40ae-bd44-2b55daecbb6e" providerId="ADAL" clId="{D3360050-18F9-432F-A587-6618443B4E4C}" dt="2024-08-20T20:44:11.809" v="525" actId="1076"/>
          <ac:picMkLst>
            <pc:docMk/>
            <pc:sldMk cId="2753256408" sldId="279"/>
            <ac:picMk id="22" creationId="{95EBBD48-49D0-A29A-193E-AB3D4DD5CBD9}"/>
          </ac:picMkLst>
        </pc:picChg>
        <pc:picChg chg="add mod">
          <ac:chgData name="Amy Peebles" userId="55df9692-3791-40ae-bd44-2b55daecbb6e" providerId="ADAL" clId="{D3360050-18F9-432F-A587-6618443B4E4C}" dt="2024-08-20T20:43:45.098" v="519"/>
          <ac:picMkLst>
            <pc:docMk/>
            <pc:sldMk cId="2753256408" sldId="279"/>
            <ac:picMk id="23" creationId="{E16F30B0-BF15-A30E-D069-E2168890774B}"/>
          </ac:picMkLst>
        </pc:picChg>
      </pc:sldChg>
      <pc:sldChg chg="addSp delSp modSp mod">
        <pc:chgData name="Amy Peebles" userId="55df9692-3791-40ae-bd44-2b55daecbb6e" providerId="ADAL" clId="{D3360050-18F9-432F-A587-6618443B4E4C}" dt="2024-08-20T20:49:07.326" v="537" actId="20577"/>
        <pc:sldMkLst>
          <pc:docMk/>
          <pc:sldMk cId="3361385492" sldId="280"/>
        </pc:sldMkLst>
        <pc:spChg chg="del">
          <ac:chgData name="Amy Peebles" userId="55df9692-3791-40ae-bd44-2b55daecbb6e" providerId="ADAL" clId="{D3360050-18F9-432F-A587-6618443B4E4C}" dt="2024-08-20T20:18:06.099" v="151" actId="478"/>
          <ac:spMkLst>
            <pc:docMk/>
            <pc:sldMk cId="3361385492" sldId="280"/>
            <ac:spMk id="2" creationId="{FAEC7B37-C275-C426-92F2-C58D89CE2F80}"/>
          </ac:spMkLst>
        </pc:spChg>
        <pc:spChg chg="del">
          <ac:chgData name="Amy Peebles" userId="55df9692-3791-40ae-bd44-2b55daecbb6e" providerId="ADAL" clId="{D3360050-18F9-432F-A587-6618443B4E4C}" dt="2024-08-20T20:18:06.099" v="151" actId="478"/>
          <ac:spMkLst>
            <pc:docMk/>
            <pc:sldMk cId="3361385492" sldId="280"/>
            <ac:spMk id="3" creationId="{1BCC81D4-417E-A085-7AC7-582C9A3EF1A9}"/>
          </ac:spMkLst>
        </pc:spChg>
        <pc:spChg chg="del">
          <ac:chgData name="Amy Peebles" userId="55df9692-3791-40ae-bd44-2b55daecbb6e" providerId="ADAL" clId="{D3360050-18F9-432F-A587-6618443B4E4C}" dt="2024-08-20T20:18:06.099" v="151" actId="478"/>
          <ac:spMkLst>
            <pc:docMk/>
            <pc:sldMk cId="3361385492" sldId="280"/>
            <ac:spMk id="4" creationId="{6A8343AC-3FF3-063B-E815-6F415C75E661}"/>
          </ac:spMkLst>
        </pc:spChg>
        <pc:spChg chg="del">
          <ac:chgData name="Amy Peebles" userId="55df9692-3791-40ae-bd44-2b55daecbb6e" providerId="ADAL" clId="{D3360050-18F9-432F-A587-6618443B4E4C}" dt="2024-08-20T20:18:06.099" v="151" actId="478"/>
          <ac:spMkLst>
            <pc:docMk/>
            <pc:sldMk cId="3361385492" sldId="280"/>
            <ac:spMk id="5" creationId="{19A54B5B-5C57-97FA-C524-6DD33AB596B7}"/>
          </ac:spMkLst>
        </pc:spChg>
        <pc:spChg chg="add mod">
          <ac:chgData name="Amy Peebles" userId="55df9692-3791-40ae-bd44-2b55daecbb6e" providerId="ADAL" clId="{D3360050-18F9-432F-A587-6618443B4E4C}" dt="2024-08-20T20:18:06.604" v="152"/>
          <ac:spMkLst>
            <pc:docMk/>
            <pc:sldMk cId="3361385492" sldId="280"/>
            <ac:spMk id="6" creationId="{5749DCD1-7230-C624-D2E4-0E8C888DB384}"/>
          </ac:spMkLst>
        </pc:spChg>
        <pc:spChg chg="mod">
          <ac:chgData name="Amy Peebles" userId="55df9692-3791-40ae-bd44-2b55daecbb6e" providerId="ADAL" clId="{D3360050-18F9-432F-A587-6618443B4E4C}" dt="2024-08-20T20:49:07.326" v="537" actId="20577"/>
          <ac:spMkLst>
            <pc:docMk/>
            <pc:sldMk cId="3361385492" sldId="280"/>
            <ac:spMk id="7" creationId="{A0DBA413-FD07-4FC7-8F41-7770927D4CEE}"/>
          </ac:spMkLst>
        </pc:spChg>
        <pc:spChg chg="add mod">
          <ac:chgData name="Amy Peebles" userId="55df9692-3791-40ae-bd44-2b55daecbb6e" providerId="ADAL" clId="{D3360050-18F9-432F-A587-6618443B4E4C}" dt="2024-08-20T20:18:06.604" v="152"/>
          <ac:spMkLst>
            <pc:docMk/>
            <pc:sldMk cId="3361385492" sldId="280"/>
            <ac:spMk id="9" creationId="{B6C0A12E-0867-9367-BF46-9A2016EEDB5F}"/>
          </ac:spMkLst>
        </pc:spChg>
        <pc:spChg chg="add mod">
          <ac:chgData name="Amy Peebles" userId="55df9692-3791-40ae-bd44-2b55daecbb6e" providerId="ADAL" clId="{D3360050-18F9-432F-A587-6618443B4E4C}" dt="2024-08-20T20:18:06.604" v="152"/>
          <ac:spMkLst>
            <pc:docMk/>
            <pc:sldMk cId="3361385492" sldId="280"/>
            <ac:spMk id="10" creationId="{CA3821CA-05F3-BF78-3F5A-C7CEB43A042B}"/>
          </ac:spMkLst>
        </pc:spChg>
        <pc:spChg chg="add mod">
          <ac:chgData name="Amy Peebles" userId="55df9692-3791-40ae-bd44-2b55daecbb6e" providerId="ADAL" clId="{D3360050-18F9-432F-A587-6618443B4E4C}" dt="2024-08-20T20:18:06.604" v="152"/>
          <ac:spMkLst>
            <pc:docMk/>
            <pc:sldMk cId="3361385492" sldId="280"/>
            <ac:spMk id="11" creationId="{6D64AC26-DCB8-60D1-9F92-8B21AA831E29}"/>
          </ac:spMkLst>
        </pc:spChg>
        <pc:picChg chg="del">
          <ac:chgData name="Amy Peebles" userId="55df9692-3791-40ae-bd44-2b55daecbb6e" providerId="ADAL" clId="{D3360050-18F9-432F-A587-6618443B4E4C}" dt="2024-08-20T20:19:38.841" v="164" actId="478"/>
          <ac:picMkLst>
            <pc:docMk/>
            <pc:sldMk cId="3361385492" sldId="280"/>
            <ac:picMk id="8" creationId="{4C6B35EE-C2B7-3B53-72EC-4DEAB74A08EF}"/>
          </ac:picMkLst>
        </pc:picChg>
      </pc:sldChg>
      <pc:sldChg chg="del">
        <pc:chgData name="Amy Peebles" userId="55df9692-3791-40ae-bd44-2b55daecbb6e" providerId="ADAL" clId="{D3360050-18F9-432F-A587-6618443B4E4C}" dt="2024-08-20T20:43:04.702" v="510" actId="47"/>
        <pc:sldMkLst>
          <pc:docMk/>
          <pc:sldMk cId="3649362486" sldId="281"/>
        </pc:sldMkLst>
      </pc:sldChg>
      <pc:sldChg chg="addSp delSp modSp add mod delAnim modAnim">
        <pc:chgData name="Amy Peebles" userId="55df9692-3791-40ae-bd44-2b55daecbb6e" providerId="ADAL" clId="{D3360050-18F9-432F-A587-6618443B4E4C}" dt="2024-08-20T20:49:02.902" v="536" actId="20577"/>
        <pc:sldMkLst>
          <pc:docMk/>
          <pc:sldMk cId="3070830473" sldId="282"/>
        </pc:sldMkLst>
        <pc:spChg chg="add mod">
          <ac:chgData name="Amy Peebles" userId="55df9692-3791-40ae-bd44-2b55daecbb6e" providerId="ADAL" clId="{D3360050-18F9-432F-A587-6618443B4E4C}" dt="2024-08-20T20:18:59.093" v="158" actId="14100"/>
          <ac:spMkLst>
            <pc:docMk/>
            <pc:sldMk cId="3070830473" sldId="282"/>
            <ac:spMk id="2" creationId="{37010A55-F79A-1D09-B74C-C64653832CFB}"/>
          </ac:spMkLst>
        </pc:spChg>
        <pc:spChg chg="mod">
          <ac:chgData name="Amy Peebles" userId="55df9692-3791-40ae-bd44-2b55daecbb6e" providerId="ADAL" clId="{D3360050-18F9-432F-A587-6618443B4E4C}" dt="2024-08-20T20:18:45.619" v="155"/>
          <ac:spMkLst>
            <pc:docMk/>
            <pc:sldMk cId="3070830473" sldId="282"/>
            <ac:spMk id="4" creationId="{3CA06389-D159-A575-248E-845F2CA1F802}"/>
          </ac:spMkLst>
        </pc:spChg>
        <pc:spChg chg="mod">
          <ac:chgData name="Amy Peebles" userId="55df9692-3791-40ae-bd44-2b55daecbb6e" providerId="ADAL" clId="{D3360050-18F9-432F-A587-6618443B4E4C}" dt="2024-08-20T20:18:45.619" v="155"/>
          <ac:spMkLst>
            <pc:docMk/>
            <pc:sldMk cId="3070830473" sldId="282"/>
            <ac:spMk id="5" creationId="{CE6CDDBE-DE96-8195-A77B-34CF61E31F8B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6" creationId="{A09B9E61-0904-0D75-464D-FB63FF486B55}"/>
          </ac:spMkLst>
        </pc:spChg>
        <pc:spChg chg="mod">
          <ac:chgData name="Amy Peebles" userId="55df9692-3791-40ae-bd44-2b55daecbb6e" providerId="ADAL" clId="{D3360050-18F9-432F-A587-6618443B4E4C}" dt="2024-08-20T20:49:02.902" v="536" actId="20577"/>
          <ac:spMkLst>
            <pc:docMk/>
            <pc:sldMk cId="3070830473" sldId="282"/>
            <ac:spMk id="7" creationId="{A0DBA413-FD07-4FC7-8F41-7770927D4CEE}"/>
          </ac:spMkLst>
        </pc:spChg>
        <pc:spChg chg="mod">
          <ac:chgData name="Amy Peebles" userId="55df9692-3791-40ae-bd44-2b55daecbb6e" providerId="ADAL" clId="{D3360050-18F9-432F-A587-6618443B4E4C}" dt="2024-08-20T20:18:45.619" v="155"/>
          <ac:spMkLst>
            <pc:docMk/>
            <pc:sldMk cId="3070830473" sldId="282"/>
            <ac:spMk id="12" creationId="{C35DED7F-CA7F-9593-E7EB-43DD89118F51}"/>
          </ac:spMkLst>
        </pc:spChg>
        <pc:spChg chg="mod">
          <ac:chgData name="Amy Peebles" userId="55df9692-3791-40ae-bd44-2b55daecbb6e" providerId="ADAL" clId="{D3360050-18F9-432F-A587-6618443B4E4C}" dt="2024-08-20T20:18:45.619" v="155"/>
          <ac:spMkLst>
            <pc:docMk/>
            <pc:sldMk cId="3070830473" sldId="282"/>
            <ac:spMk id="13" creationId="{8EF6E52D-CD52-3327-E451-F3F60D320DAD}"/>
          </ac:spMkLst>
        </pc:spChg>
        <pc:spChg chg="add mod">
          <ac:chgData name="Amy Peebles" userId="55df9692-3791-40ae-bd44-2b55daecbb6e" providerId="ADAL" clId="{D3360050-18F9-432F-A587-6618443B4E4C}" dt="2024-08-20T20:19:22.371" v="161" actId="1076"/>
          <ac:spMkLst>
            <pc:docMk/>
            <pc:sldMk cId="3070830473" sldId="282"/>
            <ac:spMk id="19" creationId="{B6A656D4-7F9C-5451-6512-65B465EE664B}"/>
          </ac:spMkLst>
        </pc:spChg>
        <pc:spChg chg="add mod">
          <ac:chgData name="Amy Peebles" userId="55df9692-3791-40ae-bd44-2b55daecbb6e" providerId="ADAL" clId="{D3360050-18F9-432F-A587-6618443B4E4C}" dt="2024-08-20T20:19:17.704" v="160" actId="1076"/>
          <ac:spMkLst>
            <pc:docMk/>
            <pc:sldMk cId="3070830473" sldId="282"/>
            <ac:spMk id="21" creationId="{0135F0E5-FDF0-0930-6BC9-5A0C18B0B796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2" creationId="{FF90032C-6D10-105E-D6D3-C3295F10E8AD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3" creationId="{F1434095-2B41-5F61-13AC-395DE7620382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4" creationId="{51DF592E-A29F-C4E0-6953-E4E070CD104C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5" creationId="{61C1037F-0FAB-A86C-A117-8DE680480FEA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6" creationId="{4A482400-0083-3D9A-E261-499D8029EA02}"/>
          </ac:spMkLst>
        </pc:spChg>
        <pc:spChg chg="del">
          <ac:chgData name="Amy Peebles" userId="55df9692-3791-40ae-bd44-2b55daecbb6e" providerId="ADAL" clId="{D3360050-18F9-432F-A587-6618443B4E4C}" dt="2024-08-20T20:18:38.826" v="154" actId="478"/>
          <ac:spMkLst>
            <pc:docMk/>
            <pc:sldMk cId="3070830473" sldId="282"/>
            <ac:spMk id="49" creationId="{21359D10-7FCB-7EBC-D4AB-D7509C209019}"/>
          </ac:spMkLst>
        </pc:spChg>
        <pc:grpChg chg="add mod">
          <ac:chgData name="Amy Peebles" userId="55df9692-3791-40ae-bd44-2b55daecbb6e" providerId="ADAL" clId="{D3360050-18F9-432F-A587-6618443B4E4C}" dt="2024-08-20T20:19:08.514" v="159" actId="1076"/>
          <ac:grpSpMkLst>
            <pc:docMk/>
            <pc:sldMk cId="3070830473" sldId="282"/>
            <ac:grpSpMk id="3" creationId="{004C9B13-E133-8402-38A2-5B1926E06820}"/>
          </ac:grpSpMkLst>
        </pc:grpChg>
        <pc:grpChg chg="del">
          <ac:chgData name="Amy Peebles" userId="55df9692-3791-40ae-bd44-2b55daecbb6e" providerId="ADAL" clId="{D3360050-18F9-432F-A587-6618443B4E4C}" dt="2024-08-20T20:18:38.826" v="154" actId="478"/>
          <ac:grpSpMkLst>
            <pc:docMk/>
            <pc:sldMk cId="3070830473" sldId="282"/>
            <ac:grpSpMk id="31" creationId="{BB444119-8E6F-6651-A5D6-8C00C22138B0}"/>
          </ac:grpSpMkLst>
        </pc:grpChg>
        <pc:picChg chg="add mod">
          <ac:chgData name="Amy Peebles" userId="55df9692-3791-40ae-bd44-2b55daecbb6e" providerId="ADAL" clId="{D3360050-18F9-432F-A587-6618443B4E4C}" dt="2024-08-20T20:19:22.371" v="161" actId="1076"/>
          <ac:picMkLst>
            <pc:docMk/>
            <pc:sldMk cId="3070830473" sldId="282"/>
            <ac:picMk id="18" creationId="{8BD1F28C-7602-61EC-D26E-56C069BD5126}"/>
          </ac:picMkLst>
        </pc:picChg>
        <pc:picChg chg="add mod">
          <ac:chgData name="Amy Peebles" userId="55df9692-3791-40ae-bd44-2b55daecbb6e" providerId="ADAL" clId="{D3360050-18F9-432F-A587-6618443B4E4C}" dt="2024-08-20T20:19:17.704" v="160" actId="1076"/>
          <ac:picMkLst>
            <pc:docMk/>
            <pc:sldMk cId="3070830473" sldId="282"/>
            <ac:picMk id="20" creationId="{49EFB985-1CA4-D4BE-B421-4FDC3C493E29}"/>
          </ac:picMkLst>
        </pc:picChg>
        <pc:cxnChg chg="mod">
          <ac:chgData name="Amy Peebles" userId="55df9692-3791-40ae-bd44-2b55daecbb6e" providerId="ADAL" clId="{D3360050-18F9-432F-A587-6618443B4E4C}" dt="2024-08-20T20:18:45.619" v="155"/>
          <ac:cxnSpMkLst>
            <pc:docMk/>
            <pc:sldMk cId="3070830473" sldId="282"/>
            <ac:cxnSpMk id="14" creationId="{C9F97EC7-7CF2-644B-62B4-7C62886EF73C}"/>
          </ac:cxnSpMkLst>
        </pc:cxnChg>
        <pc:cxnChg chg="mod">
          <ac:chgData name="Amy Peebles" userId="55df9692-3791-40ae-bd44-2b55daecbb6e" providerId="ADAL" clId="{D3360050-18F9-432F-A587-6618443B4E4C}" dt="2024-08-20T20:18:45.619" v="155"/>
          <ac:cxnSpMkLst>
            <pc:docMk/>
            <pc:sldMk cId="3070830473" sldId="282"/>
            <ac:cxnSpMk id="15" creationId="{AFA406F9-A80D-053B-4A17-EA68D6374F89}"/>
          </ac:cxnSpMkLst>
        </pc:cxnChg>
        <pc:cxnChg chg="mod">
          <ac:chgData name="Amy Peebles" userId="55df9692-3791-40ae-bd44-2b55daecbb6e" providerId="ADAL" clId="{D3360050-18F9-432F-A587-6618443B4E4C}" dt="2024-08-20T20:18:45.619" v="155"/>
          <ac:cxnSpMkLst>
            <pc:docMk/>
            <pc:sldMk cId="3070830473" sldId="282"/>
            <ac:cxnSpMk id="16" creationId="{14FA503F-70F7-329D-E3D0-CD2EDE977700}"/>
          </ac:cxnSpMkLst>
        </pc:cxnChg>
        <pc:cxnChg chg="mod">
          <ac:chgData name="Amy Peebles" userId="55df9692-3791-40ae-bd44-2b55daecbb6e" providerId="ADAL" clId="{D3360050-18F9-432F-A587-6618443B4E4C}" dt="2024-08-20T20:18:45.619" v="155"/>
          <ac:cxnSpMkLst>
            <pc:docMk/>
            <pc:sldMk cId="3070830473" sldId="282"/>
            <ac:cxnSpMk id="17" creationId="{34C0CDD6-A5B6-19FB-FA98-EFC9CE8B5A30}"/>
          </ac:cxnSpMkLst>
        </pc:cxnChg>
        <pc:cxnChg chg="mod">
          <ac:chgData name="Amy Peebles" userId="55df9692-3791-40ae-bd44-2b55daecbb6e" providerId="ADAL" clId="{D3360050-18F9-432F-A587-6618443B4E4C}" dt="2024-08-20T20:18:38.826" v="154" actId="478"/>
          <ac:cxnSpMkLst>
            <pc:docMk/>
            <pc:sldMk cId="3070830473" sldId="282"/>
            <ac:cxnSpMk id="38" creationId="{40D62B22-59E4-11C5-B210-B1B296749864}"/>
          </ac:cxnSpMkLst>
        </pc:cxnChg>
        <pc:cxnChg chg="del">
          <ac:chgData name="Amy Peebles" userId="55df9692-3791-40ae-bd44-2b55daecbb6e" providerId="ADAL" clId="{D3360050-18F9-432F-A587-6618443B4E4C}" dt="2024-08-20T20:18:38.826" v="154" actId="478"/>
          <ac:cxnSpMkLst>
            <pc:docMk/>
            <pc:sldMk cId="3070830473" sldId="282"/>
            <ac:cxnSpMk id="47" creationId="{A3BC1E19-3C7E-B112-4EE7-72CE0CE01ABA}"/>
          </ac:cxnSpMkLst>
        </pc:cxnChg>
        <pc:cxnChg chg="del">
          <ac:chgData name="Amy Peebles" userId="55df9692-3791-40ae-bd44-2b55daecbb6e" providerId="ADAL" clId="{D3360050-18F9-432F-A587-6618443B4E4C}" dt="2024-08-20T20:18:38.826" v="154" actId="478"/>
          <ac:cxnSpMkLst>
            <pc:docMk/>
            <pc:sldMk cId="3070830473" sldId="282"/>
            <ac:cxnSpMk id="48" creationId="{68214180-2BA9-2ECA-60CA-2EB28ED912E5}"/>
          </ac:cxnSpMkLst>
        </pc:cxnChg>
      </pc:sldChg>
      <pc:sldChg chg="addSp delSp modSp add mod">
        <pc:chgData name="Amy Peebles" userId="55df9692-3791-40ae-bd44-2b55daecbb6e" providerId="ADAL" clId="{D3360050-18F9-432F-A587-6618443B4E4C}" dt="2024-08-20T20:49:09.601" v="538" actId="20577"/>
        <pc:sldMkLst>
          <pc:docMk/>
          <pc:sldMk cId="3156341667" sldId="283"/>
        </pc:sldMkLst>
        <pc:spChg chg="add mod">
          <ac:chgData name="Amy Peebles" userId="55df9692-3791-40ae-bd44-2b55daecbb6e" providerId="ADAL" clId="{D3360050-18F9-432F-A587-6618443B4E4C}" dt="2024-08-20T20:20:11.117" v="181" actId="20577"/>
          <ac:spMkLst>
            <pc:docMk/>
            <pc:sldMk cId="3156341667" sldId="283"/>
            <ac:spMk id="2" creationId="{296316A3-4112-9074-CADB-30E19A928CCE}"/>
          </ac:spMkLst>
        </pc:spChg>
        <pc:spChg chg="add del mod">
          <ac:chgData name="Amy Peebles" userId="55df9692-3791-40ae-bd44-2b55daecbb6e" providerId="ADAL" clId="{D3360050-18F9-432F-A587-6618443B4E4C}" dt="2024-08-20T20:28:09.687" v="231" actId="478"/>
          <ac:spMkLst>
            <pc:docMk/>
            <pc:sldMk cId="3156341667" sldId="283"/>
            <ac:spMk id="3" creationId="{F381697E-D2DD-0969-78F4-313CB3EE9BDE}"/>
          </ac:spMkLst>
        </pc:spChg>
        <pc:spChg chg="add mod">
          <ac:chgData name="Amy Peebles" userId="55df9692-3791-40ae-bd44-2b55daecbb6e" providerId="ADAL" clId="{D3360050-18F9-432F-A587-6618443B4E4C}" dt="2024-08-20T20:20:58.097" v="192" actId="1076"/>
          <ac:spMkLst>
            <pc:docMk/>
            <pc:sldMk cId="3156341667" sldId="283"/>
            <ac:spMk id="4" creationId="{A25B3825-38CB-B1CD-F314-B0A091FEE92F}"/>
          </ac:spMkLst>
        </pc:spChg>
        <pc:spChg chg="mod">
          <ac:chgData name="Amy Peebles" userId="55df9692-3791-40ae-bd44-2b55daecbb6e" providerId="ADAL" clId="{D3360050-18F9-432F-A587-6618443B4E4C}" dt="2024-08-20T20:49:09.601" v="538" actId="20577"/>
          <ac:spMkLst>
            <pc:docMk/>
            <pc:sldMk cId="3156341667" sldId="283"/>
            <ac:spMk id="7" creationId="{A0DBA413-FD07-4FC7-8F41-7770927D4CEE}"/>
          </ac:spMkLst>
        </pc:spChg>
        <pc:spChg chg="add del mod">
          <ac:chgData name="Amy Peebles" userId="55df9692-3791-40ae-bd44-2b55daecbb6e" providerId="ADAL" clId="{D3360050-18F9-432F-A587-6618443B4E4C}" dt="2024-08-20T20:28:11.760" v="233" actId="478"/>
          <ac:spMkLst>
            <pc:docMk/>
            <pc:sldMk cId="3156341667" sldId="283"/>
            <ac:spMk id="13" creationId="{55154DB4-FCFB-A72C-3C65-9568ACA09B39}"/>
          </ac:spMkLst>
        </pc:spChg>
        <pc:spChg chg="add mod">
          <ac:chgData name="Amy Peebles" userId="55df9692-3791-40ae-bd44-2b55daecbb6e" providerId="ADAL" clId="{D3360050-18F9-432F-A587-6618443B4E4C}" dt="2024-08-20T20:28:09.931" v="232"/>
          <ac:spMkLst>
            <pc:docMk/>
            <pc:sldMk cId="3156341667" sldId="283"/>
            <ac:spMk id="14" creationId="{99A821DD-46F8-1DE5-FEE7-63D248CC3AF8}"/>
          </ac:spMkLst>
        </pc:spChg>
        <pc:spChg chg="del">
          <ac:chgData name="Amy Peebles" userId="55df9692-3791-40ae-bd44-2b55daecbb6e" providerId="ADAL" clId="{D3360050-18F9-432F-A587-6618443B4E4C}" dt="2024-08-20T20:19:51.224" v="165" actId="478"/>
          <ac:spMkLst>
            <pc:docMk/>
            <pc:sldMk cId="3156341667" sldId="283"/>
            <ac:spMk id="30" creationId="{4CF353A9-494A-284F-5CFC-FBE23C8F1F05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2" creationId="{FF90032C-6D10-105E-D6D3-C3295F10E8AD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3" creationId="{F1434095-2B41-5F61-13AC-395DE7620382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4" creationId="{51DF592E-A29F-C4E0-6953-E4E070CD104C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5" creationId="{61C1037F-0FAB-A86C-A117-8DE680480FEA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6" creationId="{4A482400-0083-3D9A-E261-499D8029EA02}"/>
          </ac:spMkLst>
        </pc:spChg>
        <pc:spChg chg="del">
          <ac:chgData name="Amy Peebles" userId="55df9692-3791-40ae-bd44-2b55daecbb6e" providerId="ADAL" clId="{D3360050-18F9-432F-A587-6618443B4E4C}" dt="2024-08-20T20:19:58.075" v="167" actId="478"/>
          <ac:spMkLst>
            <pc:docMk/>
            <pc:sldMk cId="3156341667" sldId="283"/>
            <ac:spMk id="49" creationId="{21359D10-7FCB-7EBC-D4AB-D7509C209019}"/>
          </ac:spMkLst>
        </pc:spChg>
        <pc:grpChg chg="del">
          <ac:chgData name="Amy Peebles" userId="55df9692-3791-40ae-bd44-2b55daecbb6e" providerId="ADAL" clId="{D3360050-18F9-432F-A587-6618443B4E4C}" dt="2024-08-20T20:19:58.075" v="167" actId="478"/>
          <ac:grpSpMkLst>
            <pc:docMk/>
            <pc:sldMk cId="3156341667" sldId="283"/>
            <ac:grpSpMk id="31" creationId="{BB444119-8E6F-6651-A5D6-8C00C22138B0}"/>
          </ac:grpSpMkLst>
        </pc:grpChg>
        <pc:picChg chg="add mod">
          <ac:chgData name="Amy Peebles" userId="55df9692-3791-40ae-bd44-2b55daecbb6e" providerId="ADAL" clId="{D3360050-18F9-432F-A587-6618443B4E4C}" dt="2024-08-20T20:20:21.568" v="182"/>
          <ac:picMkLst>
            <pc:docMk/>
            <pc:sldMk cId="3156341667" sldId="283"/>
            <ac:picMk id="5" creationId="{5D7BF035-CA89-2A7E-8087-E945990A81FE}"/>
          </ac:picMkLst>
        </pc:picChg>
        <pc:picChg chg="del">
          <ac:chgData name="Amy Peebles" userId="55df9692-3791-40ae-bd44-2b55daecbb6e" providerId="ADAL" clId="{D3360050-18F9-432F-A587-6618443B4E4C}" dt="2024-08-20T20:19:51.224" v="165" actId="478"/>
          <ac:picMkLst>
            <pc:docMk/>
            <pc:sldMk cId="3156341667" sldId="283"/>
            <ac:picMk id="28" creationId="{452B24AB-F52D-D7DA-8C5B-1F77CD445BED}"/>
          </ac:picMkLst>
        </pc:picChg>
        <pc:cxnChg chg="mod">
          <ac:chgData name="Amy Peebles" userId="55df9692-3791-40ae-bd44-2b55daecbb6e" providerId="ADAL" clId="{D3360050-18F9-432F-A587-6618443B4E4C}" dt="2024-08-20T20:19:58.075" v="167" actId="478"/>
          <ac:cxnSpMkLst>
            <pc:docMk/>
            <pc:sldMk cId="3156341667" sldId="283"/>
            <ac:cxnSpMk id="38" creationId="{40D62B22-59E4-11C5-B210-B1B296749864}"/>
          </ac:cxnSpMkLst>
        </pc:cxnChg>
        <pc:cxnChg chg="del">
          <ac:chgData name="Amy Peebles" userId="55df9692-3791-40ae-bd44-2b55daecbb6e" providerId="ADAL" clId="{D3360050-18F9-432F-A587-6618443B4E4C}" dt="2024-08-20T20:19:58.075" v="167" actId="478"/>
          <ac:cxnSpMkLst>
            <pc:docMk/>
            <pc:sldMk cId="3156341667" sldId="283"/>
            <ac:cxnSpMk id="47" creationId="{A3BC1E19-3C7E-B112-4EE7-72CE0CE01ABA}"/>
          </ac:cxnSpMkLst>
        </pc:cxnChg>
        <pc:cxnChg chg="del">
          <ac:chgData name="Amy Peebles" userId="55df9692-3791-40ae-bd44-2b55daecbb6e" providerId="ADAL" clId="{D3360050-18F9-432F-A587-6618443B4E4C}" dt="2024-08-20T20:19:58.075" v="167" actId="478"/>
          <ac:cxnSpMkLst>
            <pc:docMk/>
            <pc:sldMk cId="3156341667" sldId="283"/>
            <ac:cxnSpMk id="48" creationId="{68214180-2BA9-2ECA-60CA-2EB28ED912E5}"/>
          </ac:cxnSpMkLst>
        </pc:cxnChg>
      </pc:sldChg>
      <pc:sldChg chg="addSp delSp modSp add mod">
        <pc:chgData name="Amy Peebles" userId="55df9692-3791-40ae-bd44-2b55daecbb6e" providerId="ADAL" clId="{D3360050-18F9-432F-A587-6618443B4E4C}" dt="2024-08-20T20:49:11.849" v="539" actId="20577"/>
        <pc:sldMkLst>
          <pc:docMk/>
          <pc:sldMk cId="2988029155" sldId="284"/>
        </pc:sldMkLst>
        <pc:spChg chg="mod">
          <ac:chgData name="Amy Peebles" userId="55df9692-3791-40ae-bd44-2b55daecbb6e" providerId="ADAL" clId="{D3360050-18F9-432F-A587-6618443B4E4C}" dt="2024-08-20T20:32:59.563" v="236" actId="20577"/>
          <ac:spMkLst>
            <pc:docMk/>
            <pc:sldMk cId="2988029155" sldId="284"/>
            <ac:spMk id="2" creationId="{296316A3-4112-9074-CADB-30E19A928CCE}"/>
          </ac:spMkLst>
        </pc:spChg>
        <pc:spChg chg="del mod">
          <ac:chgData name="Amy Peebles" userId="55df9692-3791-40ae-bd44-2b55daecbb6e" providerId="ADAL" clId="{D3360050-18F9-432F-A587-6618443B4E4C}" dt="2024-08-20T20:26:46.997" v="201" actId="478"/>
          <ac:spMkLst>
            <pc:docMk/>
            <pc:sldMk cId="2988029155" sldId="284"/>
            <ac:spMk id="3" creationId="{F381697E-D2DD-0969-78F4-313CB3EE9BDE}"/>
          </ac:spMkLst>
        </pc:spChg>
        <pc:spChg chg="del">
          <ac:chgData name="Amy Peebles" userId="55df9692-3791-40ae-bd44-2b55daecbb6e" providerId="ADAL" clId="{D3360050-18F9-432F-A587-6618443B4E4C}" dt="2024-08-20T20:33:05.090" v="239" actId="478"/>
          <ac:spMkLst>
            <pc:docMk/>
            <pc:sldMk cId="2988029155" sldId="284"/>
            <ac:spMk id="4" creationId="{A25B3825-38CB-B1CD-F314-B0A091FEE92F}"/>
          </ac:spMkLst>
        </pc:spChg>
        <pc:spChg chg="mod">
          <ac:chgData name="Amy Peebles" userId="55df9692-3791-40ae-bd44-2b55daecbb6e" providerId="ADAL" clId="{D3360050-18F9-432F-A587-6618443B4E4C}" dt="2024-08-20T20:49:11.849" v="539" actId="20577"/>
          <ac:spMkLst>
            <pc:docMk/>
            <pc:sldMk cId="2988029155" sldId="284"/>
            <ac:spMk id="7" creationId="{A0DBA413-FD07-4FC7-8F41-7770927D4CEE}"/>
          </ac:spMkLst>
        </pc:spChg>
        <pc:spChg chg="add del mod">
          <ac:chgData name="Amy Peebles" userId="55df9692-3791-40ae-bd44-2b55daecbb6e" providerId="ADAL" clId="{D3360050-18F9-432F-A587-6618443B4E4C}" dt="2024-08-20T20:33:03.778" v="238" actId="478"/>
          <ac:spMkLst>
            <pc:docMk/>
            <pc:sldMk cId="2988029155" sldId="284"/>
            <ac:spMk id="13" creationId="{A3108699-82A8-9FA2-3039-EA6875449ADC}"/>
          </ac:spMkLst>
        </pc:spChg>
        <pc:spChg chg="add del mod">
          <ac:chgData name="Amy Peebles" userId="55df9692-3791-40ae-bd44-2b55daecbb6e" providerId="ADAL" clId="{D3360050-18F9-432F-A587-6618443B4E4C}" dt="2024-08-20T20:26:49.862" v="202" actId="478"/>
          <ac:spMkLst>
            <pc:docMk/>
            <pc:sldMk cId="2988029155" sldId="284"/>
            <ac:spMk id="15" creationId="{415B9948-05F4-DC7B-CA83-66D4D776E927}"/>
          </ac:spMkLst>
        </pc:spChg>
        <pc:spChg chg="add mod">
          <ac:chgData name="Amy Peebles" userId="55df9692-3791-40ae-bd44-2b55daecbb6e" providerId="ADAL" clId="{D3360050-18F9-432F-A587-6618443B4E4C}" dt="2024-08-20T20:34:52.060" v="483" actId="20577"/>
          <ac:spMkLst>
            <pc:docMk/>
            <pc:sldMk cId="2988029155" sldId="284"/>
            <ac:spMk id="16" creationId="{47F960AD-6400-13FA-9224-65BD632922A2}"/>
          </ac:spMkLst>
        </pc:spChg>
        <pc:spChg chg="add del mod">
          <ac:chgData name="Amy Peebles" userId="55df9692-3791-40ae-bd44-2b55daecbb6e" providerId="ADAL" clId="{D3360050-18F9-432F-A587-6618443B4E4C}" dt="2024-08-20T20:33:02.354" v="237" actId="478"/>
          <ac:spMkLst>
            <pc:docMk/>
            <pc:sldMk cId="2988029155" sldId="284"/>
            <ac:spMk id="22" creationId="{B58A7397-2DE6-A501-4AFA-5E845492B293}"/>
          </ac:spMkLst>
        </pc:spChg>
        <pc:picChg chg="mod">
          <ac:chgData name="Amy Peebles" userId="55df9692-3791-40ae-bd44-2b55daecbb6e" providerId="ADAL" clId="{D3360050-18F9-432F-A587-6618443B4E4C}" dt="2024-08-20T20:33:47.270" v="293" actId="1076"/>
          <ac:picMkLst>
            <pc:docMk/>
            <pc:sldMk cId="2988029155" sldId="284"/>
            <ac:picMk id="5" creationId="{5D7BF035-CA89-2A7E-8087-E945990A81FE}"/>
          </ac:picMkLst>
        </pc:picChg>
        <pc:picChg chg="add mod">
          <ac:chgData name="Amy Peebles" userId="55df9692-3791-40ae-bd44-2b55daecbb6e" providerId="ADAL" clId="{D3360050-18F9-432F-A587-6618443B4E4C}" dt="2024-08-20T20:26:21.661" v="194"/>
          <ac:picMkLst>
            <pc:docMk/>
            <pc:sldMk cId="2988029155" sldId="284"/>
            <ac:picMk id="12" creationId="{B7E0547E-55CD-D604-A300-25EC17CD6C60}"/>
          </ac:picMkLst>
        </pc:picChg>
        <pc:cxnChg chg="add del mod">
          <ac:chgData name="Amy Peebles" userId="55df9692-3791-40ae-bd44-2b55daecbb6e" providerId="ADAL" clId="{D3360050-18F9-432F-A587-6618443B4E4C}" dt="2024-08-20T20:33:02.354" v="237" actId="478"/>
          <ac:cxnSpMkLst>
            <pc:docMk/>
            <pc:sldMk cId="2988029155" sldId="284"/>
            <ac:cxnSpMk id="18" creationId="{5893F1E4-7A0C-4475-5863-1DDD44D29F5E}"/>
          </ac:cxnSpMkLst>
        </pc:cxnChg>
      </pc:sldChg>
      <pc:sldMasterChg chg="modSldLayout">
        <pc:chgData name="Amy Peebles" userId="55df9692-3791-40ae-bd44-2b55daecbb6e" providerId="ADAL" clId="{D3360050-18F9-432F-A587-6618443B4E4C}" dt="2024-08-20T20:13:35.885" v="28" actId="20577"/>
        <pc:sldMasterMkLst>
          <pc:docMk/>
          <pc:sldMasterMk cId="2460954070" sldId="2147483660"/>
        </pc:sldMasterMkLst>
        <pc:sldLayoutChg chg="modSp mod">
          <pc:chgData name="Amy Peebles" userId="55df9692-3791-40ae-bd44-2b55daecbb6e" providerId="ADAL" clId="{D3360050-18F9-432F-A587-6618443B4E4C}" dt="2024-08-20T20:13:35.885" v="28" actId="20577"/>
          <pc:sldLayoutMkLst>
            <pc:docMk/>
            <pc:sldMasterMk cId="2460954070" sldId="2147483660"/>
            <pc:sldLayoutMk cId="1248076482" sldId="2147483662"/>
          </pc:sldLayoutMkLst>
          <pc:spChg chg="mod">
            <ac:chgData name="Amy Peebles" userId="55df9692-3791-40ae-bd44-2b55daecbb6e" providerId="ADAL" clId="{D3360050-18F9-432F-A587-6618443B4E4C}" dt="2024-08-20T20:13:35.885" v="28" actId="20577"/>
            <ac:spMkLst>
              <pc:docMk/>
              <pc:sldMasterMk cId="2460954070" sldId="2147483660"/>
              <pc:sldLayoutMk cId="1248076482" sldId="2147483662"/>
              <ac:spMk id="13" creationId="{F8E2B28E-7E33-9F12-1A55-A7BCF24D5CF2}"/>
            </ac:spMkLst>
          </pc:spChg>
        </pc:sldLayoutChg>
      </pc:sldMasterChg>
    </pc:docChg>
  </pc:docChgLst>
  <pc:docChgLst>
    <pc:chgData name="Amy Peebles" userId="55df9692-3791-40ae-bd44-2b55daecbb6e" providerId="ADAL" clId="{8E8CFCE0-A813-4583-B866-27C9E921069E}"/>
    <pc:docChg chg="delSld">
      <pc:chgData name="Amy Peebles" userId="55df9692-3791-40ae-bd44-2b55daecbb6e" providerId="ADAL" clId="{8E8CFCE0-A813-4583-B866-27C9E921069E}" dt="2024-10-12T13:36:57.889" v="0" actId="47"/>
      <pc:docMkLst>
        <pc:docMk/>
      </pc:docMkLst>
      <pc:sldChg chg="del">
        <pc:chgData name="Amy Peebles" userId="55df9692-3791-40ae-bd44-2b55daecbb6e" providerId="ADAL" clId="{8E8CFCE0-A813-4583-B866-27C9E921069E}" dt="2024-10-12T13:36:57.889" v="0" actId="47"/>
        <pc:sldMkLst>
          <pc:docMk/>
          <pc:sldMk cId="3141929425" sldId="299"/>
        </pc:sldMkLst>
      </pc:sldChg>
    </pc:docChg>
  </pc:docChgLst>
  <pc:docChgLst>
    <pc:chgData name="Rebecca Loveday" userId="25078eec-4bf6-4221-9f95-79c6465a89d5" providerId="ADAL" clId="{95A72C89-2E32-4D18-B2CB-16660F2EA529}"/>
    <pc:docChg chg="modSld">
      <pc:chgData name="Rebecca Loveday" userId="25078eec-4bf6-4221-9f95-79c6465a89d5" providerId="ADAL" clId="{95A72C89-2E32-4D18-B2CB-16660F2EA529}" dt="2025-01-13T16:31:20.146" v="13" actId="1076"/>
      <pc:docMkLst>
        <pc:docMk/>
      </pc:docMkLst>
      <pc:sldChg chg="modSp mod">
        <pc:chgData name="Rebecca Loveday" userId="25078eec-4bf6-4221-9f95-79c6465a89d5" providerId="ADAL" clId="{95A72C89-2E32-4D18-B2CB-16660F2EA529}" dt="2025-01-13T16:31:20.146" v="13" actId="1076"/>
        <pc:sldMkLst>
          <pc:docMk/>
          <pc:sldMk cId="1625359477" sldId="311"/>
        </pc:sldMkLst>
        <pc:spChg chg="mod">
          <ac:chgData name="Rebecca Loveday" userId="25078eec-4bf6-4221-9f95-79c6465a89d5" providerId="ADAL" clId="{95A72C89-2E32-4D18-B2CB-16660F2EA529}" dt="2025-01-13T16:30:46.357" v="1" actId="14100"/>
          <ac:spMkLst>
            <pc:docMk/>
            <pc:sldMk cId="1625359477" sldId="311"/>
            <ac:spMk id="7" creationId="{9CD4AB4C-7FAF-546F-0382-0CD0B7345C5E}"/>
          </ac:spMkLst>
        </pc:spChg>
        <pc:spChg chg="mod">
          <ac:chgData name="Rebecca Loveday" userId="25078eec-4bf6-4221-9f95-79c6465a89d5" providerId="ADAL" clId="{95A72C89-2E32-4D18-B2CB-16660F2EA529}" dt="2025-01-13T16:30:53.965" v="10" actId="1037"/>
          <ac:spMkLst>
            <pc:docMk/>
            <pc:sldMk cId="1625359477" sldId="311"/>
            <ac:spMk id="9" creationId="{6BC08D29-ED2C-1C0E-3088-BE1C33399C54}"/>
          </ac:spMkLst>
        </pc:spChg>
        <pc:picChg chg="mod">
          <ac:chgData name="Rebecca Loveday" userId="25078eec-4bf6-4221-9f95-79c6465a89d5" providerId="ADAL" clId="{95A72C89-2E32-4D18-B2CB-16660F2EA529}" dt="2025-01-13T16:31:13.507" v="12" actId="1076"/>
          <ac:picMkLst>
            <pc:docMk/>
            <pc:sldMk cId="1625359477" sldId="311"/>
            <ac:picMk id="11" creationId="{2B281777-DC0C-6496-BAAA-E39AFD96E6DB}"/>
          </ac:picMkLst>
        </pc:picChg>
        <pc:picChg chg="mod">
          <ac:chgData name="Rebecca Loveday" userId="25078eec-4bf6-4221-9f95-79c6465a89d5" providerId="ADAL" clId="{95A72C89-2E32-4D18-B2CB-16660F2EA529}" dt="2025-01-13T16:31:20.146" v="13" actId="1076"/>
          <ac:picMkLst>
            <pc:docMk/>
            <pc:sldMk cId="1625359477" sldId="311"/>
            <ac:picMk id="3074" creationId="{1BBB476B-70F7-769D-26CC-738D458A4DF9}"/>
          </ac:picMkLst>
        </pc:picChg>
      </pc:sldChg>
    </pc:docChg>
  </pc:docChgLst>
  <pc:docChgLst>
    <pc:chgData name="Amy Peebles" userId="aefda011-9cbe-47a6-821c-afbe9595bac5" providerId="ADAL" clId="{49812E3D-2A41-4914-A594-53907FFE89C7}"/>
    <pc:docChg chg="undo custSel addSld delSld modSld sldOrd">
      <pc:chgData name="Amy Peebles" userId="aefda011-9cbe-47a6-821c-afbe9595bac5" providerId="ADAL" clId="{49812E3D-2A41-4914-A594-53907FFE89C7}" dt="2022-02-22T12:15:58.492" v="3616" actId="20577"/>
      <pc:docMkLst>
        <pc:docMk/>
      </pc:docMkLst>
      <pc:sldChg chg="addSp delSp modSp modNotesTx">
        <pc:chgData name="Amy Peebles" userId="aefda011-9cbe-47a6-821c-afbe9595bac5" providerId="ADAL" clId="{49812E3D-2A41-4914-A594-53907FFE89C7}" dt="2022-02-22T12:15:58.492" v="3616" actId="20577"/>
        <pc:sldMkLst>
          <pc:docMk/>
          <pc:sldMk cId="1525812660" sldId="256"/>
        </pc:sldMkLst>
        <pc:spChg chg="mod">
          <ac:chgData name="Amy Peebles" userId="aefda011-9cbe-47a6-821c-afbe9595bac5" providerId="ADAL" clId="{49812E3D-2A41-4914-A594-53907FFE89C7}" dt="2022-02-21T18:07:16.738" v="3315" actId="20577"/>
          <ac:spMkLst>
            <pc:docMk/>
            <pc:sldMk cId="1525812660" sldId="256"/>
            <ac:spMk id="3" creationId="{884C1575-076A-4734-B8B1-38C49C27D675}"/>
          </ac:spMkLst>
        </pc:spChg>
        <pc:spChg chg="mod">
          <ac:chgData name="Amy Peebles" userId="aefda011-9cbe-47a6-821c-afbe9595bac5" providerId="ADAL" clId="{49812E3D-2A41-4914-A594-53907FFE89C7}" dt="2022-02-21T18:07:29.022" v="3385" actId="20577"/>
          <ac:spMkLst>
            <pc:docMk/>
            <pc:sldMk cId="1525812660" sldId="256"/>
            <ac:spMk id="4" creationId="{62BF0288-41F0-4D6F-B55A-AE5504CECBFB}"/>
          </ac:spMkLst>
        </pc:spChg>
        <pc:spChg chg="mod">
          <ac:chgData name="Amy Peebles" userId="aefda011-9cbe-47a6-821c-afbe9595bac5" providerId="ADAL" clId="{49812E3D-2A41-4914-A594-53907FFE89C7}" dt="2022-02-21T18:08:10.567" v="3544" actId="20577"/>
          <ac:spMkLst>
            <pc:docMk/>
            <pc:sldMk cId="1525812660" sldId="256"/>
            <ac:spMk id="5" creationId="{6A77157F-5585-424E-A79A-8146B9D7B704}"/>
          </ac:spMkLst>
        </pc:spChg>
        <pc:spChg chg="mod">
          <ac:chgData name="Amy Peebles" userId="aefda011-9cbe-47a6-821c-afbe9595bac5" providerId="ADAL" clId="{49812E3D-2A41-4914-A594-53907FFE89C7}" dt="2022-02-21T18:07:49.239" v="3484" actId="20577"/>
          <ac:spMkLst>
            <pc:docMk/>
            <pc:sldMk cId="1525812660" sldId="256"/>
            <ac:spMk id="6" creationId="{82C7ACAA-7AB6-440C-B4E3-C6DC8FEABEC8}"/>
          </ac:spMkLst>
        </pc:spChg>
        <pc:spChg chg="mod">
          <ac:chgData name="Amy Peebles" userId="aefda011-9cbe-47a6-821c-afbe9595bac5" providerId="ADAL" clId="{49812E3D-2A41-4914-A594-53907FFE89C7}" dt="2022-02-21T16:39:05.928" v="50" actId="20577"/>
          <ac:spMkLst>
            <pc:docMk/>
            <pc:sldMk cId="1525812660" sldId="256"/>
            <ac:spMk id="7" creationId="{A0DBA413-FD07-4FC7-8F41-7770927D4CEE}"/>
          </ac:spMkLst>
        </pc:spChg>
        <pc:spChg chg="mod">
          <ac:chgData name="Amy Peebles" userId="aefda011-9cbe-47a6-821c-afbe9595bac5" providerId="ADAL" clId="{49812E3D-2A41-4914-A594-53907FFE89C7}" dt="2022-02-22T12:15:58.492" v="3616" actId="20577"/>
          <ac:spMkLst>
            <pc:docMk/>
            <pc:sldMk cId="1525812660" sldId="256"/>
            <ac:spMk id="8" creationId="{E8C238C8-0768-4B16-9C70-847DCEE79A24}"/>
          </ac:spMkLst>
        </pc:spChg>
        <pc:spChg chg="add del mod">
          <ac:chgData name="Amy Peebles" userId="aefda011-9cbe-47a6-821c-afbe9595bac5" providerId="ADAL" clId="{49812E3D-2A41-4914-A594-53907FFE89C7}" dt="2022-02-21T17:06:21.417" v="351" actId="478"/>
          <ac:spMkLst>
            <pc:docMk/>
            <pc:sldMk cId="1525812660" sldId="256"/>
            <ac:spMk id="9" creationId="{BA9880D2-2C20-4DE6-861B-9D10C0313DD1}"/>
          </ac:spMkLst>
        </pc:spChg>
        <pc:picChg chg="add del mod">
          <ac:chgData name="Amy Peebles" userId="aefda011-9cbe-47a6-821c-afbe9595bac5" providerId="ADAL" clId="{49812E3D-2A41-4914-A594-53907FFE89C7}" dt="2022-02-22T12:15:24.891" v="3556" actId="478"/>
          <ac:picMkLst>
            <pc:docMk/>
            <pc:sldMk cId="1525812660" sldId="256"/>
            <ac:picMk id="2" creationId="{9C188D11-80DB-45B7-9A2F-91B3F5E9C7EF}"/>
          </ac:picMkLst>
        </pc:picChg>
      </pc:sldChg>
      <pc:sldChg chg="addSp delSp modSp add del ord delAnim modAnim modNotesTx">
        <pc:chgData name="Amy Peebles" userId="aefda011-9cbe-47a6-821c-afbe9595bac5" providerId="ADAL" clId="{49812E3D-2A41-4914-A594-53907FFE89C7}" dt="2022-02-21T17:59:41.297" v="2800" actId="2696"/>
        <pc:sldMkLst>
          <pc:docMk/>
          <pc:sldMk cId="3860271575" sldId="257"/>
        </pc:sldMkLst>
        <pc:spChg chg="add del">
          <ac:chgData name="Amy Peebles" userId="aefda011-9cbe-47a6-821c-afbe9595bac5" providerId="ADAL" clId="{49812E3D-2A41-4914-A594-53907FFE89C7}" dt="2022-02-21T17:46:24.446" v="2144"/>
          <ac:spMkLst>
            <pc:docMk/>
            <pc:sldMk cId="3860271575" sldId="257"/>
            <ac:spMk id="2" creationId="{7C343408-975B-49B7-B918-B4C821508A51}"/>
          </ac:spMkLst>
        </pc:spChg>
        <pc:spChg chg="del">
          <ac:chgData name="Amy Peebles" userId="aefda011-9cbe-47a6-821c-afbe9595bac5" providerId="ADAL" clId="{49812E3D-2A41-4914-A594-53907FFE89C7}" dt="2022-02-21T16:53:10.873" v="259" actId="478"/>
          <ac:spMkLst>
            <pc:docMk/>
            <pc:sldMk cId="3860271575" sldId="257"/>
            <ac:spMk id="3" creationId="{884C1575-076A-4734-B8B1-38C49C27D675}"/>
          </ac:spMkLst>
        </pc:spChg>
        <pc:spChg chg="del">
          <ac:chgData name="Amy Peebles" userId="aefda011-9cbe-47a6-821c-afbe9595bac5" providerId="ADAL" clId="{49812E3D-2A41-4914-A594-53907FFE89C7}" dt="2022-02-21T16:53:10.873" v="259" actId="478"/>
          <ac:spMkLst>
            <pc:docMk/>
            <pc:sldMk cId="3860271575" sldId="257"/>
            <ac:spMk id="4" creationId="{62BF0288-41F0-4D6F-B55A-AE5504CECBFB}"/>
          </ac:spMkLst>
        </pc:spChg>
        <pc:spChg chg="del">
          <ac:chgData name="Amy Peebles" userId="aefda011-9cbe-47a6-821c-afbe9595bac5" providerId="ADAL" clId="{49812E3D-2A41-4914-A594-53907FFE89C7}" dt="2022-02-21T16:53:10.873" v="259" actId="478"/>
          <ac:spMkLst>
            <pc:docMk/>
            <pc:sldMk cId="3860271575" sldId="257"/>
            <ac:spMk id="5" creationId="{6A77157F-5585-424E-A79A-8146B9D7B704}"/>
          </ac:spMkLst>
        </pc:spChg>
        <pc:spChg chg="del">
          <ac:chgData name="Amy Peebles" userId="aefda011-9cbe-47a6-821c-afbe9595bac5" providerId="ADAL" clId="{49812E3D-2A41-4914-A594-53907FFE89C7}" dt="2022-02-21T16:53:10.873" v="259" actId="478"/>
          <ac:spMkLst>
            <pc:docMk/>
            <pc:sldMk cId="3860271575" sldId="257"/>
            <ac:spMk id="6" creationId="{82C7ACAA-7AB6-440C-B4E3-C6DC8FEABEC8}"/>
          </ac:spMkLst>
        </pc:spChg>
        <pc:spChg chg="mod">
          <ac:chgData name="Amy Peebles" userId="aefda011-9cbe-47a6-821c-afbe9595bac5" providerId="ADAL" clId="{49812E3D-2A41-4914-A594-53907FFE89C7}" dt="2022-02-21T16:39:14.642" v="73" actId="20577"/>
          <ac:spMkLst>
            <pc:docMk/>
            <pc:sldMk cId="3860271575" sldId="257"/>
            <ac:spMk id="7" creationId="{A0DBA413-FD07-4FC7-8F41-7770927D4CEE}"/>
          </ac:spMkLst>
        </pc:spChg>
        <pc:spChg chg="del mod">
          <ac:chgData name="Amy Peebles" userId="aefda011-9cbe-47a6-821c-afbe9595bac5" providerId="ADAL" clId="{49812E3D-2A41-4914-A594-53907FFE89C7}" dt="2022-02-21T17:45:06.491" v="2139" actId="478"/>
          <ac:spMkLst>
            <pc:docMk/>
            <pc:sldMk cId="3860271575" sldId="257"/>
            <ac:spMk id="8" creationId="{E8C238C8-0768-4B16-9C70-847DCEE79A24}"/>
          </ac:spMkLst>
        </pc:spChg>
        <pc:spChg chg="add mod">
          <ac:chgData name="Amy Peebles" userId="aefda011-9cbe-47a6-821c-afbe9595bac5" providerId="ADAL" clId="{49812E3D-2A41-4914-A594-53907FFE89C7}" dt="2022-02-21T17:56:53.771" v="2562"/>
          <ac:spMkLst>
            <pc:docMk/>
            <pc:sldMk cId="3860271575" sldId="257"/>
            <ac:spMk id="10" creationId="{5B0B0C20-B733-426C-8121-CC4D8297C435}"/>
          </ac:spMkLst>
        </pc:spChg>
        <pc:spChg chg="add mod">
          <ac:chgData name="Amy Peebles" userId="aefda011-9cbe-47a6-821c-afbe9595bac5" providerId="ADAL" clId="{49812E3D-2A41-4914-A594-53907FFE89C7}" dt="2022-02-21T17:57:10.126" v="2568" actId="1076"/>
          <ac:spMkLst>
            <pc:docMk/>
            <pc:sldMk cId="3860271575" sldId="257"/>
            <ac:spMk id="13" creationId="{8A920910-64EE-4413-AE25-635A5D5C1F44}"/>
          </ac:spMkLst>
        </pc:spChg>
        <pc:picChg chg="add del mod">
          <ac:chgData name="Amy Peebles" userId="aefda011-9cbe-47a6-821c-afbe9595bac5" providerId="ADAL" clId="{49812E3D-2A41-4914-A594-53907FFE89C7}" dt="2022-02-21T17:46:06.086" v="2142" actId="478"/>
          <ac:picMkLst>
            <pc:docMk/>
            <pc:sldMk cId="3860271575" sldId="257"/>
            <ac:picMk id="9" creationId="{38AD24A2-8F85-4E96-B5C2-FFE7D82FE136}"/>
          </ac:picMkLst>
        </pc:picChg>
        <pc:picChg chg="add del mod">
          <ac:chgData name="Amy Peebles" userId="aefda011-9cbe-47a6-821c-afbe9595bac5" providerId="ADAL" clId="{49812E3D-2A41-4914-A594-53907FFE89C7}" dt="2022-02-21T17:59:31.418" v="2796"/>
          <ac:picMkLst>
            <pc:docMk/>
            <pc:sldMk cId="3860271575" sldId="257"/>
            <ac:picMk id="11" creationId="{D2B9E30C-AD7A-412A-8133-4AA84CEAB0C3}"/>
          </ac:picMkLst>
        </pc:picChg>
        <pc:picChg chg="add mod modCrop">
          <ac:chgData name="Amy Peebles" userId="aefda011-9cbe-47a6-821c-afbe9595bac5" providerId="ADAL" clId="{49812E3D-2A41-4914-A594-53907FFE89C7}" dt="2022-02-21T17:54:16.533" v="2528" actId="1076"/>
          <ac:picMkLst>
            <pc:docMk/>
            <pc:sldMk cId="3860271575" sldId="257"/>
            <ac:picMk id="12" creationId="{8591499E-443F-44AB-8E4F-F684BD794957}"/>
          </ac:picMkLst>
        </pc:picChg>
        <pc:picChg chg="add mod modCrop">
          <ac:chgData name="Amy Peebles" userId="aefda011-9cbe-47a6-821c-afbe9595bac5" providerId="ADAL" clId="{49812E3D-2A41-4914-A594-53907FFE89C7}" dt="2022-02-21T17:54:18.333" v="2529" actId="1076"/>
          <ac:picMkLst>
            <pc:docMk/>
            <pc:sldMk cId="3860271575" sldId="257"/>
            <ac:picMk id="6146" creationId="{24D678AA-318A-4137-920E-6813AA201434}"/>
          </ac:picMkLst>
        </pc:picChg>
      </pc:sldChg>
      <pc:sldChg chg="addSp delSp modSp add modAnim">
        <pc:chgData name="Amy Peebles" userId="aefda011-9cbe-47a6-821c-afbe9595bac5" providerId="ADAL" clId="{49812E3D-2A41-4914-A594-53907FFE89C7}" dt="2022-02-21T18:08:16.160" v="3546"/>
        <pc:sldMkLst>
          <pc:docMk/>
          <pc:sldMk cId="3001956803" sldId="258"/>
        </pc:sldMkLst>
        <pc:spChg chg="del">
          <ac:chgData name="Amy Peebles" userId="aefda011-9cbe-47a6-821c-afbe9595bac5" providerId="ADAL" clId="{49812E3D-2A41-4914-A594-53907FFE89C7}" dt="2022-02-21T16:53:07.260" v="258" actId="478"/>
          <ac:spMkLst>
            <pc:docMk/>
            <pc:sldMk cId="3001956803" sldId="258"/>
            <ac:spMk id="3" creationId="{884C1575-076A-4734-B8B1-38C49C27D675}"/>
          </ac:spMkLst>
        </pc:spChg>
        <pc:spChg chg="del">
          <ac:chgData name="Amy Peebles" userId="aefda011-9cbe-47a6-821c-afbe9595bac5" providerId="ADAL" clId="{49812E3D-2A41-4914-A594-53907FFE89C7}" dt="2022-02-21T16:53:07.260" v="258" actId="478"/>
          <ac:spMkLst>
            <pc:docMk/>
            <pc:sldMk cId="3001956803" sldId="258"/>
            <ac:spMk id="4" creationId="{62BF0288-41F0-4D6F-B55A-AE5504CECBFB}"/>
          </ac:spMkLst>
        </pc:spChg>
        <pc:spChg chg="del">
          <ac:chgData name="Amy Peebles" userId="aefda011-9cbe-47a6-821c-afbe9595bac5" providerId="ADAL" clId="{49812E3D-2A41-4914-A594-53907FFE89C7}" dt="2022-02-21T16:53:07.260" v="258" actId="478"/>
          <ac:spMkLst>
            <pc:docMk/>
            <pc:sldMk cId="3001956803" sldId="258"/>
            <ac:spMk id="5" creationId="{6A77157F-5585-424E-A79A-8146B9D7B704}"/>
          </ac:spMkLst>
        </pc:spChg>
        <pc:spChg chg="del">
          <ac:chgData name="Amy Peebles" userId="aefda011-9cbe-47a6-821c-afbe9595bac5" providerId="ADAL" clId="{49812E3D-2A41-4914-A594-53907FFE89C7}" dt="2022-02-21T16:53:07.260" v="258" actId="478"/>
          <ac:spMkLst>
            <pc:docMk/>
            <pc:sldMk cId="3001956803" sldId="258"/>
            <ac:spMk id="6" creationId="{82C7ACAA-7AB6-440C-B4E3-C6DC8FEABEC8}"/>
          </ac:spMkLst>
        </pc:spChg>
        <pc:spChg chg="mod">
          <ac:chgData name="Amy Peebles" userId="aefda011-9cbe-47a6-821c-afbe9595bac5" providerId="ADAL" clId="{49812E3D-2A41-4914-A594-53907FFE89C7}" dt="2022-02-21T17:07:03.617" v="470" actId="255"/>
          <ac:spMkLst>
            <pc:docMk/>
            <pc:sldMk cId="3001956803" sldId="258"/>
            <ac:spMk id="8" creationId="{E8C238C8-0768-4B16-9C70-847DCEE79A24}"/>
          </ac:spMkLst>
        </pc:spChg>
        <pc:spChg chg="del">
          <ac:chgData name="Amy Peebles" userId="aefda011-9cbe-47a6-821c-afbe9595bac5" providerId="ADAL" clId="{49812E3D-2A41-4914-A594-53907FFE89C7}" dt="2022-02-21T16:53:44.361" v="263" actId="478"/>
          <ac:spMkLst>
            <pc:docMk/>
            <pc:sldMk cId="3001956803" sldId="258"/>
            <ac:spMk id="9" creationId="{BA9880D2-2C20-4DE6-861B-9D10C0313DD1}"/>
          </ac:spMkLst>
        </pc:spChg>
        <pc:spChg chg="add mod">
          <ac:chgData name="Amy Peebles" userId="aefda011-9cbe-47a6-821c-afbe9595bac5" providerId="ADAL" clId="{49812E3D-2A41-4914-A594-53907FFE89C7}" dt="2022-02-21T17:18:52.181" v="924" actId="1076"/>
          <ac:spMkLst>
            <pc:docMk/>
            <pc:sldMk cId="3001956803" sldId="258"/>
            <ac:spMk id="10" creationId="{6C6EF02D-658A-49D6-9CA4-A26913E65DDA}"/>
          </ac:spMkLst>
        </pc:spChg>
        <pc:spChg chg="add mod">
          <ac:chgData name="Amy Peebles" userId="aefda011-9cbe-47a6-821c-afbe9595bac5" providerId="ADAL" clId="{49812E3D-2A41-4914-A594-53907FFE89C7}" dt="2022-02-21T17:33:03.273" v="1552" actId="1076"/>
          <ac:spMkLst>
            <pc:docMk/>
            <pc:sldMk cId="3001956803" sldId="258"/>
            <ac:spMk id="11" creationId="{29097B6C-18D3-45CD-BADC-A417D118B7CB}"/>
          </ac:spMkLst>
        </pc:spChg>
        <pc:spChg chg="add">
          <ac:chgData name="Amy Peebles" userId="aefda011-9cbe-47a6-821c-afbe9595bac5" providerId="ADAL" clId="{49812E3D-2A41-4914-A594-53907FFE89C7}" dt="2022-02-21T18:08:16.160" v="3546"/>
          <ac:spMkLst>
            <pc:docMk/>
            <pc:sldMk cId="3001956803" sldId="258"/>
            <ac:spMk id="15" creationId="{AABD4186-0013-4A99-A878-7207493B6CB0}"/>
          </ac:spMkLst>
        </pc:spChg>
        <pc:spChg chg="add">
          <ac:chgData name="Amy Peebles" userId="aefda011-9cbe-47a6-821c-afbe9595bac5" providerId="ADAL" clId="{49812E3D-2A41-4914-A594-53907FFE89C7}" dt="2022-02-21T18:08:16.160" v="3546"/>
          <ac:spMkLst>
            <pc:docMk/>
            <pc:sldMk cId="3001956803" sldId="258"/>
            <ac:spMk id="16" creationId="{BECB8FE4-0877-41B3-A9BF-E16C6186BE3F}"/>
          </ac:spMkLst>
        </pc:spChg>
        <pc:spChg chg="add">
          <ac:chgData name="Amy Peebles" userId="aefda011-9cbe-47a6-821c-afbe9595bac5" providerId="ADAL" clId="{49812E3D-2A41-4914-A594-53907FFE89C7}" dt="2022-02-21T18:08:16.160" v="3546"/>
          <ac:spMkLst>
            <pc:docMk/>
            <pc:sldMk cId="3001956803" sldId="258"/>
            <ac:spMk id="17" creationId="{BD0C72A1-B898-4D33-8A11-0863A3168C7F}"/>
          </ac:spMkLst>
        </pc:spChg>
        <pc:spChg chg="add">
          <ac:chgData name="Amy Peebles" userId="aefda011-9cbe-47a6-821c-afbe9595bac5" providerId="ADAL" clId="{49812E3D-2A41-4914-A594-53907FFE89C7}" dt="2022-02-21T18:08:16.160" v="3546"/>
          <ac:spMkLst>
            <pc:docMk/>
            <pc:sldMk cId="3001956803" sldId="258"/>
            <ac:spMk id="18" creationId="{736DE29C-C31F-422A-AE9E-045209146C7F}"/>
          </ac:spMkLst>
        </pc:spChg>
        <pc:picChg chg="del">
          <ac:chgData name="Amy Peebles" userId="aefda011-9cbe-47a6-821c-afbe9595bac5" providerId="ADAL" clId="{49812E3D-2A41-4914-A594-53907FFE89C7}" dt="2022-02-21T16:53:32.857" v="260" actId="478"/>
          <ac:picMkLst>
            <pc:docMk/>
            <pc:sldMk cId="3001956803" sldId="258"/>
            <ac:picMk id="2" creationId="{9C188D11-80DB-45B7-9A2F-91B3F5E9C7EF}"/>
          </ac:picMkLst>
        </pc:picChg>
        <pc:picChg chg="add mod">
          <ac:chgData name="Amy Peebles" userId="aefda011-9cbe-47a6-821c-afbe9595bac5" providerId="ADAL" clId="{49812E3D-2A41-4914-A594-53907FFE89C7}" dt="2022-02-21T17:09:20.722" v="490" actId="1076"/>
          <ac:picMkLst>
            <pc:docMk/>
            <pc:sldMk cId="3001956803" sldId="258"/>
            <ac:picMk id="1026" creationId="{604025D5-D533-43E4-A10E-3E95100F4C85}"/>
          </ac:picMkLst>
        </pc:picChg>
        <pc:picChg chg="add mod">
          <ac:chgData name="Amy Peebles" userId="aefda011-9cbe-47a6-821c-afbe9595bac5" providerId="ADAL" clId="{49812E3D-2A41-4914-A594-53907FFE89C7}" dt="2022-02-21T17:18:30.765" v="915" actId="1076"/>
          <ac:picMkLst>
            <pc:docMk/>
            <pc:sldMk cId="3001956803" sldId="258"/>
            <ac:picMk id="1028" creationId="{C15AD236-E01C-493B-AC84-56E736A3508E}"/>
          </ac:picMkLst>
        </pc:picChg>
        <pc:picChg chg="add mod">
          <ac:chgData name="Amy Peebles" userId="aefda011-9cbe-47a6-821c-afbe9595bac5" providerId="ADAL" clId="{49812E3D-2A41-4914-A594-53907FFE89C7}" dt="2022-02-21T17:18:45.973" v="922" actId="1076"/>
          <ac:picMkLst>
            <pc:docMk/>
            <pc:sldMk cId="3001956803" sldId="258"/>
            <ac:picMk id="1030" creationId="{E3646B6B-A3F9-40D7-B292-0F1A0A54C98D}"/>
          </ac:picMkLst>
        </pc:picChg>
      </pc:sldChg>
      <pc:sldChg chg="addSp delSp modSp add modAnim">
        <pc:chgData name="Amy Peebles" userId="aefda011-9cbe-47a6-821c-afbe9595bac5" providerId="ADAL" clId="{49812E3D-2A41-4914-A594-53907FFE89C7}" dt="2022-02-21T18:08:17.668" v="3547"/>
        <pc:sldMkLst>
          <pc:docMk/>
          <pc:sldMk cId="680552496" sldId="259"/>
        </pc:sldMkLst>
        <pc:spChg chg="mod">
          <ac:chgData name="Amy Peebles" userId="aefda011-9cbe-47a6-821c-afbe9595bac5" providerId="ADAL" clId="{49812E3D-2A41-4914-A594-53907FFE89C7}" dt="2022-02-21T17:12:35.028" v="649" actId="20577"/>
          <ac:spMkLst>
            <pc:docMk/>
            <pc:sldMk cId="680552496" sldId="259"/>
            <ac:spMk id="8" creationId="{E8C238C8-0768-4B16-9C70-847DCEE79A24}"/>
          </ac:spMkLst>
        </pc:spChg>
        <pc:spChg chg="mod">
          <ac:chgData name="Amy Peebles" userId="aefda011-9cbe-47a6-821c-afbe9595bac5" providerId="ADAL" clId="{49812E3D-2A41-4914-A594-53907FFE89C7}" dt="2022-02-21T17:18:23.645" v="914" actId="1076"/>
          <ac:spMkLst>
            <pc:docMk/>
            <pc:sldMk cId="680552496" sldId="259"/>
            <ac:spMk id="10" creationId="{6C6EF02D-658A-49D6-9CA4-A26913E65DDA}"/>
          </ac:spMkLst>
        </pc:spChg>
        <pc:spChg chg="add mod">
          <ac:chgData name="Amy Peebles" userId="aefda011-9cbe-47a6-821c-afbe9595bac5" providerId="ADAL" clId="{49812E3D-2A41-4914-A594-53907FFE89C7}" dt="2022-02-21T17:33:34.361" v="1588" actId="1076"/>
          <ac:spMkLst>
            <pc:docMk/>
            <pc:sldMk cId="680552496" sldId="259"/>
            <ac:spMk id="11" creationId="{7937316E-1156-4237-8DCE-7ACB4AE21199}"/>
          </ac:spMkLst>
        </pc:spChg>
        <pc:spChg chg="add del">
          <ac:chgData name="Amy Peebles" userId="aefda011-9cbe-47a6-821c-afbe9595bac5" providerId="ADAL" clId="{49812E3D-2A41-4914-A594-53907FFE89C7}" dt="2022-02-21T17:33:36.940" v="1592"/>
          <ac:spMkLst>
            <pc:docMk/>
            <pc:sldMk cId="680552496" sldId="259"/>
            <ac:spMk id="12" creationId="{65403ABB-426D-46D1-8912-6D68B1571E55}"/>
          </ac:spMkLst>
        </pc:spChg>
        <pc:spChg chg="add">
          <ac:chgData name="Amy Peebles" userId="aefda011-9cbe-47a6-821c-afbe9595bac5" providerId="ADAL" clId="{49812E3D-2A41-4914-A594-53907FFE89C7}" dt="2022-02-21T18:08:17.668" v="3547"/>
          <ac:spMkLst>
            <pc:docMk/>
            <pc:sldMk cId="680552496" sldId="259"/>
            <ac:spMk id="13" creationId="{CF870F79-2C78-41E0-96B4-61C9089B2D95}"/>
          </ac:spMkLst>
        </pc:spChg>
        <pc:spChg chg="add">
          <ac:chgData name="Amy Peebles" userId="aefda011-9cbe-47a6-821c-afbe9595bac5" providerId="ADAL" clId="{49812E3D-2A41-4914-A594-53907FFE89C7}" dt="2022-02-21T18:08:17.668" v="3547"/>
          <ac:spMkLst>
            <pc:docMk/>
            <pc:sldMk cId="680552496" sldId="259"/>
            <ac:spMk id="14" creationId="{84FF5DA4-B7B5-4FF4-8013-F2C1ED70DED2}"/>
          </ac:spMkLst>
        </pc:spChg>
        <pc:spChg chg="add">
          <ac:chgData name="Amy Peebles" userId="aefda011-9cbe-47a6-821c-afbe9595bac5" providerId="ADAL" clId="{49812E3D-2A41-4914-A594-53907FFE89C7}" dt="2022-02-21T18:08:17.668" v="3547"/>
          <ac:spMkLst>
            <pc:docMk/>
            <pc:sldMk cId="680552496" sldId="259"/>
            <ac:spMk id="15" creationId="{5FDDB910-2429-4C24-B6FC-619F9199740B}"/>
          </ac:spMkLst>
        </pc:spChg>
        <pc:spChg chg="add">
          <ac:chgData name="Amy Peebles" userId="aefda011-9cbe-47a6-821c-afbe9595bac5" providerId="ADAL" clId="{49812E3D-2A41-4914-A594-53907FFE89C7}" dt="2022-02-21T18:08:17.668" v="3547"/>
          <ac:spMkLst>
            <pc:docMk/>
            <pc:sldMk cId="680552496" sldId="259"/>
            <ac:spMk id="16" creationId="{E27FD026-EE6C-4F27-AECF-16992809D849}"/>
          </ac:spMkLst>
        </pc:spChg>
        <pc:picChg chg="del">
          <ac:chgData name="Amy Peebles" userId="aefda011-9cbe-47a6-821c-afbe9595bac5" providerId="ADAL" clId="{49812E3D-2A41-4914-A594-53907FFE89C7}" dt="2022-02-21T17:12:37.068" v="650" actId="478"/>
          <ac:picMkLst>
            <pc:docMk/>
            <pc:sldMk cId="680552496" sldId="259"/>
            <ac:picMk id="1026" creationId="{604025D5-D533-43E4-A10E-3E95100F4C85}"/>
          </ac:picMkLst>
        </pc:picChg>
        <pc:picChg chg="del">
          <ac:chgData name="Amy Peebles" userId="aefda011-9cbe-47a6-821c-afbe9595bac5" providerId="ADAL" clId="{49812E3D-2A41-4914-A594-53907FFE89C7}" dt="2022-02-21T17:14:24.739" v="676" actId="478"/>
          <ac:picMkLst>
            <pc:docMk/>
            <pc:sldMk cId="680552496" sldId="259"/>
            <ac:picMk id="1028" creationId="{C15AD236-E01C-493B-AC84-56E736A3508E}"/>
          </ac:picMkLst>
        </pc:picChg>
        <pc:picChg chg="mod">
          <ac:chgData name="Amy Peebles" userId="aefda011-9cbe-47a6-821c-afbe9595bac5" providerId="ADAL" clId="{49812E3D-2A41-4914-A594-53907FFE89C7}" dt="2022-02-21T17:17:21.165" v="713" actId="1076"/>
          <ac:picMkLst>
            <pc:docMk/>
            <pc:sldMk cId="680552496" sldId="259"/>
            <ac:picMk id="1030" creationId="{E3646B6B-A3F9-40D7-B292-0F1A0A54C98D}"/>
          </ac:picMkLst>
        </pc:picChg>
        <pc:picChg chg="add del">
          <ac:chgData name="Amy Peebles" userId="aefda011-9cbe-47a6-821c-afbe9595bac5" providerId="ADAL" clId="{49812E3D-2A41-4914-A594-53907FFE89C7}" dt="2022-02-21T17:13:32.619" v="652" actId="478"/>
          <ac:picMkLst>
            <pc:docMk/>
            <pc:sldMk cId="680552496" sldId="259"/>
            <ac:picMk id="2050" creationId="{83E98CCF-9D11-48EC-9C57-D13FA0F312DA}"/>
          </ac:picMkLst>
        </pc:picChg>
        <pc:picChg chg="add mod">
          <ac:chgData name="Amy Peebles" userId="aefda011-9cbe-47a6-821c-afbe9595bac5" providerId="ADAL" clId="{49812E3D-2A41-4914-A594-53907FFE89C7}" dt="2022-02-21T17:33:31.041" v="1587" actId="1076"/>
          <ac:picMkLst>
            <pc:docMk/>
            <pc:sldMk cId="680552496" sldId="259"/>
            <ac:picMk id="2052" creationId="{3AB752F5-B9C3-4F04-9796-8EC2DC11648F}"/>
          </ac:picMkLst>
        </pc:picChg>
        <pc:picChg chg="add mod modCrop">
          <ac:chgData name="Amy Peebles" userId="aefda011-9cbe-47a6-821c-afbe9595bac5" providerId="ADAL" clId="{49812E3D-2A41-4914-A594-53907FFE89C7}" dt="2022-02-21T17:18:59.158" v="925" actId="1076"/>
          <ac:picMkLst>
            <pc:docMk/>
            <pc:sldMk cId="680552496" sldId="259"/>
            <ac:picMk id="2054" creationId="{BD3830F6-41BB-460F-8B88-CFBFB342528B}"/>
          </ac:picMkLst>
        </pc:picChg>
      </pc:sldChg>
      <pc:sldChg chg="addSp delSp modSp add modAnim">
        <pc:chgData name="Amy Peebles" userId="aefda011-9cbe-47a6-821c-afbe9595bac5" providerId="ADAL" clId="{49812E3D-2A41-4914-A594-53907FFE89C7}" dt="2022-02-21T18:08:18.248" v="3548"/>
        <pc:sldMkLst>
          <pc:docMk/>
          <pc:sldMk cId="584674306" sldId="260"/>
        </pc:sldMkLst>
        <pc:spChg chg="mod">
          <ac:chgData name="Amy Peebles" userId="aefda011-9cbe-47a6-821c-afbe9595bac5" providerId="ADAL" clId="{49812E3D-2A41-4914-A594-53907FFE89C7}" dt="2022-02-21T17:19:30.614" v="931" actId="20577"/>
          <ac:spMkLst>
            <pc:docMk/>
            <pc:sldMk cId="584674306" sldId="260"/>
            <ac:spMk id="8" creationId="{E8C238C8-0768-4B16-9C70-847DCEE79A24}"/>
          </ac:spMkLst>
        </pc:spChg>
        <pc:spChg chg="add mod">
          <ac:chgData name="Amy Peebles" userId="aefda011-9cbe-47a6-821c-afbe9595bac5" providerId="ADAL" clId="{49812E3D-2A41-4914-A594-53907FFE89C7}" dt="2022-02-21T17:34:33.596" v="1647" actId="14100"/>
          <ac:spMkLst>
            <pc:docMk/>
            <pc:sldMk cId="584674306" sldId="260"/>
            <ac:spMk id="9" creationId="{2E968C93-03AA-4ED2-A437-BB73F6ECBAB2}"/>
          </ac:spMkLst>
        </pc:spChg>
        <pc:spChg chg="mod ord">
          <ac:chgData name="Amy Peebles" userId="aefda011-9cbe-47a6-821c-afbe9595bac5" providerId="ADAL" clId="{49812E3D-2A41-4914-A594-53907FFE89C7}" dt="2022-02-21T17:25:05.143" v="1189" actId="1076"/>
          <ac:spMkLst>
            <pc:docMk/>
            <pc:sldMk cId="584674306" sldId="260"/>
            <ac:spMk id="10" creationId="{6C6EF02D-658A-49D6-9CA4-A26913E65DDA}"/>
          </ac:spMkLst>
        </pc:spChg>
        <pc:spChg chg="add">
          <ac:chgData name="Amy Peebles" userId="aefda011-9cbe-47a6-821c-afbe9595bac5" providerId="ADAL" clId="{49812E3D-2A41-4914-A594-53907FFE89C7}" dt="2022-02-21T18:08:18.248" v="3548"/>
          <ac:spMkLst>
            <pc:docMk/>
            <pc:sldMk cId="584674306" sldId="260"/>
            <ac:spMk id="11" creationId="{C413845E-B136-4740-BDEC-4E367060A7E5}"/>
          </ac:spMkLst>
        </pc:spChg>
        <pc:spChg chg="add">
          <ac:chgData name="Amy Peebles" userId="aefda011-9cbe-47a6-821c-afbe9595bac5" providerId="ADAL" clId="{49812E3D-2A41-4914-A594-53907FFE89C7}" dt="2022-02-21T18:08:18.248" v="3548"/>
          <ac:spMkLst>
            <pc:docMk/>
            <pc:sldMk cId="584674306" sldId="260"/>
            <ac:spMk id="12" creationId="{665C856A-D8B7-4E7E-ABC1-3E27EB476873}"/>
          </ac:spMkLst>
        </pc:spChg>
        <pc:spChg chg="add">
          <ac:chgData name="Amy Peebles" userId="aefda011-9cbe-47a6-821c-afbe9595bac5" providerId="ADAL" clId="{49812E3D-2A41-4914-A594-53907FFE89C7}" dt="2022-02-21T18:08:18.248" v="3548"/>
          <ac:spMkLst>
            <pc:docMk/>
            <pc:sldMk cId="584674306" sldId="260"/>
            <ac:spMk id="13" creationId="{6B526623-0040-4CB3-9BB4-81C5245873CA}"/>
          </ac:spMkLst>
        </pc:spChg>
        <pc:spChg chg="add">
          <ac:chgData name="Amy Peebles" userId="aefda011-9cbe-47a6-821c-afbe9595bac5" providerId="ADAL" clId="{49812E3D-2A41-4914-A594-53907FFE89C7}" dt="2022-02-21T18:08:18.248" v="3548"/>
          <ac:spMkLst>
            <pc:docMk/>
            <pc:sldMk cId="584674306" sldId="260"/>
            <ac:spMk id="14" creationId="{BD6E3E83-498C-451F-B308-5F0411216F87}"/>
          </ac:spMkLst>
        </pc:spChg>
        <pc:picChg chg="mod ord">
          <ac:chgData name="Amy Peebles" userId="aefda011-9cbe-47a6-821c-afbe9595bac5" providerId="ADAL" clId="{49812E3D-2A41-4914-A594-53907FFE89C7}" dt="2022-02-21T17:25:02.599" v="1188" actId="1076"/>
          <ac:picMkLst>
            <pc:docMk/>
            <pc:sldMk cId="584674306" sldId="260"/>
            <ac:picMk id="1030" creationId="{E3646B6B-A3F9-40D7-B292-0F1A0A54C98D}"/>
          </ac:picMkLst>
        </pc:picChg>
        <pc:picChg chg="del">
          <ac:chgData name="Amy Peebles" userId="aefda011-9cbe-47a6-821c-afbe9595bac5" providerId="ADAL" clId="{49812E3D-2A41-4914-A594-53907FFE89C7}" dt="2022-02-21T17:19:34.838" v="932" actId="478"/>
          <ac:picMkLst>
            <pc:docMk/>
            <pc:sldMk cId="584674306" sldId="260"/>
            <ac:picMk id="2052" creationId="{3AB752F5-B9C3-4F04-9796-8EC2DC11648F}"/>
          </ac:picMkLst>
        </pc:picChg>
        <pc:picChg chg="del">
          <ac:chgData name="Amy Peebles" userId="aefda011-9cbe-47a6-821c-afbe9595bac5" providerId="ADAL" clId="{49812E3D-2A41-4914-A594-53907FFE89C7}" dt="2022-02-21T17:19:36.534" v="933" actId="478"/>
          <ac:picMkLst>
            <pc:docMk/>
            <pc:sldMk cId="584674306" sldId="260"/>
            <ac:picMk id="2054" creationId="{BD3830F6-41BB-460F-8B88-CFBFB342528B}"/>
          </ac:picMkLst>
        </pc:picChg>
        <pc:picChg chg="add mod modCrop">
          <ac:chgData name="Amy Peebles" userId="aefda011-9cbe-47a6-821c-afbe9595bac5" providerId="ADAL" clId="{49812E3D-2A41-4914-A594-53907FFE89C7}" dt="2022-02-21T17:22:30.366" v="944" actId="1076"/>
          <ac:picMkLst>
            <pc:docMk/>
            <pc:sldMk cId="584674306" sldId="260"/>
            <ac:picMk id="3074" creationId="{542348B4-8542-4016-9B5A-B020FC25A5B2}"/>
          </ac:picMkLst>
        </pc:picChg>
      </pc:sldChg>
      <pc:sldChg chg="addSp delSp modSp add ord">
        <pc:chgData name="Amy Peebles" userId="aefda011-9cbe-47a6-821c-afbe9595bac5" providerId="ADAL" clId="{49812E3D-2A41-4914-A594-53907FFE89C7}" dt="2022-02-21T18:08:15.483" v="3545"/>
        <pc:sldMkLst>
          <pc:docMk/>
          <pc:sldMk cId="4236111006" sldId="261"/>
        </pc:sldMkLst>
        <pc:spChg chg="mod">
          <ac:chgData name="Amy Peebles" userId="aefda011-9cbe-47a6-821c-afbe9595bac5" providerId="ADAL" clId="{49812E3D-2A41-4914-A594-53907FFE89C7}" dt="2022-02-21T17:30:45.589" v="1405" actId="207"/>
          <ac:spMkLst>
            <pc:docMk/>
            <pc:sldMk cId="4236111006" sldId="261"/>
            <ac:spMk id="8" creationId="{E8C238C8-0768-4B16-9C70-847DCEE79A24}"/>
          </ac:spMkLst>
        </pc:spChg>
        <pc:spChg chg="add">
          <ac:chgData name="Amy Peebles" userId="aefda011-9cbe-47a6-821c-afbe9595bac5" providerId="ADAL" clId="{49812E3D-2A41-4914-A594-53907FFE89C7}" dt="2022-02-21T18:08:15.483" v="3545"/>
          <ac:spMkLst>
            <pc:docMk/>
            <pc:sldMk cId="4236111006" sldId="261"/>
            <ac:spMk id="9" creationId="{89910BE1-96FC-4AA5-9B42-F960E97DFB6E}"/>
          </ac:spMkLst>
        </pc:spChg>
        <pc:spChg chg="del">
          <ac:chgData name="Amy Peebles" userId="aefda011-9cbe-47a6-821c-afbe9595bac5" providerId="ADAL" clId="{49812E3D-2A41-4914-A594-53907FFE89C7}" dt="2022-02-21T17:26:07.200" v="1191" actId="478"/>
          <ac:spMkLst>
            <pc:docMk/>
            <pc:sldMk cId="4236111006" sldId="261"/>
            <ac:spMk id="10" creationId="{6C6EF02D-658A-49D6-9CA4-A26913E65DDA}"/>
          </ac:spMkLst>
        </pc:spChg>
        <pc:spChg chg="add">
          <ac:chgData name="Amy Peebles" userId="aefda011-9cbe-47a6-821c-afbe9595bac5" providerId="ADAL" clId="{49812E3D-2A41-4914-A594-53907FFE89C7}" dt="2022-02-21T18:08:15.483" v="3545"/>
          <ac:spMkLst>
            <pc:docMk/>
            <pc:sldMk cId="4236111006" sldId="261"/>
            <ac:spMk id="11" creationId="{06CCA036-B436-45A1-9C4E-F3438B2E6997}"/>
          </ac:spMkLst>
        </pc:spChg>
        <pc:spChg chg="add">
          <ac:chgData name="Amy Peebles" userId="aefda011-9cbe-47a6-821c-afbe9595bac5" providerId="ADAL" clId="{49812E3D-2A41-4914-A594-53907FFE89C7}" dt="2022-02-21T18:08:15.483" v="3545"/>
          <ac:spMkLst>
            <pc:docMk/>
            <pc:sldMk cId="4236111006" sldId="261"/>
            <ac:spMk id="12" creationId="{2A806619-55C3-4A99-8D60-F9635166F1D3}"/>
          </ac:spMkLst>
        </pc:spChg>
        <pc:spChg chg="add">
          <ac:chgData name="Amy Peebles" userId="aefda011-9cbe-47a6-821c-afbe9595bac5" providerId="ADAL" clId="{49812E3D-2A41-4914-A594-53907FFE89C7}" dt="2022-02-21T18:08:15.483" v="3545"/>
          <ac:spMkLst>
            <pc:docMk/>
            <pc:sldMk cId="4236111006" sldId="261"/>
            <ac:spMk id="13" creationId="{60B7AA72-0861-4132-ADC0-D3850AE93FF4}"/>
          </ac:spMkLst>
        </pc:spChg>
        <pc:picChg chg="del">
          <ac:chgData name="Amy Peebles" userId="aefda011-9cbe-47a6-821c-afbe9595bac5" providerId="ADAL" clId="{49812E3D-2A41-4914-A594-53907FFE89C7}" dt="2022-02-21T17:26:07.200" v="1191" actId="478"/>
          <ac:picMkLst>
            <pc:docMk/>
            <pc:sldMk cId="4236111006" sldId="261"/>
            <ac:picMk id="1030" creationId="{E3646B6B-A3F9-40D7-B292-0F1A0A54C98D}"/>
          </ac:picMkLst>
        </pc:picChg>
        <pc:picChg chg="del">
          <ac:chgData name="Amy Peebles" userId="aefda011-9cbe-47a6-821c-afbe9595bac5" providerId="ADAL" clId="{49812E3D-2A41-4914-A594-53907FFE89C7}" dt="2022-02-21T17:26:07.200" v="1191" actId="478"/>
          <ac:picMkLst>
            <pc:docMk/>
            <pc:sldMk cId="4236111006" sldId="261"/>
            <ac:picMk id="3074" creationId="{542348B4-8542-4016-9B5A-B020FC25A5B2}"/>
          </ac:picMkLst>
        </pc:picChg>
      </pc:sldChg>
      <pc:sldChg chg="addSp delSp modSp add">
        <pc:chgData name="Amy Peebles" userId="aefda011-9cbe-47a6-821c-afbe9595bac5" providerId="ADAL" clId="{49812E3D-2A41-4914-A594-53907FFE89C7}" dt="2022-02-21T18:08:20.782" v="3550"/>
        <pc:sldMkLst>
          <pc:docMk/>
          <pc:sldMk cId="565007703" sldId="263"/>
        </pc:sldMkLst>
        <pc:spChg chg="mod">
          <ac:chgData name="Amy Peebles" userId="aefda011-9cbe-47a6-821c-afbe9595bac5" providerId="ADAL" clId="{49812E3D-2A41-4914-A594-53907FFE89C7}" dt="2022-02-21T18:02:35.781" v="3060"/>
          <ac:spMkLst>
            <pc:docMk/>
            <pc:sldMk cId="565007703" sldId="263"/>
            <ac:spMk id="7" creationId="{A0DBA413-FD07-4FC7-8F41-7770927D4CEE}"/>
          </ac:spMkLst>
        </pc:spChg>
        <pc:spChg chg="add">
          <ac:chgData name="Amy Peebles" userId="aefda011-9cbe-47a6-821c-afbe9595bac5" providerId="ADAL" clId="{49812E3D-2A41-4914-A594-53907FFE89C7}" dt="2022-02-21T18:08:20.782" v="3550"/>
          <ac:spMkLst>
            <pc:docMk/>
            <pc:sldMk cId="565007703" sldId="263"/>
            <ac:spMk id="8" creationId="{0830219C-6D97-4552-82F8-9FAEE712A592}"/>
          </ac:spMkLst>
        </pc:spChg>
        <pc:spChg chg="add">
          <ac:chgData name="Amy Peebles" userId="aefda011-9cbe-47a6-821c-afbe9595bac5" providerId="ADAL" clId="{49812E3D-2A41-4914-A594-53907FFE89C7}" dt="2022-02-21T18:08:20.782" v="3550"/>
          <ac:spMkLst>
            <pc:docMk/>
            <pc:sldMk cId="565007703" sldId="263"/>
            <ac:spMk id="9" creationId="{EBF502C3-5103-4CD2-A148-24ED06490F74}"/>
          </ac:spMkLst>
        </pc:spChg>
        <pc:spChg chg="add">
          <ac:chgData name="Amy Peebles" userId="aefda011-9cbe-47a6-821c-afbe9595bac5" providerId="ADAL" clId="{49812E3D-2A41-4914-A594-53907FFE89C7}" dt="2022-02-21T18:08:20.782" v="3550"/>
          <ac:spMkLst>
            <pc:docMk/>
            <pc:sldMk cId="565007703" sldId="263"/>
            <ac:spMk id="14" creationId="{283FB0C6-6070-41CE-8A7E-6063613ADBD2}"/>
          </ac:spMkLst>
        </pc:spChg>
        <pc:spChg chg="add">
          <ac:chgData name="Amy Peebles" userId="aefda011-9cbe-47a6-821c-afbe9595bac5" providerId="ADAL" clId="{49812E3D-2A41-4914-A594-53907FFE89C7}" dt="2022-02-21T18:08:20.782" v="3550"/>
          <ac:spMkLst>
            <pc:docMk/>
            <pc:sldMk cId="565007703" sldId="263"/>
            <ac:spMk id="15" creationId="{BBC92F2A-F2A6-4075-9469-0B50E5185AF9}"/>
          </ac:spMkLst>
        </pc:spChg>
        <pc:picChg chg="del">
          <ac:chgData name="Amy Peebles" userId="aefda011-9cbe-47a6-821c-afbe9595bac5" providerId="ADAL" clId="{49812E3D-2A41-4914-A594-53907FFE89C7}" dt="2022-02-21T17:57:50.411" v="2573"/>
          <ac:picMkLst>
            <pc:docMk/>
            <pc:sldMk cId="565007703" sldId="263"/>
            <ac:picMk id="11" creationId="{D2B9E30C-AD7A-412A-8133-4AA84CEAB0C3}"/>
          </ac:picMkLst>
        </pc:picChg>
      </pc:sldChg>
      <pc:sldChg chg="addSp delSp modSp add delAnim">
        <pc:chgData name="Amy Peebles" userId="aefda011-9cbe-47a6-821c-afbe9595bac5" providerId="ADAL" clId="{49812E3D-2A41-4914-A594-53907FFE89C7}" dt="2022-02-21T18:08:21.692" v="3551"/>
        <pc:sldMkLst>
          <pc:docMk/>
          <pc:sldMk cId="2957017793" sldId="264"/>
        </pc:sldMkLst>
        <pc:spChg chg="add del mod">
          <ac:chgData name="Amy Peebles" userId="aefda011-9cbe-47a6-821c-afbe9595bac5" providerId="ADAL" clId="{49812E3D-2A41-4914-A594-53907FFE89C7}" dt="2022-02-21T17:58:23.214" v="2590" actId="478"/>
          <ac:spMkLst>
            <pc:docMk/>
            <pc:sldMk cId="2957017793" sldId="264"/>
            <ac:spMk id="2" creationId="{9D23BEAF-FD74-47EE-8C33-3942B329A807}"/>
          </ac:spMkLst>
        </pc:spChg>
        <pc:spChg chg="mod">
          <ac:chgData name="Amy Peebles" userId="aefda011-9cbe-47a6-821c-afbe9595bac5" providerId="ADAL" clId="{49812E3D-2A41-4914-A594-53907FFE89C7}" dt="2022-02-21T18:02:38.304" v="3061"/>
          <ac:spMkLst>
            <pc:docMk/>
            <pc:sldMk cId="2957017793" sldId="264"/>
            <ac:spMk id="7" creationId="{A0DBA413-FD07-4FC7-8F41-7770927D4CEE}"/>
          </ac:spMkLst>
        </pc:spChg>
        <pc:spChg chg="mod">
          <ac:chgData name="Amy Peebles" userId="aefda011-9cbe-47a6-821c-afbe9595bac5" providerId="ADAL" clId="{49812E3D-2A41-4914-A594-53907FFE89C7}" dt="2022-02-21T18:01:38.717" v="3031" actId="207"/>
          <ac:spMkLst>
            <pc:docMk/>
            <pc:sldMk cId="2957017793" sldId="264"/>
            <ac:spMk id="10" creationId="{5B0B0C20-B733-426C-8121-CC4D8297C435}"/>
          </ac:spMkLst>
        </pc:spChg>
        <pc:spChg chg="add">
          <ac:chgData name="Amy Peebles" userId="aefda011-9cbe-47a6-821c-afbe9595bac5" providerId="ADAL" clId="{49812E3D-2A41-4914-A594-53907FFE89C7}" dt="2022-02-21T18:08:21.692" v="3551"/>
          <ac:spMkLst>
            <pc:docMk/>
            <pc:sldMk cId="2957017793" sldId="264"/>
            <ac:spMk id="11" creationId="{5E62D601-14BF-4420-8D1B-54BF8FFD6DA9}"/>
          </ac:spMkLst>
        </pc:spChg>
        <pc:spChg chg="del">
          <ac:chgData name="Amy Peebles" userId="aefda011-9cbe-47a6-821c-afbe9595bac5" providerId="ADAL" clId="{49812E3D-2A41-4914-A594-53907FFE89C7}" dt="2022-02-21T17:58:04.689" v="2577" actId="478"/>
          <ac:spMkLst>
            <pc:docMk/>
            <pc:sldMk cId="2957017793" sldId="264"/>
            <ac:spMk id="13" creationId="{8A920910-64EE-4413-AE25-635A5D5C1F44}"/>
          </ac:spMkLst>
        </pc:spChg>
        <pc:spChg chg="add">
          <ac:chgData name="Amy Peebles" userId="aefda011-9cbe-47a6-821c-afbe9595bac5" providerId="ADAL" clId="{49812E3D-2A41-4914-A594-53907FFE89C7}" dt="2022-02-21T18:08:21.692" v="3551"/>
          <ac:spMkLst>
            <pc:docMk/>
            <pc:sldMk cId="2957017793" sldId="264"/>
            <ac:spMk id="14" creationId="{1CED9E60-B081-474C-8999-23C1BBC49EA9}"/>
          </ac:spMkLst>
        </pc:spChg>
        <pc:spChg chg="add">
          <ac:chgData name="Amy Peebles" userId="aefda011-9cbe-47a6-821c-afbe9595bac5" providerId="ADAL" clId="{49812E3D-2A41-4914-A594-53907FFE89C7}" dt="2022-02-21T18:08:21.692" v="3551"/>
          <ac:spMkLst>
            <pc:docMk/>
            <pc:sldMk cId="2957017793" sldId="264"/>
            <ac:spMk id="15" creationId="{9BF96736-A0DA-4FDF-A571-4D3D895FC708}"/>
          </ac:spMkLst>
        </pc:spChg>
        <pc:spChg chg="add">
          <ac:chgData name="Amy Peebles" userId="aefda011-9cbe-47a6-821c-afbe9595bac5" providerId="ADAL" clId="{49812E3D-2A41-4914-A594-53907FFE89C7}" dt="2022-02-21T18:08:21.692" v="3551"/>
          <ac:spMkLst>
            <pc:docMk/>
            <pc:sldMk cId="2957017793" sldId="264"/>
            <ac:spMk id="16" creationId="{5BCBA8AA-F9D1-4D7D-955F-592CFCD76DD5}"/>
          </ac:spMkLst>
        </pc:spChg>
        <pc:picChg chg="add mod">
          <ac:chgData name="Amy Peebles" userId="aefda011-9cbe-47a6-821c-afbe9595bac5" providerId="ADAL" clId="{49812E3D-2A41-4914-A594-53907FFE89C7}" dt="2022-02-21T18:02:17.534" v="3035" actId="1076"/>
          <ac:picMkLst>
            <pc:docMk/>
            <pc:sldMk cId="2957017793" sldId="264"/>
            <ac:picMk id="3" creationId="{3453BC8B-915E-4C4F-BF2D-B1E21307EDE7}"/>
          </ac:picMkLst>
        </pc:picChg>
        <pc:picChg chg="add del">
          <ac:chgData name="Amy Peebles" userId="aefda011-9cbe-47a6-821c-afbe9595bac5" providerId="ADAL" clId="{49812E3D-2A41-4914-A594-53907FFE89C7}" dt="2022-02-21T17:59:36.753" v="2798"/>
          <ac:picMkLst>
            <pc:docMk/>
            <pc:sldMk cId="2957017793" sldId="264"/>
            <ac:picMk id="8" creationId="{F1766326-5558-4996-A7A6-470DBEF395DB}"/>
          </ac:picMkLst>
        </pc:picChg>
        <pc:picChg chg="del">
          <ac:chgData name="Amy Peebles" userId="aefda011-9cbe-47a6-821c-afbe9595bac5" providerId="ADAL" clId="{49812E3D-2A41-4914-A594-53907FFE89C7}" dt="2022-02-21T17:58:00.788" v="2576" actId="478"/>
          <ac:picMkLst>
            <pc:docMk/>
            <pc:sldMk cId="2957017793" sldId="264"/>
            <ac:picMk id="12" creationId="{8591499E-443F-44AB-8E4F-F684BD794957}"/>
          </ac:picMkLst>
        </pc:picChg>
        <pc:picChg chg="del">
          <ac:chgData name="Amy Peebles" userId="aefda011-9cbe-47a6-821c-afbe9595bac5" providerId="ADAL" clId="{49812E3D-2A41-4914-A594-53907FFE89C7}" dt="2022-02-21T17:58:00.788" v="2576" actId="478"/>
          <ac:picMkLst>
            <pc:docMk/>
            <pc:sldMk cId="2957017793" sldId="264"/>
            <ac:picMk id="6146" creationId="{24D678AA-318A-4137-920E-6813AA201434}"/>
          </ac:picMkLst>
        </pc:picChg>
      </pc:sldChg>
      <pc:sldChg chg="addSp delSp modSp add">
        <pc:chgData name="Amy Peebles" userId="aefda011-9cbe-47a6-821c-afbe9595bac5" providerId="ADAL" clId="{49812E3D-2A41-4914-A594-53907FFE89C7}" dt="2022-02-21T18:08:22.350" v="3552"/>
        <pc:sldMkLst>
          <pc:docMk/>
          <pc:sldMk cId="834327076" sldId="265"/>
        </pc:sldMkLst>
        <pc:spChg chg="add">
          <ac:chgData name="Amy Peebles" userId="aefda011-9cbe-47a6-821c-afbe9595bac5" providerId="ADAL" clId="{49812E3D-2A41-4914-A594-53907FFE89C7}" dt="2022-02-21T18:08:22.350" v="3552"/>
          <ac:spMkLst>
            <pc:docMk/>
            <pc:sldMk cId="834327076" sldId="265"/>
            <ac:spMk id="6" creationId="{34CF675F-0CE9-466C-B7E5-191CF188AF10}"/>
          </ac:spMkLst>
        </pc:spChg>
        <pc:spChg chg="mod">
          <ac:chgData name="Amy Peebles" userId="aefda011-9cbe-47a6-821c-afbe9595bac5" providerId="ADAL" clId="{49812E3D-2A41-4914-A594-53907FFE89C7}" dt="2022-02-21T18:02:41.256" v="3062"/>
          <ac:spMkLst>
            <pc:docMk/>
            <pc:sldMk cId="834327076" sldId="265"/>
            <ac:spMk id="7" creationId="{A0DBA413-FD07-4FC7-8F41-7770927D4CEE}"/>
          </ac:spMkLst>
        </pc:spChg>
        <pc:spChg chg="add">
          <ac:chgData name="Amy Peebles" userId="aefda011-9cbe-47a6-821c-afbe9595bac5" providerId="ADAL" clId="{49812E3D-2A41-4914-A594-53907FFE89C7}" dt="2022-02-21T18:08:22.350" v="3552"/>
          <ac:spMkLst>
            <pc:docMk/>
            <pc:sldMk cId="834327076" sldId="265"/>
            <ac:spMk id="8" creationId="{06B2946B-FA86-4A2A-B025-7AA6DB973B37}"/>
          </ac:spMkLst>
        </pc:spChg>
        <pc:spChg chg="add">
          <ac:chgData name="Amy Peebles" userId="aefda011-9cbe-47a6-821c-afbe9595bac5" providerId="ADAL" clId="{49812E3D-2A41-4914-A594-53907FFE89C7}" dt="2022-02-21T18:08:22.350" v="3552"/>
          <ac:spMkLst>
            <pc:docMk/>
            <pc:sldMk cId="834327076" sldId="265"/>
            <ac:spMk id="9" creationId="{7E9F1D69-BB64-48C3-9F1D-8DD9475B5FF9}"/>
          </ac:spMkLst>
        </pc:spChg>
        <pc:spChg chg="mod">
          <ac:chgData name="Amy Peebles" userId="aefda011-9cbe-47a6-821c-afbe9595bac5" providerId="ADAL" clId="{49812E3D-2A41-4914-A594-53907FFE89C7}" dt="2022-02-21T18:02:27.799" v="3059" actId="20577"/>
          <ac:spMkLst>
            <pc:docMk/>
            <pc:sldMk cId="834327076" sldId="265"/>
            <ac:spMk id="10" creationId="{5B0B0C20-B733-426C-8121-CC4D8297C435}"/>
          </ac:spMkLst>
        </pc:spChg>
        <pc:spChg chg="add">
          <ac:chgData name="Amy Peebles" userId="aefda011-9cbe-47a6-821c-afbe9595bac5" providerId="ADAL" clId="{49812E3D-2A41-4914-A594-53907FFE89C7}" dt="2022-02-21T18:08:22.350" v="3552"/>
          <ac:spMkLst>
            <pc:docMk/>
            <pc:sldMk cId="834327076" sldId="265"/>
            <ac:spMk id="11" creationId="{1135B6DD-AE6C-47C5-A361-439A57316DB3}"/>
          </ac:spMkLst>
        </pc:spChg>
        <pc:picChg chg="add del mod">
          <ac:chgData name="Amy Peebles" userId="aefda011-9cbe-47a6-821c-afbe9595bac5" providerId="ADAL" clId="{49812E3D-2A41-4914-A594-53907FFE89C7}" dt="2022-02-21T18:04:21.518" v="3064" actId="478"/>
          <ac:picMkLst>
            <pc:docMk/>
            <pc:sldMk cId="834327076" sldId="265"/>
            <ac:picMk id="2" creationId="{6818E591-1FF9-4A8A-BB67-6DFA798F1519}"/>
          </ac:picMkLst>
        </pc:picChg>
        <pc:picChg chg="add mod">
          <ac:chgData name="Amy Peebles" userId="aefda011-9cbe-47a6-821c-afbe9595bac5" providerId="ADAL" clId="{49812E3D-2A41-4914-A594-53907FFE89C7}" dt="2022-02-21T18:04:46.998" v="3068" actId="1076"/>
          <ac:picMkLst>
            <pc:docMk/>
            <pc:sldMk cId="834327076" sldId="265"/>
            <ac:picMk id="3" creationId="{6B564D0F-F118-4FC4-ACBB-EF8807E64A54}"/>
          </ac:picMkLst>
        </pc:picChg>
      </pc:sldChg>
      <pc:sldChg chg="addSp delSp modSp add">
        <pc:chgData name="Amy Peebles" userId="aefda011-9cbe-47a6-821c-afbe9595bac5" providerId="ADAL" clId="{49812E3D-2A41-4914-A594-53907FFE89C7}" dt="2022-02-21T18:08:23.679" v="3553"/>
        <pc:sldMkLst>
          <pc:docMk/>
          <pc:sldMk cId="1997715661" sldId="266"/>
        </pc:sldMkLst>
        <pc:spChg chg="add">
          <ac:chgData name="Amy Peebles" userId="aefda011-9cbe-47a6-821c-afbe9595bac5" providerId="ADAL" clId="{49812E3D-2A41-4914-A594-53907FFE89C7}" dt="2022-02-21T18:08:23.679" v="3553"/>
          <ac:spMkLst>
            <pc:docMk/>
            <pc:sldMk cId="1997715661" sldId="266"/>
            <ac:spMk id="5" creationId="{A1DF6C0B-5F87-410C-A7A7-C17E94AB3E97}"/>
          </ac:spMkLst>
        </pc:spChg>
        <pc:spChg chg="add">
          <ac:chgData name="Amy Peebles" userId="aefda011-9cbe-47a6-821c-afbe9595bac5" providerId="ADAL" clId="{49812E3D-2A41-4914-A594-53907FFE89C7}" dt="2022-02-21T18:08:23.679" v="3553"/>
          <ac:spMkLst>
            <pc:docMk/>
            <pc:sldMk cId="1997715661" sldId="266"/>
            <ac:spMk id="6" creationId="{A43CE97E-27CE-4E5A-A788-27229B481A40}"/>
          </ac:spMkLst>
        </pc:spChg>
        <pc:spChg chg="add">
          <ac:chgData name="Amy Peebles" userId="aefda011-9cbe-47a6-821c-afbe9595bac5" providerId="ADAL" clId="{49812E3D-2A41-4914-A594-53907FFE89C7}" dt="2022-02-21T18:08:23.679" v="3553"/>
          <ac:spMkLst>
            <pc:docMk/>
            <pc:sldMk cId="1997715661" sldId="266"/>
            <ac:spMk id="8" creationId="{8C7B3951-DB2B-4122-933B-8D939358368D}"/>
          </ac:spMkLst>
        </pc:spChg>
        <pc:spChg chg="add">
          <ac:chgData name="Amy Peebles" userId="aefda011-9cbe-47a6-821c-afbe9595bac5" providerId="ADAL" clId="{49812E3D-2A41-4914-A594-53907FFE89C7}" dt="2022-02-21T18:08:23.679" v="3553"/>
          <ac:spMkLst>
            <pc:docMk/>
            <pc:sldMk cId="1997715661" sldId="266"/>
            <ac:spMk id="9" creationId="{BA707BD8-0D11-4F2E-857B-8172C693E0C1}"/>
          </ac:spMkLst>
        </pc:spChg>
        <pc:spChg chg="mod">
          <ac:chgData name="Amy Peebles" userId="aefda011-9cbe-47a6-821c-afbe9595bac5" providerId="ADAL" clId="{49812E3D-2A41-4914-A594-53907FFE89C7}" dt="2022-02-21T18:05:19.662" v="3175" actId="20577"/>
          <ac:spMkLst>
            <pc:docMk/>
            <pc:sldMk cId="1997715661" sldId="266"/>
            <ac:spMk id="10" creationId="{5B0B0C20-B733-426C-8121-CC4D8297C435}"/>
          </ac:spMkLst>
        </pc:spChg>
        <pc:picChg chg="del">
          <ac:chgData name="Amy Peebles" userId="aefda011-9cbe-47a6-821c-afbe9595bac5" providerId="ADAL" clId="{49812E3D-2A41-4914-A594-53907FFE89C7}" dt="2022-02-21T18:04:52.070" v="3070" actId="478"/>
          <ac:picMkLst>
            <pc:docMk/>
            <pc:sldMk cId="1997715661" sldId="266"/>
            <ac:picMk id="3" creationId="{6B564D0F-F118-4FC4-ACBB-EF8807E64A54}"/>
          </ac:picMkLst>
        </pc:picChg>
      </pc:sldChg>
      <pc:sldChg chg="addSp modSp add">
        <pc:chgData name="Amy Peebles" userId="aefda011-9cbe-47a6-821c-afbe9595bac5" providerId="ADAL" clId="{49812E3D-2A41-4914-A594-53907FFE89C7}" dt="2022-02-21T18:08:24.775" v="3554"/>
        <pc:sldMkLst>
          <pc:docMk/>
          <pc:sldMk cId="92174042" sldId="267"/>
        </pc:sldMkLst>
        <pc:spChg chg="add">
          <ac:chgData name="Amy Peebles" userId="aefda011-9cbe-47a6-821c-afbe9595bac5" providerId="ADAL" clId="{49812E3D-2A41-4914-A594-53907FFE89C7}" dt="2022-02-21T18:08:24.775" v="3554"/>
          <ac:spMkLst>
            <pc:docMk/>
            <pc:sldMk cId="92174042" sldId="267"/>
            <ac:spMk id="4" creationId="{5AECCE7A-7BF4-48D3-88F5-FDBD542B4973}"/>
          </ac:spMkLst>
        </pc:spChg>
        <pc:spChg chg="add">
          <ac:chgData name="Amy Peebles" userId="aefda011-9cbe-47a6-821c-afbe9595bac5" providerId="ADAL" clId="{49812E3D-2A41-4914-A594-53907FFE89C7}" dt="2022-02-21T18:08:24.775" v="3554"/>
          <ac:spMkLst>
            <pc:docMk/>
            <pc:sldMk cId="92174042" sldId="267"/>
            <ac:spMk id="5" creationId="{0D9D3D56-E45B-4D33-915C-4B646EBB5FB3}"/>
          </ac:spMkLst>
        </pc:spChg>
        <pc:spChg chg="add">
          <ac:chgData name="Amy Peebles" userId="aefda011-9cbe-47a6-821c-afbe9595bac5" providerId="ADAL" clId="{49812E3D-2A41-4914-A594-53907FFE89C7}" dt="2022-02-21T18:08:24.775" v="3554"/>
          <ac:spMkLst>
            <pc:docMk/>
            <pc:sldMk cId="92174042" sldId="267"/>
            <ac:spMk id="6" creationId="{15C89725-2F36-4E3E-BCDF-0A38380A0502}"/>
          </ac:spMkLst>
        </pc:spChg>
        <pc:spChg chg="add">
          <ac:chgData name="Amy Peebles" userId="aefda011-9cbe-47a6-821c-afbe9595bac5" providerId="ADAL" clId="{49812E3D-2A41-4914-A594-53907FFE89C7}" dt="2022-02-21T18:08:24.775" v="3554"/>
          <ac:spMkLst>
            <pc:docMk/>
            <pc:sldMk cId="92174042" sldId="267"/>
            <ac:spMk id="8" creationId="{05E4F972-E1F3-4C18-B263-8DE1FBE6F137}"/>
          </ac:spMkLst>
        </pc:spChg>
        <pc:spChg chg="mod">
          <ac:chgData name="Amy Peebles" userId="aefda011-9cbe-47a6-821c-afbe9595bac5" providerId="ADAL" clId="{49812E3D-2A41-4914-A594-53907FFE89C7}" dt="2022-02-21T18:06:49.266" v="3271" actId="15"/>
          <ac:spMkLst>
            <pc:docMk/>
            <pc:sldMk cId="92174042" sldId="267"/>
            <ac:spMk id="10" creationId="{5B0B0C20-B733-426C-8121-CC4D8297C435}"/>
          </ac:spMkLst>
        </pc:spChg>
      </pc:sldChg>
      <pc:sldChg chg="add">
        <pc:chgData name="Amy Peebles" userId="aefda011-9cbe-47a6-821c-afbe9595bac5" providerId="ADAL" clId="{49812E3D-2A41-4914-A594-53907FFE89C7}" dt="2022-02-22T12:15:22.663" v="3555"/>
        <pc:sldMkLst>
          <pc:docMk/>
          <pc:sldMk cId="1773783856" sldId="268"/>
        </pc:sldMkLst>
      </pc:sldChg>
    </pc:docChg>
  </pc:docChgLst>
  <pc:docChgLst>
    <pc:chgData name="Amy Peebles" userId="55df9692-3791-40ae-bd44-2b55daecbb6e" providerId="ADAL" clId="{FE86F330-421C-472D-93F8-D258105A55D5}"/>
    <pc:docChg chg="undo custSel addSld modSld">
      <pc:chgData name="Amy Peebles" userId="55df9692-3791-40ae-bd44-2b55daecbb6e" providerId="ADAL" clId="{FE86F330-421C-472D-93F8-D258105A55D5}" dt="2024-09-11T14:28:25.026" v="304" actId="20577"/>
      <pc:docMkLst>
        <pc:docMk/>
      </pc:docMkLst>
      <pc:sldChg chg="addSp delSp modSp add mod">
        <pc:chgData name="Amy Peebles" userId="55df9692-3791-40ae-bd44-2b55daecbb6e" providerId="ADAL" clId="{FE86F330-421C-472D-93F8-D258105A55D5}" dt="2024-09-11T14:28:25.026" v="304" actId="20577"/>
        <pc:sldMkLst>
          <pc:docMk/>
          <pc:sldMk cId="3978093156" sldId="310"/>
        </pc:sldMkLst>
        <pc:spChg chg="mod">
          <ac:chgData name="Amy Peebles" userId="55df9692-3791-40ae-bd44-2b55daecbb6e" providerId="ADAL" clId="{FE86F330-421C-472D-93F8-D258105A55D5}" dt="2024-09-11T14:28:25.026" v="304" actId="20577"/>
          <ac:spMkLst>
            <pc:docMk/>
            <pc:sldMk cId="3978093156" sldId="310"/>
            <ac:spMk id="2" creationId="{3AFFD35C-31D7-48B1-6CAB-CE0ECCF34D2C}"/>
          </ac:spMkLst>
        </pc:spChg>
        <pc:picChg chg="del">
          <ac:chgData name="Amy Peebles" userId="55df9692-3791-40ae-bd44-2b55daecbb6e" providerId="ADAL" clId="{FE86F330-421C-472D-93F8-D258105A55D5}" dt="2024-09-11T14:25:51.256" v="238" actId="478"/>
          <ac:picMkLst>
            <pc:docMk/>
            <pc:sldMk cId="3978093156" sldId="310"/>
            <ac:picMk id="9" creationId="{CAA6E57D-EFD9-3546-396B-CB893B230BDF}"/>
          </ac:picMkLst>
        </pc:picChg>
        <pc:picChg chg="del">
          <ac:chgData name="Amy Peebles" userId="55df9692-3791-40ae-bd44-2b55daecbb6e" providerId="ADAL" clId="{FE86F330-421C-472D-93F8-D258105A55D5}" dt="2024-09-11T14:22:28.136" v="2" actId="478"/>
          <ac:picMkLst>
            <pc:docMk/>
            <pc:sldMk cId="3978093156" sldId="310"/>
            <ac:picMk id="10" creationId="{327BA58B-D3A5-4544-AFE6-CF9B06684B86}"/>
          </ac:picMkLst>
        </pc:picChg>
        <pc:picChg chg="add del mod">
          <ac:chgData name="Amy Peebles" userId="55df9692-3791-40ae-bd44-2b55daecbb6e" providerId="ADAL" clId="{FE86F330-421C-472D-93F8-D258105A55D5}" dt="2024-09-11T14:25:37.277" v="237" actId="478"/>
          <ac:picMkLst>
            <pc:docMk/>
            <pc:sldMk cId="3978093156" sldId="310"/>
            <ac:picMk id="11" creationId="{D2F85B1D-13AA-2949-586C-C566AD743A0F}"/>
          </ac:picMkLst>
        </pc:picChg>
        <pc:picChg chg="add mod">
          <ac:chgData name="Amy Peebles" userId="55df9692-3791-40ae-bd44-2b55daecbb6e" providerId="ADAL" clId="{FE86F330-421C-472D-93F8-D258105A55D5}" dt="2024-09-11T14:25:59.908" v="242" actId="14100"/>
          <ac:picMkLst>
            <pc:docMk/>
            <pc:sldMk cId="3978093156" sldId="310"/>
            <ac:picMk id="13" creationId="{56724F33-1523-2C95-A7D3-3D20755CE7E3}"/>
          </ac:picMkLst>
        </pc:picChg>
        <pc:picChg chg="add mod">
          <ac:chgData name="Amy Peebles" userId="55df9692-3791-40ae-bd44-2b55daecbb6e" providerId="ADAL" clId="{FE86F330-421C-472D-93F8-D258105A55D5}" dt="2024-09-11T14:28:22.741" v="303" actId="1076"/>
          <ac:picMkLst>
            <pc:docMk/>
            <pc:sldMk cId="3978093156" sldId="310"/>
            <ac:picMk id="21" creationId="{59414234-DA7C-3461-7A4B-220AEB474BC1}"/>
          </ac:picMkLst>
        </pc:picChg>
        <pc:cxnChg chg="add mod">
          <ac:chgData name="Amy Peebles" userId="55df9692-3791-40ae-bd44-2b55daecbb6e" providerId="ADAL" clId="{FE86F330-421C-472D-93F8-D258105A55D5}" dt="2024-09-11T14:27:05.056" v="263" actId="1582"/>
          <ac:cxnSpMkLst>
            <pc:docMk/>
            <pc:sldMk cId="3978093156" sldId="310"/>
            <ac:cxnSpMk id="15" creationId="{2A3EBDE7-B3F6-D0CD-99A6-453C50638B21}"/>
          </ac:cxnSpMkLst>
        </pc:cxnChg>
        <pc:cxnChg chg="add mod">
          <ac:chgData name="Amy Peebles" userId="55df9692-3791-40ae-bd44-2b55daecbb6e" providerId="ADAL" clId="{FE86F330-421C-472D-93F8-D258105A55D5}" dt="2024-09-11T14:27:11.196" v="266" actId="14100"/>
          <ac:cxnSpMkLst>
            <pc:docMk/>
            <pc:sldMk cId="3978093156" sldId="310"/>
            <ac:cxnSpMk id="16" creationId="{145E385E-77D9-4BE5-11B9-1FBB9E8D82D1}"/>
          </ac:cxnSpMkLst>
        </pc:cxnChg>
        <pc:cxnChg chg="add mod">
          <ac:chgData name="Amy Peebles" userId="55df9692-3791-40ae-bd44-2b55daecbb6e" providerId="ADAL" clId="{FE86F330-421C-472D-93F8-D258105A55D5}" dt="2024-09-11T14:27:18.308" v="269" actId="14100"/>
          <ac:cxnSpMkLst>
            <pc:docMk/>
            <pc:sldMk cId="3978093156" sldId="310"/>
            <ac:cxnSpMk id="18" creationId="{8769A411-813C-B82A-6FDA-2AEF857A241F}"/>
          </ac:cxnSpMkLst>
        </pc:cxnChg>
      </pc:sldChg>
    </pc:docChg>
  </pc:docChgLst>
  <pc:docChgLst>
    <pc:chgData name="Rebecca Loveday" userId="25078eec-4bf6-4221-9f95-79c6465a89d5" providerId="ADAL" clId="{18B490B1-6CCA-473E-96DC-0966C98B4F23}"/>
    <pc:docChg chg="modSld">
      <pc:chgData name="Rebecca Loveday" userId="25078eec-4bf6-4221-9f95-79c6465a89d5" providerId="ADAL" clId="{18B490B1-6CCA-473E-96DC-0966C98B4F23}" dt="2025-05-20T08:30:15.155" v="5" actId="478"/>
      <pc:docMkLst>
        <pc:docMk/>
      </pc:docMkLst>
      <pc:sldChg chg="delSp modSp mod">
        <pc:chgData name="Rebecca Loveday" userId="25078eec-4bf6-4221-9f95-79c6465a89d5" providerId="ADAL" clId="{18B490B1-6CCA-473E-96DC-0966C98B4F23}" dt="2025-05-20T08:30:15.155" v="5" actId="478"/>
        <pc:sldMkLst>
          <pc:docMk/>
          <pc:sldMk cId="1625359477" sldId="311"/>
        </pc:sldMkLst>
        <pc:spChg chg="mod">
          <ac:chgData name="Rebecca Loveday" userId="25078eec-4bf6-4221-9f95-79c6465a89d5" providerId="ADAL" clId="{18B490B1-6CCA-473E-96DC-0966C98B4F23}" dt="2025-05-20T08:30:09.141" v="2" actId="1076"/>
          <ac:spMkLst>
            <pc:docMk/>
            <pc:sldMk cId="1625359477" sldId="311"/>
            <ac:spMk id="7" creationId="{9CD4AB4C-7FAF-546F-0382-0CD0B7345C5E}"/>
          </ac:spMkLst>
        </pc:spChg>
        <pc:spChg chg="mod">
          <ac:chgData name="Rebecca Loveday" userId="25078eec-4bf6-4221-9f95-79c6465a89d5" providerId="ADAL" clId="{18B490B1-6CCA-473E-96DC-0966C98B4F23}" dt="2025-05-20T08:30:12.696" v="3" actId="1076"/>
          <ac:spMkLst>
            <pc:docMk/>
            <pc:sldMk cId="1625359477" sldId="311"/>
            <ac:spMk id="9" creationId="{6BC08D29-ED2C-1C0E-3088-BE1C33399C54}"/>
          </ac:spMkLst>
        </pc:spChg>
        <pc:picChg chg="del mod">
          <ac:chgData name="Rebecca Loveday" userId="25078eec-4bf6-4221-9f95-79c6465a89d5" providerId="ADAL" clId="{18B490B1-6CCA-473E-96DC-0966C98B4F23}" dt="2025-05-20T08:30:15.155" v="5" actId="478"/>
          <ac:picMkLst>
            <pc:docMk/>
            <pc:sldMk cId="1625359477" sldId="311"/>
            <ac:picMk id="11" creationId="{2B281777-DC0C-6496-BAAA-E39AFD96E6DB}"/>
          </ac:picMkLst>
        </pc:picChg>
        <pc:picChg chg="mod">
          <ac:chgData name="Rebecca Loveday" userId="25078eec-4bf6-4221-9f95-79c6465a89d5" providerId="ADAL" clId="{18B490B1-6CCA-473E-96DC-0966C98B4F23}" dt="2025-05-20T08:30:05.063" v="0" actId="14100"/>
          <ac:picMkLst>
            <pc:docMk/>
            <pc:sldMk cId="1625359477" sldId="311"/>
            <ac:picMk id="13" creationId="{5F058AD0-5965-1A76-3C36-D3250C7A83C7}"/>
          </ac:picMkLst>
        </pc:picChg>
        <pc:picChg chg="mod">
          <ac:chgData name="Rebecca Loveday" userId="25078eec-4bf6-4221-9f95-79c6465a89d5" providerId="ADAL" clId="{18B490B1-6CCA-473E-96DC-0966C98B4F23}" dt="2025-05-20T08:30:06.567" v="1" actId="1076"/>
          <ac:picMkLst>
            <pc:docMk/>
            <pc:sldMk cId="1625359477" sldId="311"/>
            <ac:picMk id="3074" creationId="{1BBB476B-70F7-769D-26CC-738D458A4DF9}"/>
          </ac:picMkLst>
        </pc:picChg>
      </pc:sldChg>
    </pc:docChg>
  </pc:docChgLst>
  <pc:docChgLst>
    <pc:chgData name="Jerome Thompson" userId="4f107d6c-b8c4-4a9a-838b-373d44ae3199" providerId="ADAL" clId="{DF984592-9B65-40C9-8510-766B8D532922}"/>
    <pc:docChg chg="undo custSel modSld">
      <pc:chgData name="Jerome Thompson" userId="4f107d6c-b8c4-4a9a-838b-373d44ae3199" providerId="ADAL" clId="{DF984592-9B65-40C9-8510-766B8D532922}" dt="2024-10-18T10:10:40.431" v="16" actId="20577"/>
      <pc:docMkLst>
        <pc:docMk/>
      </pc:docMkLst>
      <pc:sldChg chg="modSp mod">
        <pc:chgData name="Jerome Thompson" userId="4f107d6c-b8c4-4a9a-838b-373d44ae3199" providerId="ADAL" clId="{DF984592-9B65-40C9-8510-766B8D532922}" dt="2024-10-18T10:10:40.431" v="16" actId="20577"/>
        <pc:sldMkLst>
          <pc:docMk/>
          <pc:sldMk cId="4182502383" sldId="272"/>
        </pc:sldMkLst>
        <pc:spChg chg="mod">
          <ac:chgData name="Jerome Thompson" userId="4f107d6c-b8c4-4a9a-838b-373d44ae3199" providerId="ADAL" clId="{DF984592-9B65-40C9-8510-766B8D532922}" dt="2024-10-18T10:10:40.431" v="16" actId="20577"/>
          <ac:spMkLst>
            <pc:docMk/>
            <pc:sldMk cId="4182502383" sldId="272"/>
            <ac:spMk id="2" creationId="{3AFFD35C-31D7-48B1-6CAB-CE0ECCF34D2C}"/>
          </ac:spMkLst>
        </pc:spChg>
      </pc:sldChg>
    </pc:docChg>
  </pc:docChgLst>
  <pc:docChgLst>
    <pc:chgData name="Amy Peebles" userId="55df9692-3791-40ae-bd44-2b55daecbb6e" providerId="ADAL" clId="{F5225C58-9B0B-4BE8-B922-C74002D0FB25}"/>
    <pc:docChg chg="undo redo custSel addSld delSld modSld sldOrd">
      <pc:chgData name="Amy Peebles" userId="55df9692-3791-40ae-bd44-2b55daecbb6e" providerId="ADAL" clId="{F5225C58-9B0B-4BE8-B922-C74002D0FB25}" dt="2024-08-21T21:07:38.739" v="1202" actId="14734"/>
      <pc:docMkLst>
        <pc:docMk/>
      </pc:docMkLst>
      <pc:sldChg chg="addSp delSp modSp mod">
        <pc:chgData name="Amy Peebles" userId="55df9692-3791-40ae-bd44-2b55daecbb6e" providerId="ADAL" clId="{F5225C58-9B0B-4BE8-B922-C74002D0FB25}" dt="2024-08-21T20:36:13.856" v="201"/>
        <pc:sldMkLst>
          <pc:docMk/>
          <pc:sldMk cId="25634001" sldId="269"/>
        </pc:sldMkLst>
        <pc:spChg chg="del">
          <ac:chgData name="Amy Peebles" userId="55df9692-3791-40ae-bd44-2b55daecbb6e" providerId="ADAL" clId="{F5225C58-9B0B-4BE8-B922-C74002D0FB25}" dt="2024-08-21T20:36:10.399" v="199" actId="478"/>
          <ac:spMkLst>
            <pc:docMk/>
            <pc:sldMk cId="25634001" sldId="269"/>
            <ac:spMk id="5" creationId="{A9DB1072-3F68-53F1-BA3A-85B4B25528C2}"/>
          </ac:spMkLst>
        </pc:spChg>
        <pc:spChg chg="del">
          <ac:chgData name="Amy Peebles" userId="55df9692-3791-40ae-bd44-2b55daecbb6e" providerId="ADAL" clId="{F5225C58-9B0B-4BE8-B922-C74002D0FB25}" dt="2024-08-21T20:36:10.399" v="199" actId="478"/>
          <ac:spMkLst>
            <pc:docMk/>
            <pc:sldMk cId="25634001" sldId="269"/>
            <ac:spMk id="6" creationId="{2A503F2F-0452-0D2F-F44A-90A1FCCA8F53}"/>
          </ac:spMkLst>
        </pc:spChg>
        <pc:spChg chg="del">
          <ac:chgData name="Amy Peebles" userId="55df9692-3791-40ae-bd44-2b55daecbb6e" providerId="ADAL" clId="{F5225C58-9B0B-4BE8-B922-C74002D0FB25}" dt="2024-08-21T20:36:10.399" v="199" actId="478"/>
          <ac:spMkLst>
            <pc:docMk/>
            <pc:sldMk cId="25634001" sldId="269"/>
            <ac:spMk id="7" creationId="{A0DBA413-FD07-4FC7-8F41-7770927D4CEE}"/>
          </ac:spMkLst>
        </pc:spChg>
        <pc:spChg chg="del">
          <ac:chgData name="Amy Peebles" userId="55df9692-3791-40ae-bd44-2b55daecbb6e" providerId="ADAL" clId="{F5225C58-9B0B-4BE8-B922-C74002D0FB25}" dt="2024-08-21T20:36:10.399" v="199" actId="478"/>
          <ac:spMkLst>
            <pc:docMk/>
            <pc:sldMk cId="25634001" sldId="269"/>
            <ac:spMk id="8" creationId="{3CC40BC8-067A-19FF-D699-DAE34829C2E5}"/>
          </ac:spMkLst>
        </pc:spChg>
        <pc:spChg chg="del">
          <ac:chgData name="Amy Peebles" userId="55df9692-3791-40ae-bd44-2b55daecbb6e" providerId="ADAL" clId="{F5225C58-9B0B-4BE8-B922-C74002D0FB25}" dt="2024-08-21T20:36:10.399" v="199" actId="478"/>
          <ac:spMkLst>
            <pc:docMk/>
            <pc:sldMk cId="25634001" sldId="269"/>
            <ac:spMk id="9" creationId="{1DC1382D-E0E8-EF8E-22AD-286280377242}"/>
          </ac:spMkLst>
        </pc:spChg>
        <pc:spChg chg="add del mod">
          <ac:chgData name="Amy Peebles" userId="55df9692-3791-40ae-bd44-2b55daecbb6e" providerId="ADAL" clId="{F5225C58-9B0B-4BE8-B922-C74002D0FB25}" dt="2024-08-21T20:36:13.049" v="200" actId="478"/>
          <ac:spMkLst>
            <pc:docMk/>
            <pc:sldMk cId="25634001" sldId="269"/>
            <ac:spMk id="11" creationId="{48B4D4B4-543E-B57A-9C58-6CE9ED19AF4D}"/>
          </ac:spMkLst>
        </pc:spChg>
        <pc:spChg chg="add mod">
          <ac:chgData name="Amy Peebles" userId="55df9692-3791-40ae-bd44-2b55daecbb6e" providerId="ADAL" clId="{F5225C58-9B0B-4BE8-B922-C74002D0FB25}" dt="2024-08-21T20:36:13.856" v="201"/>
          <ac:spMkLst>
            <pc:docMk/>
            <pc:sldMk cId="25634001" sldId="269"/>
            <ac:spMk id="12" creationId="{ADB2CD83-A510-AB61-2057-FCAE4997E784}"/>
          </ac:spMkLst>
        </pc:spChg>
        <pc:spChg chg="add mod">
          <ac:chgData name="Amy Peebles" userId="55df9692-3791-40ae-bd44-2b55daecbb6e" providerId="ADAL" clId="{F5225C58-9B0B-4BE8-B922-C74002D0FB25}" dt="2024-08-21T20:36:13.856" v="201"/>
          <ac:spMkLst>
            <pc:docMk/>
            <pc:sldMk cId="25634001" sldId="269"/>
            <ac:spMk id="13" creationId="{DB220CF8-5BCE-8742-F868-9FFF59DD4737}"/>
          </ac:spMkLst>
        </pc:spChg>
        <pc:spChg chg="add mod">
          <ac:chgData name="Amy Peebles" userId="55df9692-3791-40ae-bd44-2b55daecbb6e" providerId="ADAL" clId="{F5225C58-9B0B-4BE8-B922-C74002D0FB25}" dt="2024-08-21T20:36:13.856" v="201"/>
          <ac:spMkLst>
            <pc:docMk/>
            <pc:sldMk cId="25634001" sldId="269"/>
            <ac:spMk id="14" creationId="{31530C50-D28D-6138-7E77-1172E7033373}"/>
          </ac:spMkLst>
        </pc:spChg>
        <pc:spChg chg="add mod">
          <ac:chgData name="Amy Peebles" userId="55df9692-3791-40ae-bd44-2b55daecbb6e" providerId="ADAL" clId="{F5225C58-9B0B-4BE8-B922-C74002D0FB25}" dt="2024-08-21T20:36:13.856" v="201"/>
          <ac:spMkLst>
            <pc:docMk/>
            <pc:sldMk cId="25634001" sldId="269"/>
            <ac:spMk id="15" creationId="{7100E11E-C527-E400-FBDB-3C7D41D2C64F}"/>
          </ac:spMkLst>
        </pc:spChg>
        <pc:spChg chg="add mod">
          <ac:chgData name="Amy Peebles" userId="55df9692-3791-40ae-bd44-2b55daecbb6e" providerId="ADAL" clId="{F5225C58-9B0B-4BE8-B922-C74002D0FB25}" dt="2024-08-21T20:36:13.856" v="201"/>
          <ac:spMkLst>
            <pc:docMk/>
            <pc:sldMk cId="25634001" sldId="269"/>
            <ac:spMk id="16" creationId="{B06DD3EB-DC5C-92A4-6295-0092D58F297A}"/>
          </ac:spMkLst>
        </pc:spChg>
      </pc:sldChg>
      <pc:sldChg chg="modSp mod">
        <pc:chgData name="Amy Peebles" userId="55df9692-3791-40ae-bd44-2b55daecbb6e" providerId="ADAL" clId="{F5225C58-9B0B-4BE8-B922-C74002D0FB25}" dt="2024-08-21T20:31:25.242" v="102" actId="20577"/>
        <pc:sldMkLst>
          <pc:docMk/>
          <pc:sldMk cId="4182502383" sldId="272"/>
        </pc:sldMkLst>
        <pc:spChg chg="mod">
          <ac:chgData name="Amy Peebles" userId="55df9692-3791-40ae-bd44-2b55daecbb6e" providerId="ADAL" clId="{F5225C58-9B0B-4BE8-B922-C74002D0FB25}" dt="2024-08-21T20:31:19.343" v="91" actId="20577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F5225C58-9B0B-4BE8-B922-C74002D0FB25}" dt="2024-08-21T20:31:25.242" v="102" actId="20577"/>
          <ac:spMkLst>
            <pc:docMk/>
            <pc:sldMk cId="4182502383" sldId="272"/>
            <ac:spMk id="3" creationId="{555604B9-6B47-6A3C-7CF8-34598330D5C0}"/>
          </ac:spMkLst>
        </pc:spChg>
        <pc:spChg chg="mod">
          <ac:chgData name="Amy Peebles" userId="55df9692-3791-40ae-bd44-2b55daecbb6e" providerId="ADAL" clId="{F5225C58-9B0B-4BE8-B922-C74002D0FB25}" dt="2024-08-21T20:30:21.580" v="1" actId="113"/>
          <ac:spMkLst>
            <pc:docMk/>
            <pc:sldMk cId="4182502383" sldId="272"/>
            <ac:spMk id="4" creationId="{B0C19722-7D0E-B45E-BE2A-54BEFFAA2418}"/>
          </ac:spMkLst>
        </pc:spChg>
        <pc:spChg chg="mod">
          <ac:chgData name="Amy Peebles" userId="55df9692-3791-40ae-bd44-2b55daecbb6e" providerId="ADAL" clId="{F5225C58-9B0B-4BE8-B922-C74002D0FB25}" dt="2024-08-21T20:30:30.173" v="3" actId="113"/>
          <ac:spMkLst>
            <pc:docMk/>
            <pc:sldMk cId="4182502383" sldId="272"/>
            <ac:spMk id="5" creationId="{46173EFE-F197-79EF-F98F-F549546F79D3}"/>
          </ac:spMkLst>
        </pc:spChg>
        <pc:spChg chg="mod">
          <ac:chgData name="Amy Peebles" userId="55df9692-3791-40ae-bd44-2b55daecbb6e" providerId="ADAL" clId="{F5225C58-9B0B-4BE8-B922-C74002D0FB25}" dt="2024-08-21T20:30:45.774" v="7" actId="114"/>
          <ac:spMkLst>
            <pc:docMk/>
            <pc:sldMk cId="4182502383" sldId="272"/>
            <ac:spMk id="6" creationId="{51F6E732-2986-8EFD-09C2-1680318F809A}"/>
          </ac:spMkLst>
        </pc:spChg>
        <pc:spChg chg="mod">
          <ac:chgData name="Amy Peebles" userId="55df9692-3791-40ae-bd44-2b55daecbb6e" providerId="ADAL" clId="{F5225C58-9B0B-4BE8-B922-C74002D0FB25}" dt="2024-08-21T20:31:14.585" v="90" actId="20577"/>
          <ac:spMkLst>
            <pc:docMk/>
            <pc:sldMk cId="4182502383" sldId="272"/>
            <ac:spMk id="7" creationId="{10448708-F131-BE8B-A056-2C14ECF0CED3}"/>
          </ac:spMkLst>
        </pc:spChg>
      </pc:sldChg>
      <pc:sldChg chg="del">
        <pc:chgData name="Amy Peebles" userId="55df9692-3791-40ae-bd44-2b55daecbb6e" providerId="ADAL" clId="{F5225C58-9B0B-4BE8-B922-C74002D0FB25}" dt="2024-08-21T20:36:02.350" v="197" actId="47"/>
        <pc:sldMkLst>
          <pc:docMk/>
          <pc:sldMk cId="1656288621" sldId="278"/>
        </pc:sldMkLst>
      </pc:sldChg>
      <pc:sldChg chg="del">
        <pc:chgData name="Amy Peebles" userId="55df9692-3791-40ae-bd44-2b55daecbb6e" providerId="ADAL" clId="{F5225C58-9B0B-4BE8-B922-C74002D0FB25}" dt="2024-08-21T20:36:03.597" v="198" actId="47"/>
        <pc:sldMkLst>
          <pc:docMk/>
          <pc:sldMk cId="2753256408" sldId="279"/>
        </pc:sldMkLst>
      </pc:sldChg>
      <pc:sldChg chg="del">
        <pc:chgData name="Amy Peebles" userId="55df9692-3791-40ae-bd44-2b55daecbb6e" providerId="ADAL" clId="{F5225C58-9B0B-4BE8-B922-C74002D0FB25}" dt="2024-08-21T20:31:54.097" v="108" actId="47"/>
        <pc:sldMkLst>
          <pc:docMk/>
          <pc:sldMk cId="3361385492" sldId="280"/>
        </pc:sldMkLst>
      </pc:sldChg>
      <pc:sldChg chg="addSp delSp modSp mod modAnim">
        <pc:chgData name="Amy Peebles" userId="55df9692-3791-40ae-bd44-2b55daecbb6e" providerId="ADAL" clId="{F5225C58-9B0B-4BE8-B922-C74002D0FB25}" dt="2024-08-21T21:02:07.820" v="1022"/>
        <pc:sldMkLst>
          <pc:docMk/>
          <pc:sldMk cId="3070830473" sldId="282"/>
        </pc:sldMkLst>
        <pc:spChg chg="del">
          <ac:chgData name="Amy Peebles" userId="55df9692-3791-40ae-bd44-2b55daecbb6e" providerId="ADAL" clId="{F5225C58-9B0B-4BE8-B922-C74002D0FB25}" dt="2024-08-21T20:32:09.988" v="109" actId="478"/>
          <ac:spMkLst>
            <pc:docMk/>
            <pc:sldMk cId="3070830473" sldId="282"/>
            <ac:spMk id="2" creationId="{37010A55-F79A-1D09-B74C-C64653832CFB}"/>
          </ac:spMkLst>
        </pc:spChg>
        <pc:spChg chg="add mod">
          <ac:chgData name="Amy Peebles" userId="55df9692-3791-40ae-bd44-2b55daecbb6e" providerId="ADAL" clId="{F5225C58-9B0B-4BE8-B922-C74002D0FB25}" dt="2024-08-21T20:31:35.500" v="104"/>
          <ac:spMkLst>
            <pc:docMk/>
            <pc:sldMk cId="3070830473" sldId="282"/>
            <ac:spMk id="6" creationId="{957648DF-6DCB-7EC5-D130-4ADBA804A575}"/>
          </ac:spMkLst>
        </pc:spChg>
        <pc:spChg chg="del">
          <ac:chgData name="Amy Peebles" userId="55df9692-3791-40ae-bd44-2b55daecbb6e" providerId="ADAL" clId="{F5225C58-9B0B-4BE8-B922-C74002D0FB25}" dt="2024-08-21T20:31:40.682" v="105" actId="478"/>
          <ac:spMkLst>
            <pc:docMk/>
            <pc:sldMk cId="3070830473" sldId="282"/>
            <ac:spMk id="7" creationId="{A0DBA413-FD07-4FC7-8F41-7770927D4CEE}"/>
          </ac:spMkLst>
        </pc:spChg>
        <pc:spChg chg="del">
          <ac:chgData name="Amy Peebles" userId="55df9692-3791-40ae-bd44-2b55daecbb6e" providerId="ADAL" clId="{F5225C58-9B0B-4BE8-B922-C74002D0FB25}" dt="2024-08-21T20:31:40.682" v="105" actId="478"/>
          <ac:spMkLst>
            <pc:docMk/>
            <pc:sldMk cId="3070830473" sldId="282"/>
            <ac:spMk id="8" creationId="{9E4CB326-033E-E46E-4872-73DE9FCD9B9F}"/>
          </ac:spMkLst>
        </pc:spChg>
        <pc:spChg chg="del">
          <ac:chgData name="Amy Peebles" userId="55df9692-3791-40ae-bd44-2b55daecbb6e" providerId="ADAL" clId="{F5225C58-9B0B-4BE8-B922-C74002D0FB25}" dt="2024-08-21T20:31:40.682" v="105" actId="478"/>
          <ac:spMkLst>
            <pc:docMk/>
            <pc:sldMk cId="3070830473" sldId="282"/>
            <ac:spMk id="9" creationId="{3AB00F8A-92BD-B7AB-E01D-06B3B802F57B}"/>
          </ac:spMkLst>
        </pc:spChg>
        <pc:spChg chg="del">
          <ac:chgData name="Amy Peebles" userId="55df9692-3791-40ae-bd44-2b55daecbb6e" providerId="ADAL" clId="{F5225C58-9B0B-4BE8-B922-C74002D0FB25}" dt="2024-08-21T20:31:40.682" v="105" actId="478"/>
          <ac:spMkLst>
            <pc:docMk/>
            <pc:sldMk cId="3070830473" sldId="282"/>
            <ac:spMk id="10" creationId="{8FDC702A-99A2-298A-DFEC-B6827858A3C2}"/>
          </ac:spMkLst>
        </pc:spChg>
        <pc:spChg chg="del">
          <ac:chgData name="Amy Peebles" userId="55df9692-3791-40ae-bd44-2b55daecbb6e" providerId="ADAL" clId="{F5225C58-9B0B-4BE8-B922-C74002D0FB25}" dt="2024-08-21T20:31:40.682" v="105" actId="478"/>
          <ac:spMkLst>
            <pc:docMk/>
            <pc:sldMk cId="3070830473" sldId="282"/>
            <ac:spMk id="11" creationId="{59CA73F2-DA79-5A3E-A2BC-9B6349EC6A7D}"/>
          </ac:spMkLst>
        </pc:spChg>
        <pc:spChg chg="del">
          <ac:chgData name="Amy Peebles" userId="55df9692-3791-40ae-bd44-2b55daecbb6e" providerId="ADAL" clId="{F5225C58-9B0B-4BE8-B922-C74002D0FB25}" dt="2024-08-21T20:32:09.988" v="109" actId="478"/>
          <ac:spMkLst>
            <pc:docMk/>
            <pc:sldMk cId="3070830473" sldId="282"/>
            <ac:spMk id="19" creationId="{B6A656D4-7F9C-5451-6512-65B465EE664B}"/>
          </ac:spMkLst>
        </pc:spChg>
        <pc:spChg chg="del">
          <ac:chgData name="Amy Peebles" userId="55df9692-3791-40ae-bd44-2b55daecbb6e" providerId="ADAL" clId="{F5225C58-9B0B-4BE8-B922-C74002D0FB25}" dt="2024-08-21T20:32:09.988" v="109" actId="478"/>
          <ac:spMkLst>
            <pc:docMk/>
            <pc:sldMk cId="3070830473" sldId="282"/>
            <ac:spMk id="21" creationId="{0135F0E5-FDF0-0930-6BC9-5A0C18B0B796}"/>
          </ac:spMkLst>
        </pc:spChg>
        <pc:spChg chg="add mod">
          <ac:chgData name="Amy Peebles" userId="55df9692-3791-40ae-bd44-2b55daecbb6e" providerId="ADAL" clId="{F5225C58-9B0B-4BE8-B922-C74002D0FB25}" dt="2024-08-21T20:31:35.500" v="104"/>
          <ac:spMkLst>
            <pc:docMk/>
            <pc:sldMk cId="3070830473" sldId="282"/>
            <ac:spMk id="22" creationId="{6EF8383B-81E5-0008-3F3C-A6163AEE57CE}"/>
          </ac:spMkLst>
        </pc:spChg>
        <pc:spChg chg="add mod">
          <ac:chgData name="Amy Peebles" userId="55df9692-3791-40ae-bd44-2b55daecbb6e" providerId="ADAL" clId="{F5225C58-9B0B-4BE8-B922-C74002D0FB25}" dt="2024-08-21T20:31:35.500" v="104"/>
          <ac:spMkLst>
            <pc:docMk/>
            <pc:sldMk cId="3070830473" sldId="282"/>
            <ac:spMk id="23" creationId="{BAD6F8DB-B5A0-ED99-B98A-B852CC726601}"/>
          </ac:spMkLst>
        </pc:spChg>
        <pc:spChg chg="add mod">
          <ac:chgData name="Amy Peebles" userId="55df9692-3791-40ae-bd44-2b55daecbb6e" providerId="ADAL" clId="{F5225C58-9B0B-4BE8-B922-C74002D0FB25}" dt="2024-08-21T20:31:35.500" v="104"/>
          <ac:spMkLst>
            <pc:docMk/>
            <pc:sldMk cId="3070830473" sldId="282"/>
            <ac:spMk id="24" creationId="{442D7B6A-ED2A-6798-B272-7580B3A8191A}"/>
          </ac:spMkLst>
        </pc:spChg>
        <pc:spChg chg="add mod">
          <ac:chgData name="Amy Peebles" userId="55df9692-3791-40ae-bd44-2b55daecbb6e" providerId="ADAL" clId="{F5225C58-9B0B-4BE8-B922-C74002D0FB25}" dt="2024-08-21T20:31:35.500" v="104"/>
          <ac:spMkLst>
            <pc:docMk/>
            <pc:sldMk cId="3070830473" sldId="282"/>
            <ac:spMk id="25" creationId="{25880185-19C9-B676-135A-B1B2CBCAAB36}"/>
          </ac:spMkLst>
        </pc:spChg>
        <pc:spChg chg="add del mod">
          <ac:chgData name="Amy Peebles" userId="55df9692-3791-40ae-bd44-2b55daecbb6e" providerId="ADAL" clId="{F5225C58-9B0B-4BE8-B922-C74002D0FB25}" dt="2024-08-21T20:31:44.103" v="106" actId="478"/>
          <ac:spMkLst>
            <pc:docMk/>
            <pc:sldMk cId="3070830473" sldId="282"/>
            <ac:spMk id="27" creationId="{E0D3B02F-373E-3B40-3342-03DF4530FE24}"/>
          </ac:spMkLst>
        </pc:spChg>
        <pc:spChg chg="add del mod">
          <ac:chgData name="Amy Peebles" userId="55df9692-3791-40ae-bd44-2b55daecbb6e" providerId="ADAL" clId="{F5225C58-9B0B-4BE8-B922-C74002D0FB25}" dt="2024-08-21T20:31:44.103" v="106" actId="478"/>
          <ac:spMkLst>
            <pc:docMk/>
            <pc:sldMk cId="3070830473" sldId="282"/>
            <ac:spMk id="31" creationId="{747268B9-D7EA-551E-E652-78D33F69076F}"/>
          </ac:spMkLst>
        </pc:spChg>
        <pc:spChg chg="add del mod">
          <ac:chgData name="Amy Peebles" userId="55df9692-3791-40ae-bd44-2b55daecbb6e" providerId="ADAL" clId="{F5225C58-9B0B-4BE8-B922-C74002D0FB25}" dt="2024-08-21T20:31:44.103" v="106" actId="478"/>
          <ac:spMkLst>
            <pc:docMk/>
            <pc:sldMk cId="3070830473" sldId="282"/>
            <ac:spMk id="33" creationId="{CB5DC2F1-64B6-0B25-154D-B08090584C64}"/>
          </ac:spMkLst>
        </pc:spChg>
        <pc:spChg chg="add del mod">
          <ac:chgData name="Amy Peebles" userId="55df9692-3791-40ae-bd44-2b55daecbb6e" providerId="ADAL" clId="{F5225C58-9B0B-4BE8-B922-C74002D0FB25}" dt="2024-08-21T20:31:44.103" v="106" actId="478"/>
          <ac:spMkLst>
            <pc:docMk/>
            <pc:sldMk cId="3070830473" sldId="282"/>
            <ac:spMk id="35" creationId="{0F5E3A3C-09D7-861D-4FF1-50BCFBA03E3C}"/>
          </ac:spMkLst>
        </pc:spChg>
        <pc:spChg chg="add del mod">
          <ac:chgData name="Amy Peebles" userId="55df9692-3791-40ae-bd44-2b55daecbb6e" providerId="ADAL" clId="{F5225C58-9B0B-4BE8-B922-C74002D0FB25}" dt="2024-08-21T20:31:44.103" v="106" actId="478"/>
          <ac:spMkLst>
            <pc:docMk/>
            <pc:sldMk cId="3070830473" sldId="282"/>
            <ac:spMk id="37" creationId="{BA5620AF-8D13-4498-5D78-ED76A3760324}"/>
          </ac:spMkLst>
        </pc:spChg>
        <pc:spChg chg="add mod">
          <ac:chgData name="Amy Peebles" userId="55df9692-3791-40ae-bd44-2b55daecbb6e" providerId="ADAL" clId="{F5225C58-9B0B-4BE8-B922-C74002D0FB25}" dt="2024-08-21T20:31:45.005" v="107"/>
          <ac:spMkLst>
            <pc:docMk/>
            <pc:sldMk cId="3070830473" sldId="282"/>
            <ac:spMk id="38" creationId="{82484765-3A3D-D0B2-1086-E034FE2260E7}"/>
          </ac:spMkLst>
        </pc:spChg>
        <pc:spChg chg="add mod">
          <ac:chgData name="Amy Peebles" userId="55df9692-3791-40ae-bd44-2b55daecbb6e" providerId="ADAL" clId="{F5225C58-9B0B-4BE8-B922-C74002D0FB25}" dt="2024-08-21T20:31:45.005" v="107"/>
          <ac:spMkLst>
            <pc:docMk/>
            <pc:sldMk cId="3070830473" sldId="282"/>
            <ac:spMk id="39" creationId="{E131D1C6-605B-31CB-B71C-3B496BC55105}"/>
          </ac:spMkLst>
        </pc:spChg>
        <pc:spChg chg="add mod">
          <ac:chgData name="Amy Peebles" userId="55df9692-3791-40ae-bd44-2b55daecbb6e" providerId="ADAL" clId="{F5225C58-9B0B-4BE8-B922-C74002D0FB25}" dt="2024-08-21T20:31:45.005" v="107"/>
          <ac:spMkLst>
            <pc:docMk/>
            <pc:sldMk cId="3070830473" sldId="282"/>
            <ac:spMk id="40" creationId="{73166750-FF46-7223-10D0-29E48FDA5282}"/>
          </ac:spMkLst>
        </pc:spChg>
        <pc:spChg chg="add mod">
          <ac:chgData name="Amy Peebles" userId="55df9692-3791-40ae-bd44-2b55daecbb6e" providerId="ADAL" clId="{F5225C58-9B0B-4BE8-B922-C74002D0FB25}" dt="2024-08-21T20:31:45.005" v="107"/>
          <ac:spMkLst>
            <pc:docMk/>
            <pc:sldMk cId="3070830473" sldId="282"/>
            <ac:spMk id="41" creationId="{88B65405-CD80-935E-1E04-EEE59860E739}"/>
          </ac:spMkLst>
        </pc:spChg>
        <pc:spChg chg="add mod">
          <ac:chgData name="Amy Peebles" userId="55df9692-3791-40ae-bd44-2b55daecbb6e" providerId="ADAL" clId="{F5225C58-9B0B-4BE8-B922-C74002D0FB25}" dt="2024-08-21T20:31:45.005" v="107"/>
          <ac:spMkLst>
            <pc:docMk/>
            <pc:sldMk cId="3070830473" sldId="282"/>
            <ac:spMk id="42" creationId="{9328EF5B-F89E-4B7C-8BB3-222F2477B637}"/>
          </ac:spMkLst>
        </pc:spChg>
        <pc:spChg chg="add del mod">
          <ac:chgData name="Amy Peebles" userId="55df9692-3791-40ae-bd44-2b55daecbb6e" providerId="ADAL" clId="{F5225C58-9B0B-4BE8-B922-C74002D0FB25}" dt="2024-08-21T20:32:12.066" v="110" actId="478"/>
          <ac:spMkLst>
            <pc:docMk/>
            <pc:sldMk cId="3070830473" sldId="282"/>
            <ac:spMk id="43" creationId="{53D72D98-2945-ABE7-DD3C-CC2D77E279D6}"/>
          </ac:spMkLst>
        </pc:spChg>
        <pc:spChg chg="mod">
          <ac:chgData name="Amy Peebles" userId="55df9692-3791-40ae-bd44-2b55daecbb6e" providerId="ADAL" clId="{F5225C58-9B0B-4BE8-B922-C74002D0FB25}" dt="2024-08-21T20:32:13.066" v="111"/>
          <ac:spMkLst>
            <pc:docMk/>
            <pc:sldMk cId="3070830473" sldId="282"/>
            <ac:spMk id="45" creationId="{FB8EDF1B-CDAE-BA59-7CF4-EAB638F70A84}"/>
          </ac:spMkLst>
        </pc:spChg>
        <pc:spChg chg="mod">
          <ac:chgData name="Amy Peebles" userId="55df9692-3791-40ae-bd44-2b55daecbb6e" providerId="ADAL" clId="{F5225C58-9B0B-4BE8-B922-C74002D0FB25}" dt="2024-08-21T20:32:13.066" v="111"/>
          <ac:spMkLst>
            <pc:docMk/>
            <pc:sldMk cId="3070830473" sldId="282"/>
            <ac:spMk id="46" creationId="{C90CD97B-7E00-7A2C-8600-A8CB316DAA0E}"/>
          </ac:spMkLst>
        </pc:spChg>
        <pc:spChg chg="mod">
          <ac:chgData name="Amy Peebles" userId="55df9692-3791-40ae-bd44-2b55daecbb6e" providerId="ADAL" clId="{F5225C58-9B0B-4BE8-B922-C74002D0FB25}" dt="2024-08-21T20:32:13.066" v="111"/>
          <ac:spMkLst>
            <pc:docMk/>
            <pc:sldMk cId="3070830473" sldId="282"/>
            <ac:spMk id="47" creationId="{072C24E3-8130-A319-0B1C-5762BFFC664A}"/>
          </ac:spMkLst>
        </pc:spChg>
        <pc:spChg chg="mod">
          <ac:chgData name="Amy Peebles" userId="55df9692-3791-40ae-bd44-2b55daecbb6e" providerId="ADAL" clId="{F5225C58-9B0B-4BE8-B922-C74002D0FB25}" dt="2024-08-21T20:32:13.066" v="111"/>
          <ac:spMkLst>
            <pc:docMk/>
            <pc:sldMk cId="3070830473" sldId="282"/>
            <ac:spMk id="48" creationId="{B414B390-9C88-3522-30C8-08B826286539}"/>
          </ac:spMkLst>
        </pc:spChg>
        <pc:spChg chg="add mod">
          <ac:chgData name="Amy Peebles" userId="55df9692-3791-40ae-bd44-2b55daecbb6e" providerId="ADAL" clId="{F5225C58-9B0B-4BE8-B922-C74002D0FB25}" dt="2024-08-21T20:32:33.595" v="115" actId="1076"/>
          <ac:spMkLst>
            <pc:docMk/>
            <pc:sldMk cId="3070830473" sldId="282"/>
            <ac:spMk id="53" creationId="{03322620-10A0-DC13-677D-2216F7846FAC}"/>
          </ac:spMkLst>
        </pc:spChg>
        <pc:spChg chg="add mod">
          <ac:chgData name="Amy Peebles" userId="55df9692-3791-40ae-bd44-2b55daecbb6e" providerId="ADAL" clId="{F5225C58-9B0B-4BE8-B922-C74002D0FB25}" dt="2024-08-21T20:32:36.015" v="116" actId="1076"/>
          <ac:spMkLst>
            <pc:docMk/>
            <pc:sldMk cId="3070830473" sldId="282"/>
            <ac:spMk id="55" creationId="{036150EF-7040-AA6B-9150-E2884952DC81}"/>
          </ac:spMkLst>
        </pc:spChg>
        <pc:grpChg chg="del">
          <ac:chgData name="Amy Peebles" userId="55df9692-3791-40ae-bd44-2b55daecbb6e" providerId="ADAL" clId="{F5225C58-9B0B-4BE8-B922-C74002D0FB25}" dt="2024-08-21T20:32:09.988" v="109" actId="478"/>
          <ac:grpSpMkLst>
            <pc:docMk/>
            <pc:sldMk cId="3070830473" sldId="282"/>
            <ac:grpSpMk id="3" creationId="{004C9B13-E133-8402-38A2-5B1926E06820}"/>
          </ac:grpSpMkLst>
        </pc:grpChg>
        <pc:grpChg chg="add mod">
          <ac:chgData name="Amy Peebles" userId="55df9692-3791-40ae-bd44-2b55daecbb6e" providerId="ADAL" clId="{F5225C58-9B0B-4BE8-B922-C74002D0FB25}" dt="2024-08-21T20:32:20.163" v="112" actId="1076"/>
          <ac:grpSpMkLst>
            <pc:docMk/>
            <pc:sldMk cId="3070830473" sldId="282"/>
            <ac:grpSpMk id="44" creationId="{D9B51B01-E7AC-E3E5-14CF-17325DCD72E6}"/>
          </ac:grpSpMkLst>
        </pc:grpChg>
        <pc:picChg chg="del">
          <ac:chgData name="Amy Peebles" userId="55df9692-3791-40ae-bd44-2b55daecbb6e" providerId="ADAL" clId="{F5225C58-9B0B-4BE8-B922-C74002D0FB25}" dt="2024-08-21T20:32:09.988" v="109" actId="478"/>
          <ac:picMkLst>
            <pc:docMk/>
            <pc:sldMk cId="3070830473" sldId="282"/>
            <ac:picMk id="18" creationId="{8BD1F28C-7602-61EC-D26E-56C069BD5126}"/>
          </ac:picMkLst>
        </pc:picChg>
        <pc:picChg chg="del">
          <ac:chgData name="Amy Peebles" userId="55df9692-3791-40ae-bd44-2b55daecbb6e" providerId="ADAL" clId="{F5225C58-9B0B-4BE8-B922-C74002D0FB25}" dt="2024-08-21T20:32:09.988" v="109" actId="478"/>
          <ac:picMkLst>
            <pc:docMk/>
            <pc:sldMk cId="3070830473" sldId="282"/>
            <ac:picMk id="20" creationId="{49EFB985-1CA4-D4BE-B421-4FDC3C493E29}"/>
          </ac:picMkLst>
        </pc:picChg>
        <pc:picChg chg="add mod">
          <ac:chgData name="Amy Peebles" userId="55df9692-3791-40ae-bd44-2b55daecbb6e" providerId="ADAL" clId="{F5225C58-9B0B-4BE8-B922-C74002D0FB25}" dt="2024-08-21T20:32:33.595" v="115" actId="1076"/>
          <ac:picMkLst>
            <pc:docMk/>
            <pc:sldMk cId="3070830473" sldId="282"/>
            <ac:picMk id="54" creationId="{8A3EE596-20BB-481D-B20F-1BF47F5CD6DC}"/>
          </ac:picMkLst>
        </pc:picChg>
        <pc:cxnChg chg="mod">
          <ac:chgData name="Amy Peebles" userId="55df9692-3791-40ae-bd44-2b55daecbb6e" providerId="ADAL" clId="{F5225C58-9B0B-4BE8-B922-C74002D0FB25}" dt="2024-08-21T20:32:13.066" v="111"/>
          <ac:cxnSpMkLst>
            <pc:docMk/>
            <pc:sldMk cId="3070830473" sldId="282"/>
            <ac:cxnSpMk id="49" creationId="{4666861F-C42D-B464-9F00-6A2888205F5C}"/>
          </ac:cxnSpMkLst>
        </pc:cxnChg>
        <pc:cxnChg chg="mod">
          <ac:chgData name="Amy Peebles" userId="55df9692-3791-40ae-bd44-2b55daecbb6e" providerId="ADAL" clId="{F5225C58-9B0B-4BE8-B922-C74002D0FB25}" dt="2024-08-21T20:32:13.066" v="111"/>
          <ac:cxnSpMkLst>
            <pc:docMk/>
            <pc:sldMk cId="3070830473" sldId="282"/>
            <ac:cxnSpMk id="50" creationId="{69AA3970-C8E9-337E-D41E-F578B15E02DF}"/>
          </ac:cxnSpMkLst>
        </pc:cxnChg>
        <pc:cxnChg chg="mod">
          <ac:chgData name="Amy Peebles" userId="55df9692-3791-40ae-bd44-2b55daecbb6e" providerId="ADAL" clId="{F5225C58-9B0B-4BE8-B922-C74002D0FB25}" dt="2024-08-21T20:32:13.066" v="111"/>
          <ac:cxnSpMkLst>
            <pc:docMk/>
            <pc:sldMk cId="3070830473" sldId="282"/>
            <ac:cxnSpMk id="51" creationId="{8BDE4096-0296-A3E0-D242-389700FAFCDA}"/>
          </ac:cxnSpMkLst>
        </pc:cxnChg>
        <pc:cxnChg chg="mod">
          <ac:chgData name="Amy Peebles" userId="55df9692-3791-40ae-bd44-2b55daecbb6e" providerId="ADAL" clId="{F5225C58-9B0B-4BE8-B922-C74002D0FB25}" dt="2024-08-21T20:32:13.066" v="111"/>
          <ac:cxnSpMkLst>
            <pc:docMk/>
            <pc:sldMk cId="3070830473" sldId="282"/>
            <ac:cxnSpMk id="52" creationId="{EC9ECA26-7B89-57BA-EFA0-CC3EC16EC994}"/>
          </ac:cxnSpMkLst>
        </pc:cxnChg>
      </pc:sldChg>
      <pc:sldChg chg="addSp delSp modSp mod modAnim">
        <pc:chgData name="Amy Peebles" userId="55df9692-3791-40ae-bd44-2b55daecbb6e" providerId="ADAL" clId="{F5225C58-9B0B-4BE8-B922-C74002D0FB25}" dt="2024-08-21T21:02:23.464" v="1023" actId="20577"/>
        <pc:sldMkLst>
          <pc:docMk/>
          <pc:sldMk cId="3156341667" sldId="283"/>
        </pc:sldMkLst>
        <pc:spChg chg="del">
          <ac:chgData name="Amy Peebles" userId="55df9692-3791-40ae-bd44-2b55daecbb6e" providerId="ADAL" clId="{F5225C58-9B0B-4BE8-B922-C74002D0FB25}" dt="2024-08-21T20:33:05.298" v="117" actId="478"/>
          <ac:spMkLst>
            <pc:docMk/>
            <pc:sldMk cId="3156341667" sldId="283"/>
            <ac:spMk id="2" creationId="{296316A3-4112-9074-CADB-30E19A928CCE}"/>
          </ac:spMkLst>
        </pc:spChg>
        <pc:spChg chg="del">
          <ac:chgData name="Amy Peebles" userId="55df9692-3791-40ae-bd44-2b55daecbb6e" providerId="ADAL" clId="{F5225C58-9B0B-4BE8-B922-C74002D0FB25}" dt="2024-08-21T20:33:05.298" v="117" actId="478"/>
          <ac:spMkLst>
            <pc:docMk/>
            <pc:sldMk cId="3156341667" sldId="283"/>
            <ac:spMk id="4" creationId="{A25B3825-38CB-B1CD-F314-B0A091FEE92F}"/>
          </ac:spMkLst>
        </pc:spChg>
        <pc:spChg chg="del">
          <ac:chgData name="Amy Peebles" userId="55df9692-3791-40ae-bd44-2b55daecbb6e" providerId="ADAL" clId="{F5225C58-9B0B-4BE8-B922-C74002D0FB25}" dt="2024-08-21T20:35:53.222" v="193" actId="478"/>
          <ac:spMkLst>
            <pc:docMk/>
            <pc:sldMk cId="3156341667" sldId="283"/>
            <ac:spMk id="6" creationId="{5749DCD1-7230-C624-D2E4-0E8C888DB384}"/>
          </ac:spMkLst>
        </pc:spChg>
        <pc:spChg chg="del">
          <ac:chgData name="Amy Peebles" userId="55df9692-3791-40ae-bd44-2b55daecbb6e" providerId="ADAL" clId="{F5225C58-9B0B-4BE8-B922-C74002D0FB25}" dt="2024-08-21T20:35:53.222" v="193" actId="478"/>
          <ac:spMkLst>
            <pc:docMk/>
            <pc:sldMk cId="3156341667" sldId="283"/>
            <ac:spMk id="7" creationId="{A0DBA413-FD07-4FC7-8F41-7770927D4CEE}"/>
          </ac:spMkLst>
        </pc:spChg>
        <pc:spChg chg="del">
          <ac:chgData name="Amy Peebles" userId="55df9692-3791-40ae-bd44-2b55daecbb6e" providerId="ADAL" clId="{F5225C58-9B0B-4BE8-B922-C74002D0FB25}" dt="2024-08-21T20:35:53.222" v="193" actId="478"/>
          <ac:spMkLst>
            <pc:docMk/>
            <pc:sldMk cId="3156341667" sldId="283"/>
            <ac:spMk id="9" creationId="{B6C0A12E-0867-9367-BF46-9A2016EEDB5F}"/>
          </ac:spMkLst>
        </pc:spChg>
        <pc:spChg chg="del">
          <ac:chgData name="Amy Peebles" userId="55df9692-3791-40ae-bd44-2b55daecbb6e" providerId="ADAL" clId="{F5225C58-9B0B-4BE8-B922-C74002D0FB25}" dt="2024-08-21T20:35:53.222" v="193" actId="478"/>
          <ac:spMkLst>
            <pc:docMk/>
            <pc:sldMk cId="3156341667" sldId="283"/>
            <ac:spMk id="10" creationId="{CA3821CA-05F3-BF78-3F5A-C7CEB43A042B}"/>
          </ac:spMkLst>
        </pc:spChg>
        <pc:spChg chg="del">
          <ac:chgData name="Amy Peebles" userId="55df9692-3791-40ae-bd44-2b55daecbb6e" providerId="ADAL" clId="{F5225C58-9B0B-4BE8-B922-C74002D0FB25}" dt="2024-08-21T20:35:53.222" v="193" actId="478"/>
          <ac:spMkLst>
            <pc:docMk/>
            <pc:sldMk cId="3156341667" sldId="283"/>
            <ac:spMk id="11" creationId="{6D64AC26-DCB8-60D1-9F92-8B21AA831E29}"/>
          </ac:spMkLst>
        </pc:spChg>
        <pc:spChg chg="add mod">
          <ac:chgData name="Amy Peebles" userId="55df9692-3791-40ae-bd44-2b55daecbb6e" providerId="ADAL" clId="{F5225C58-9B0B-4BE8-B922-C74002D0FB25}" dt="2024-08-21T20:33:06.510" v="118"/>
          <ac:spMkLst>
            <pc:docMk/>
            <pc:sldMk cId="3156341667" sldId="283"/>
            <ac:spMk id="12" creationId="{089AA196-B577-AAF6-6E22-4920BEE808AA}"/>
          </ac:spMkLst>
        </pc:spChg>
        <pc:spChg chg="add mod">
          <ac:chgData name="Amy Peebles" userId="55df9692-3791-40ae-bd44-2b55daecbb6e" providerId="ADAL" clId="{F5225C58-9B0B-4BE8-B922-C74002D0FB25}" dt="2024-08-21T20:34:20.688" v="138" actId="115"/>
          <ac:spMkLst>
            <pc:docMk/>
            <pc:sldMk cId="3156341667" sldId="283"/>
            <ac:spMk id="13" creationId="{76244E9A-0592-C97F-D1C0-0AFD585203E1}"/>
          </ac:spMkLst>
        </pc:spChg>
        <pc:spChg chg="del">
          <ac:chgData name="Amy Peebles" userId="55df9692-3791-40ae-bd44-2b55daecbb6e" providerId="ADAL" clId="{F5225C58-9B0B-4BE8-B922-C74002D0FB25}" dt="2024-08-21T20:33:05.298" v="117" actId="478"/>
          <ac:spMkLst>
            <pc:docMk/>
            <pc:sldMk cId="3156341667" sldId="283"/>
            <ac:spMk id="14" creationId="{99A821DD-46F8-1DE5-FEE7-63D248CC3AF8}"/>
          </ac:spMkLst>
        </pc:spChg>
        <pc:spChg chg="add mod">
          <ac:chgData name="Amy Peebles" userId="55df9692-3791-40ae-bd44-2b55daecbb6e" providerId="ADAL" clId="{F5225C58-9B0B-4BE8-B922-C74002D0FB25}" dt="2024-08-21T21:02:23.464" v="1023" actId="20577"/>
          <ac:spMkLst>
            <pc:docMk/>
            <pc:sldMk cId="3156341667" sldId="283"/>
            <ac:spMk id="19" creationId="{6E12930E-33F8-B8B6-5E54-B61380610BCF}"/>
          </ac:spMkLst>
        </pc:spChg>
        <pc:spChg chg="add mod">
          <ac:chgData name="Amy Peebles" userId="55df9692-3791-40ae-bd44-2b55daecbb6e" providerId="ADAL" clId="{F5225C58-9B0B-4BE8-B922-C74002D0FB25}" dt="2024-08-21T20:34:02.516" v="130" actId="1076"/>
          <ac:spMkLst>
            <pc:docMk/>
            <pc:sldMk cId="3156341667" sldId="283"/>
            <ac:spMk id="20" creationId="{FE22470A-A46C-BB62-B435-59730C9376D4}"/>
          </ac:spMkLst>
        </pc:spChg>
        <pc:spChg chg="add del mod">
          <ac:chgData name="Amy Peebles" userId="55df9692-3791-40ae-bd44-2b55daecbb6e" providerId="ADAL" clId="{F5225C58-9B0B-4BE8-B922-C74002D0FB25}" dt="2024-08-21T20:35:56.854" v="194" actId="478"/>
          <ac:spMkLst>
            <pc:docMk/>
            <pc:sldMk cId="3156341667" sldId="283"/>
            <ac:spMk id="22" creationId="{CCBD5248-B3C6-4549-5CFB-303BB78A875D}"/>
          </ac:spMkLst>
        </pc:spChg>
        <pc:spChg chg="add del mod">
          <ac:chgData name="Amy Peebles" userId="55df9692-3791-40ae-bd44-2b55daecbb6e" providerId="ADAL" clId="{F5225C58-9B0B-4BE8-B922-C74002D0FB25}" dt="2024-08-21T20:35:56.854" v="194" actId="478"/>
          <ac:spMkLst>
            <pc:docMk/>
            <pc:sldMk cId="3156341667" sldId="283"/>
            <ac:spMk id="24" creationId="{225FD4B4-B333-B858-EBA1-69480B90AEE1}"/>
          </ac:spMkLst>
        </pc:spChg>
        <pc:spChg chg="add del mod">
          <ac:chgData name="Amy Peebles" userId="55df9692-3791-40ae-bd44-2b55daecbb6e" providerId="ADAL" clId="{F5225C58-9B0B-4BE8-B922-C74002D0FB25}" dt="2024-08-21T20:35:56.854" v="194" actId="478"/>
          <ac:spMkLst>
            <pc:docMk/>
            <pc:sldMk cId="3156341667" sldId="283"/>
            <ac:spMk id="26" creationId="{230FA160-A24D-30EE-F68B-F43177D001A1}"/>
          </ac:spMkLst>
        </pc:spChg>
        <pc:spChg chg="add del mod">
          <ac:chgData name="Amy Peebles" userId="55df9692-3791-40ae-bd44-2b55daecbb6e" providerId="ADAL" clId="{F5225C58-9B0B-4BE8-B922-C74002D0FB25}" dt="2024-08-21T20:35:56.854" v="194" actId="478"/>
          <ac:spMkLst>
            <pc:docMk/>
            <pc:sldMk cId="3156341667" sldId="283"/>
            <ac:spMk id="28" creationId="{1D2400C3-8EAB-6742-DE73-FB23110E774C}"/>
          </ac:spMkLst>
        </pc:spChg>
        <pc:spChg chg="add del mod">
          <ac:chgData name="Amy Peebles" userId="55df9692-3791-40ae-bd44-2b55daecbb6e" providerId="ADAL" clId="{F5225C58-9B0B-4BE8-B922-C74002D0FB25}" dt="2024-08-21T20:35:56.854" v="194" actId="478"/>
          <ac:spMkLst>
            <pc:docMk/>
            <pc:sldMk cId="3156341667" sldId="283"/>
            <ac:spMk id="30" creationId="{AAC5359A-1E5A-71FF-67ED-AD9F171AB12A}"/>
          </ac:spMkLst>
        </pc:spChg>
        <pc:spChg chg="add mod">
          <ac:chgData name="Amy Peebles" userId="55df9692-3791-40ae-bd44-2b55daecbb6e" providerId="ADAL" clId="{F5225C58-9B0B-4BE8-B922-C74002D0FB25}" dt="2024-08-21T20:35:57.718" v="195"/>
          <ac:spMkLst>
            <pc:docMk/>
            <pc:sldMk cId="3156341667" sldId="283"/>
            <ac:spMk id="31" creationId="{0D27E686-A6D4-A8A5-F026-B2332474C897}"/>
          </ac:spMkLst>
        </pc:spChg>
        <pc:spChg chg="add mod">
          <ac:chgData name="Amy Peebles" userId="55df9692-3791-40ae-bd44-2b55daecbb6e" providerId="ADAL" clId="{F5225C58-9B0B-4BE8-B922-C74002D0FB25}" dt="2024-08-21T20:35:57.718" v="195"/>
          <ac:spMkLst>
            <pc:docMk/>
            <pc:sldMk cId="3156341667" sldId="283"/>
            <ac:spMk id="32" creationId="{67B7E643-E01C-F501-A32A-E415296B6AF4}"/>
          </ac:spMkLst>
        </pc:spChg>
        <pc:spChg chg="add mod">
          <ac:chgData name="Amy Peebles" userId="55df9692-3791-40ae-bd44-2b55daecbb6e" providerId="ADAL" clId="{F5225C58-9B0B-4BE8-B922-C74002D0FB25}" dt="2024-08-21T20:35:57.718" v="195"/>
          <ac:spMkLst>
            <pc:docMk/>
            <pc:sldMk cId="3156341667" sldId="283"/>
            <ac:spMk id="33" creationId="{2EBBE783-E784-9AC0-C0EC-0A7078BEEF53}"/>
          </ac:spMkLst>
        </pc:spChg>
        <pc:spChg chg="add mod">
          <ac:chgData name="Amy Peebles" userId="55df9692-3791-40ae-bd44-2b55daecbb6e" providerId="ADAL" clId="{F5225C58-9B0B-4BE8-B922-C74002D0FB25}" dt="2024-08-21T20:35:57.718" v="195"/>
          <ac:spMkLst>
            <pc:docMk/>
            <pc:sldMk cId="3156341667" sldId="283"/>
            <ac:spMk id="34" creationId="{40B6D5F1-DE18-C999-B0A9-6804BB92DE29}"/>
          </ac:spMkLst>
        </pc:spChg>
        <pc:spChg chg="add mod">
          <ac:chgData name="Amy Peebles" userId="55df9692-3791-40ae-bd44-2b55daecbb6e" providerId="ADAL" clId="{F5225C58-9B0B-4BE8-B922-C74002D0FB25}" dt="2024-08-21T20:35:57.718" v="195"/>
          <ac:spMkLst>
            <pc:docMk/>
            <pc:sldMk cId="3156341667" sldId="283"/>
            <ac:spMk id="35" creationId="{C1670140-D8FB-3E53-9754-63CA4781E5DE}"/>
          </ac:spMkLst>
        </pc:spChg>
        <pc:picChg chg="add mod">
          <ac:chgData name="Amy Peebles" userId="55df9692-3791-40ae-bd44-2b55daecbb6e" providerId="ADAL" clId="{F5225C58-9B0B-4BE8-B922-C74002D0FB25}" dt="2024-08-21T20:33:06.510" v="118"/>
          <ac:picMkLst>
            <pc:docMk/>
            <pc:sldMk cId="3156341667" sldId="283"/>
            <ac:picMk id="3" creationId="{E9BB0800-AD84-FD35-07F5-AC4269BE0A61}"/>
          </ac:picMkLst>
        </pc:picChg>
        <pc:picChg chg="del">
          <ac:chgData name="Amy Peebles" userId="55df9692-3791-40ae-bd44-2b55daecbb6e" providerId="ADAL" clId="{F5225C58-9B0B-4BE8-B922-C74002D0FB25}" dt="2024-08-21T20:33:05.298" v="117" actId="478"/>
          <ac:picMkLst>
            <pc:docMk/>
            <pc:sldMk cId="3156341667" sldId="283"/>
            <ac:picMk id="5" creationId="{5D7BF035-CA89-2A7E-8087-E945990A81FE}"/>
          </ac:picMkLst>
        </pc:picChg>
        <pc:picChg chg="del">
          <ac:chgData name="Amy Peebles" userId="55df9692-3791-40ae-bd44-2b55daecbb6e" providerId="ADAL" clId="{F5225C58-9B0B-4BE8-B922-C74002D0FB25}" dt="2024-08-21T20:35:41.114" v="192" actId="478"/>
          <ac:picMkLst>
            <pc:docMk/>
            <pc:sldMk cId="3156341667" sldId="283"/>
            <ac:picMk id="8" creationId="{4C6B35EE-C2B7-3B53-72EC-4DEAB74A08EF}"/>
          </ac:picMkLst>
        </pc:picChg>
        <pc:picChg chg="add mod">
          <ac:chgData name="Amy Peebles" userId="55df9692-3791-40ae-bd44-2b55daecbb6e" providerId="ADAL" clId="{F5225C58-9B0B-4BE8-B922-C74002D0FB25}" dt="2024-08-21T20:34:02.516" v="130" actId="1076"/>
          <ac:picMkLst>
            <pc:docMk/>
            <pc:sldMk cId="3156341667" sldId="283"/>
            <ac:picMk id="15" creationId="{119BC33D-9B96-1DEE-8995-5CEDCAAEB8D3}"/>
          </ac:picMkLst>
        </pc:picChg>
        <pc:picChg chg="add mod">
          <ac:chgData name="Amy Peebles" userId="55df9692-3791-40ae-bd44-2b55daecbb6e" providerId="ADAL" clId="{F5225C58-9B0B-4BE8-B922-C74002D0FB25}" dt="2024-08-21T20:34:02.516" v="130" actId="1076"/>
          <ac:picMkLst>
            <pc:docMk/>
            <pc:sldMk cId="3156341667" sldId="283"/>
            <ac:picMk id="18" creationId="{C777FC88-E51D-70D2-B9C3-E978DB7188BF}"/>
          </ac:picMkLst>
        </pc:picChg>
        <pc:cxnChg chg="add mod">
          <ac:chgData name="Amy Peebles" userId="55df9692-3791-40ae-bd44-2b55daecbb6e" providerId="ADAL" clId="{F5225C58-9B0B-4BE8-B922-C74002D0FB25}" dt="2024-08-21T20:34:02.516" v="130" actId="1076"/>
          <ac:cxnSpMkLst>
            <pc:docMk/>
            <pc:sldMk cId="3156341667" sldId="283"/>
            <ac:cxnSpMk id="16" creationId="{7623B21F-2DE9-6153-AFFD-03C4D4A7C8A2}"/>
          </ac:cxnSpMkLst>
        </pc:cxnChg>
        <pc:cxnChg chg="add mod">
          <ac:chgData name="Amy Peebles" userId="55df9692-3791-40ae-bd44-2b55daecbb6e" providerId="ADAL" clId="{F5225C58-9B0B-4BE8-B922-C74002D0FB25}" dt="2024-08-21T20:34:02.516" v="130" actId="1076"/>
          <ac:cxnSpMkLst>
            <pc:docMk/>
            <pc:sldMk cId="3156341667" sldId="283"/>
            <ac:cxnSpMk id="17" creationId="{5FD2F25C-804C-8E79-407C-B6DD7F2B6546}"/>
          </ac:cxnSpMkLst>
        </pc:cxnChg>
      </pc:sldChg>
      <pc:sldChg chg="addSp delSp modSp add mod delAnim">
        <pc:chgData name="Amy Peebles" userId="55df9692-3791-40ae-bd44-2b55daecbb6e" providerId="ADAL" clId="{F5225C58-9B0B-4BE8-B922-C74002D0FB25}" dt="2024-08-21T21:05:29.059" v="1033"/>
        <pc:sldMkLst>
          <pc:docMk/>
          <pc:sldMk cId="1663648387" sldId="284"/>
        </pc:sldMkLst>
        <pc:spChg chg="add mod">
          <ac:chgData name="Amy Peebles" userId="55df9692-3791-40ae-bd44-2b55daecbb6e" providerId="ADAL" clId="{F5225C58-9B0B-4BE8-B922-C74002D0FB25}" dt="2024-08-21T20:37:52.392" v="226" actId="1076"/>
          <ac:spMkLst>
            <pc:docMk/>
            <pc:sldMk cId="1663648387" sldId="284"/>
            <ac:spMk id="4" creationId="{B6C1F2F3-472D-1C51-4D30-067C85BF365E}"/>
          </ac:spMkLst>
        </pc:spChg>
        <pc:spChg chg="mod">
          <ac:chgData name="Amy Peebles" userId="55df9692-3791-40ae-bd44-2b55daecbb6e" providerId="ADAL" clId="{F5225C58-9B0B-4BE8-B922-C74002D0FB25}" dt="2024-08-21T21:05:29.059" v="1033"/>
          <ac:spMkLst>
            <pc:docMk/>
            <pc:sldMk cId="1663648387" sldId="284"/>
            <ac:spMk id="13" creationId="{76244E9A-0592-C97F-D1C0-0AFD585203E1}"/>
          </ac:spMkLst>
        </pc:spChg>
        <pc:spChg chg="del">
          <ac:chgData name="Amy Peebles" userId="55df9692-3791-40ae-bd44-2b55daecbb6e" providerId="ADAL" clId="{F5225C58-9B0B-4BE8-B922-C74002D0FB25}" dt="2024-08-21T20:37:35.363" v="224" actId="478"/>
          <ac:spMkLst>
            <pc:docMk/>
            <pc:sldMk cId="1663648387" sldId="284"/>
            <ac:spMk id="19" creationId="{6E12930E-33F8-B8B6-5E54-B61380610BCF}"/>
          </ac:spMkLst>
        </pc:spChg>
        <pc:spChg chg="del">
          <ac:chgData name="Amy Peebles" userId="55df9692-3791-40ae-bd44-2b55daecbb6e" providerId="ADAL" clId="{F5225C58-9B0B-4BE8-B922-C74002D0FB25}" dt="2024-08-21T20:37:03.798" v="219" actId="478"/>
          <ac:spMkLst>
            <pc:docMk/>
            <pc:sldMk cId="1663648387" sldId="284"/>
            <ac:spMk id="20" creationId="{FE22470A-A46C-BB62-B435-59730C9376D4}"/>
          </ac:spMkLst>
        </pc:spChg>
        <pc:picChg chg="add mod">
          <ac:chgData name="Amy Peebles" userId="55df9692-3791-40ae-bd44-2b55daecbb6e" providerId="ADAL" clId="{F5225C58-9B0B-4BE8-B922-C74002D0FB25}" dt="2024-08-21T20:37:52.392" v="226" actId="1076"/>
          <ac:picMkLst>
            <pc:docMk/>
            <pc:sldMk cId="1663648387" sldId="284"/>
            <ac:picMk id="2" creationId="{412F4608-01E5-A390-BE2B-EE1E5090149C}"/>
          </ac:picMkLst>
        </pc:picChg>
        <pc:picChg chg="add mod">
          <ac:chgData name="Amy Peebles" userId="55df9692-3791-40ae-bd44-2b55daecbb6e" providerId="ADAL" clId="{F5225C58-9B0B-4BE8-B922-C74002D0FB25}" dt="2024-08-21T20:37:52.392" v="226" actId="1076"/>
          <ac:picMkLst>
            <pc:docMk/>
            <pc:sldMk cId="1663648387" sldId="284"/>
            <ac:picMk id="7" creationId="{D3F337DC-CF4C-07EF-B802-ACE56FDF23B7}"/>
          </ac:picMkLst>
        </pc:picChg>
        <pc:picChg chg="del">
          <ac:chgData name="Amy Peebles" userId="55df9692-3791-40ae-bd44-2b55daecbb6e" providerId="ADAL" clId="{F5225C58-9B0B-4BE8-B922-C74002D0FB25}" dt="2024-08-21T20:37:03.798" v="219" actId="478"/>
          <ac:picMkLst>
            <pc:docMk/>
            <pc:sldMk cId="1663648387" sldId="284"/>
            <ac:picMk id="15" creationId="{119BC33D-9B96-1DEE-8995-5CEDCAAEB8D3}"/>
          </ac:picMkLst>
        </pc:picChg>
        <pc:picChg chg="del">
          <ac:chgData name="Amy Peebles" userId="55df9692-3791-40ae-bd44-2b55daecbb6e" providerId="ADAL" clId="{F5225C58-9B0B-4BE8-B922-C74002D0FB25}" dt="2024-08-21T20:37:03.798" v="219" actId="478"/>
          <ac:picMkLst>
            <pc:docMk/>
            <pc:sldMk cId="1663648387" sldId="284"/>
            <ac:picMk id="18" creationId="{C777FC88-E51D-70D2-B9C3-E978DB7188BF}"/>
          </ac:picMkLst>
        </pc:picChg>
        <pc:cxnChg chg="add mod">
          <ac:chgData name="Amy Peebles" userId="55df9692-3791-40ae-bd44-2b55daecbb6e" providerId="ADAL" clId="{F5225C58-9B0B-4BE8-B922-C74002D0FB25}" dt="2024-08-21T20:37:52.392" v="226" actId="1076"/>
          <ac:cxnSpMkLst>
            <pc:docMk/>
            <pc:sldMk cId="1663648387" sldId="284"/>
            <ac:cxnSpMk id="5" creationId="{7F90F0CF-91DD-19C1-D6C7-E7DFEFF18F70}"/>
          </ac:cxnSpMkLst>
        </pc:cxnChg>
        <pc:cxnChg chg="add mod">
          <ac:chgData name="Amy Peebles" userId="55df9692-3791-40ae-bd44-2b55daecbb6e" providerId="ADAL" clId="{F5225C58-9B0B-4BE8-B922-C74002D0FB25}" dt="2024-08-21T20:37:52.392" v="226" actId="1076"/>
          <ac:cxnSpMkLst>
            <pc:docMk/>
            <pc:sldMk cId="1663648387" sldId="284"/>
            <ac:cxnSpMk id="6" creationId="{1E387C3D-2697-76DA-78EC-6D1BC919785C}"/>
          </ac:cxnSpMkLst>
        </pc:cxnChg>
        <pc:cxnChg chg="del">
          <ac:chgData name="Amy Peebles" userId="55df9692-3791-40ae-bd44-2b55daecbb6e" providerId="ADAL" clId="{F5225C58-9B0B-4BE8-B922-C74002D0FB25}" dt="2024-08-21T20:37:03.798" v="219" actId="478"/>
          <ac:cxnSpMkLst>
            <pc:docMk/>
            <pc:sldMk cId="1663648387" sldId="284"/>
            <ac:cxnSpMk id="16" creationId="{7623B21F-2DE9-6153-AFFD-03C4D4A7C8A2}"/>
          </ac:cxnSpMkLst>
        </pc:cxnChg>
        <pc:cxnChg chg="del">
          <ac:chgData name="Amy Peebles" userId="55df9692-3791-40ae-bd44-2b55daecbb6e" providerId="ADAL" clId="{F5225C58-9B0B-4BE8-B922-C74002D0FB25}" dt="2024-08-21T20:37:03.798" v="219" actId="478"/>
          <ac:cxnSpMkLst>
            <pc:docMk/>
            <pc:sldMk cId="1663648387" sldId="284"/>
            <ac:cxnSpMk id="17" creationId="{5FD2F25C-804C-8E79-407C-B6DD7F2B6546}"/>
          </ac:cxnSpMkLst>
        </pc:cxnChg>
      </pc:sldChg>
      <pc:sldChg chg="del">
        <pc:chgData name="Amy Peebles" userId="55df9692-3791-40ae-bd44-2b55daecbb6e" providerId="ADAL" clId="{F5225C58-9B0B-4BE8-B922-C74002D0FB25}" dt="2024-08-21T20:36:01.972" v="196" actId="47"/>
        <pc:sldMkLst>
          <pc:docMk/>
          <pc:sldMk cId="2988029155" sldId="284"/>
        </pc:sldMkLst>
      </pc:sldChg>
      <pc:sldChg chg="addSp delSp modSp add mod">
        <pc:chgData name="Amy Peebles" userId="55df9692-3791-40ae-bd44-2b55daecbb6e" providerId="ADAL" clId="{F5225C58-9B0B-4BE8-B922-C74002D0FB25}" dt="2024-08-21T20:39:00.414" v="241" actId="1076"/>
        <pc:sldMkLst>
          <pc:docMk/>
          <pc:sldMk cId="3584178047" sldId="285"/>
        </pc:sldMkLst>
        <pc:spChg chg="del">
          <ac:chgData name="Amy Peebles" userId="55df9692-3791-40ae-bd44-2b55daecbb6e" providerId="ADAL" clId="{F5225C58-9B0B-4BE8-B922-C74002D0FB25}" dt="2024-08-21T20:38:19.062" v="228" actId="478"/>
          <ac:spMkLst>
            <pc:docMk/>
            <pc:sldMk cId="3584178047" sldId="285"/>
            <ac:spMk id="4" creationId="{B6C1F2F3-472D-1C51-4D30-067C85BF365E}"/>
          </ac:spMkLst>
        </pc:spChg>
        <pc:spChg chg="add mod">
          <ac:chgData name="Amy Peebles" userId="55df9692-3791-40ae-bd44-2b55daecbb6e" providerId="ADAL" clId="{F5225C58-9B0B-4BE8-B922-C74002D0FB25}" dt="2024-08-21T20:39:00.414" v="241" actId="1076"/>
          <ac:spMkLst>
            <pc:docMk/>
            <pc:sldMk cId="3584178047" sldId="285"/>
            <ac:spMk id="9" creationId="{4B929AF1-45C2-5A46-8205-A07CFB36294D}"/>
          </ac:spMkLst>
        </pc:spChg>
        <pc:spChg chg="add mod">
          <ac:chgData name="Amy Peebles" userId="55df9692-3791-40ae-bd44-2b55daecbb6e" providerId="ADAL" clId="{F5225C58-9B0B-4BE8-B922-C74002D0FB25}" dt="2024-08-21T20:38:46.060" v="237" actId="1076"/>
          <ac:spMkLst>
            <pc:docMk/>
            <pc:sldMk cId="3584178047" sldId="285"/>
            <ac:spMk id="11" creationId="{457346EE-120D-856B-E6E0-26CAA6BBA2E5}"/>
          </ac:spMkLst>
        </pc:spChg>
        <pc:spChg chg="mod">
          <ac:chgData name="Amy Peebles" userId="55df9692-3791-40ae-bd44-2b55daecbb6e" providerId="ADAL" clId="{F5225C58-9B0B-4BE8-B922-C74002D0FB25}" dt="2024-08-21T20:38:24.220" v="233" actId="20577"/>
          <ac:spMkLst>
            <pc:docMk/>
            <pc:sldMk cId="3584178047" sldId="285"/>
            <ac:spMk id="12" creationId="{089AA196-B577-AAF6-6E22-4920BEE808AA}"/>
          </ac:spMkLst>
        </pc:spChg>
        <pc:spChg chg="del">
          <ac:chgData name="Amy Peebles" userId="55df9692-3791-40ae-bd44-2b55daecbb6e" providerId="ADAL" clId="{F5225C58-9B0B-4BE8-B922-C74002D0FB25}" dt="2024-08-21T20:38:19.062" v="228" actId="478"/>
          <ac:spMkLst>
            <pc:docMk/>
            <pc:sldMk cId="3584178047" sldId="285"/>
            <ac:spMk id="13" creationId="{76244E9A-0592-C97F-D1C0-0AFD585203E1}"/>
          </ac:spMkLst>
        </pc:spChg>
        <pc:spChg chg="add mod">
          <ac:chgData name="Amy Peebles" userId="55df9692-3791-40ae-bd44-2b55daecbb6e" providerId="ADAL" clId="{F5225C58-9B0B-4BE8-B922-C74002D0FB25}" dt="2024-08-21T20:38:53.084" v="238" actId="1076"/>
          <ac:spMkLst>
            <pc:docMk/>
            <pc:sldMk cId="3584178047" sldId="285"/>
            <ac:spMk id="15" creationId="{11145DA7-2DF0-9783-54F6-477E5D9C70C2}"/>
          </ac:spMkLst>
        </pc:spChg>
        <pc:spChg chg="add mod">
          <ac:chgData name="Amy Peebles" userId="55df9692-3791-40ae-bd44-2b55daecbb6e" providerId="ADAL" clId="{F5225C58-9B0B-4BE8-B922-C74002D0FB25}" dt="2024-08-21T20:38:46.060" v="237" actId="1076"/>
          <ac:spMkLst>
            <pc:docMk/>
            <pc:sldMk cId="3584178047" sldId="285"/>
            <ac:spMk id="16" creationId="{FDD08AC9-9149-2E0F-5FFB-D07AD3AA55F4}"/>
          </ac:spMkLst>
        </pc:spChg>
        <pc:graphicFrameChg chg="add mod modGraphic">
          <ac:chgData name="Amy Peebles" userId="55df9692-3791-40ae-bd44-2b55daecbb6e" providerId="ADAL" clId="{F5225C58-9B0B-4BE8-B922-C74002D0FB25}" dt="2024-08-21T20:38:37.015" v="236" actId="14100"/>
          <ac:graphicFrameMkLst>
            <pc:docMk/>
            <pc:sldMk cId="3584178047" sldId="285"/>
            <ac:graphicFrameMk id="8" creationId="{06339435-7FAD-9D61-9D4A-DAB44CC253FE}"/>
          </ac:graphicFrameMkLst>
        </pc:graphicFrameChg>
        <pc:picChg chg="del">
          <ac:chgData name="Amy Peebles" userId="55df9692-3791-40ae-bd44-2b55daecbb6e" providerId="ADAL" clId="{F5225C58-9B0B-4BE8-B922-C74002D0FB25}" dt="2024-08-21T20:38:19.062" v="228" actId="478"/>
          <ac:picMkLst>
            <pc:docMk/>
            <pc:sldMk cId="3584178047" sldId="285"/>
            <ac:picMk id="2" creationId="{412F4608-01E5-A390-BE2B-EE1E5090149C}"/>
          </ac:picMkLst>
        </pc:picChg>
        <pc:picChg chg="mod">
          <ac:chgData name="Amy Peebles" userId="55df9692-3791-40ae-bd44-2b55daecbb6e" providerId="ADAL" clId="{F5225C58-9B0B-4BE8-B922-C74002D0FB25}" dt="2024-08-21T20:38:55.911" v="240" actId="1076"/>
          <ac:picMkLst>
            <pc:docMk/>
            <pc:sldMk cId="3584178047" sldId="285"/>
            <ac:picMk id="3" creationId="{E9BB0800-AD84-FD35-07F5-AC4269BE0A61}"/>
          </ac:picMkLst>
        </pc:picChg>
        <pc:picChg chg="del">
          <ac:chgData name="Amy Peebles" userId="55df9692-3791-40ae-bd44-2b55daecbb6e" providerId="ADAL" clId="{F5225C58-9B0B-4BE8-B922-C74002D0FB25}" dt="2024-08-21T20:38:19.062" v="228" actId="478"/>
          <ac:picMkLst>
            <pc:docMk/>
            <pc:sldMk cId="3584178047" sldId="285"/>
            <ac:picMk id="7" creationId="{D3F337DC-CF4C-07EF-B802-ACE56FDF23B7}"/>
          </ac:picMkLst>
        </pc:picChg>
        <pc:picChg chg="add mod">
          <ac:chgData name="Amy Peebles" userId="55df9692-3791-40ae-bd44-2b55daecbb6e" providerId="ADAL" clId="{F5225C58-9B0B-4BE8-B922-C74002D0FB25}" dt="2024-08-21T20:39:00.414" v="241" actId="1076"/>
          <ac:picMkLst>
            <pc:docMk/>
            <pc:sldMk cId="3584178047" sldId="285"/>
            <ac:picMk id="10" creationId="{0B4A6DF3-D262-1A08-E311-2304F6577ED0}"/>
          </ac:picMkLst>
        </pc:picChg>
        <pc:picChg chg="add mod">
          <ac:chgData name="Amy Peebles" userId="55df9692-3791-40ae-bd44-2b55daecbb6e" providerId="ADAL" clId="{F5225C58-9B0B-4BE8-B922-C74002D0FB25}" dt="2024-08-21T20:38:46.060" v="237" actId="1076"/>
          <ac:picMkLst>
            <pc:docMk/>
            <pc:sldMk cId="3584178047" sldId="285"/>
            <ac:picMk id="14" creationId="{14AA84B7-6BA8-0768-0781-41CE1C4C741B}"/>
          </ac:picMkLst>
        </pc:picChg>
        <pc:picChg chg="add mod">
          <ac:chgData name="Amy Peebles" userId="55df9692-3791-40ae-bd44-2b55daecbb6e" providerId="ADAL" clId="{F5225C58-9B0B-4BE8-B922-C74002D0FB25}" dt="2024-08-21T20:38:53.084" v="238" actId="1076"/>
          <ac:picMkLst>
            <pc:docMk/>
            <pc:sldMk cId="3584178047" sldId="285"/>
            <ac:picMk id="17" creationId="{810C67E2-F0A0-2B20-2F18-2E180F9BDB42}"/>
          </ac:picMkLst>
        </pc:picChg>
        <pc:picChg chg="add mod">
          <ac:chgData name="Amy Peebles" userId="55df9692-3791-40ae-bd44-2b55daecbb6e" providerId="ADAL" clId="{F5225C58-9B0B-4BE8-B922-C74002D0FB25}" dt="2024-08-21T20:38:53.084" v="238" actId="1076"/>
          <ac:picMkLst>
            <pc:docMk/>
            <pc:sldMk cId="3584178047" sldId="285"/>
            <ac:picMk id="18" creationId="{35E7808F-A400-4405-FF7C-05A380AB0274}"/>
          </ac:picMkLst>
        </pc:picChg>
        <pc:picChg chg="add mod">
          <ac:chgData name="Amy Peebles" userId="55df9692-3791-40ae-bd44-2b55daecbb6e" providerId="ADAL" clId="{F5225C58-9B0B-4BE8-B922-C74002D0FB25}" dt="2024-08-21T20:38:46.060" v="237" actId="1076"/>
          <ac:picMkLst>
            <pc:docMk/>
            <pc:sldMk cId="3584178047" sldId="285"/>
            <ac:picMk id="19" creationId="{FD378B07-B779-4C3E-A7AD-A31FC2528676}"/>
          </ac:picMkLst>
        </pc:picChg>
        <pc:picChg chg="add mod">
          <ac:chgData name="Amy Peebles" userId="55df9692-3791-40ae-bd44-2b55daecbb6e" providerId="ADAL" clId="{F5225C58-9B0B-4BE8-B922-C74002D0FB25}" dt="2024-08-21T20:38:46.060" v="237" actId="1076"/>
          <ac:picMkLst>
            <pc:docMk/>
            <pc:sldMk cId="3584178047" sldId="285"/>
            <ac:picMk id="20" creationId="{792E3B90-E3F2-2F37-CE18-040C39E28D66}"/>
          </ac:picMkLst>
        </pc:picChg>
        <pc:cxnChg chg="del">
          <ac:chgData name="Amy Peebles" userId="55df9692-3791-40ae-bd44-2b55daecbb6e" providerId="ADAL" clId="{F5225C58-9B0B-4BE8-B922-C74002D0FB25}" dt="2024-08-21T20:38:19.062" v="228" actId="478"/>
          <ac:cxnSpMkLst>
            <pc:docMk/>
            <pc:sldMk cId="3584178047" sldId="285"/>
            <ac:cxnSpMk id="5" creationId="{7F90F0CF-91DD-19C1-D6C7-E7DFEFF18F70}"/>
          </ac:cxnSpMkLst>
        </pc:cxnChg>
        <pc:cxnChg chg="del">
          <ac:chgData name="Amy Peebles" userId="55df9692-3791-40ae-bd44-2b55daecbb6e" providerId="ADAL" clId="{F5225C58-9B0B-4BE8-B922-C74002D0FB25}" dt="2024-08-21T20:38:19.062" v="228" actId="478"/>
          <ac:cxnSpMkLst>
            <pc:docMk/>
            <pc:sldMk cId="3584178047" sldId="285"/>
            <ac:cxnSpMk id="6" creationId="{1E387C3D-2697-76DA-78EC-6D1BC919785C}"/>
          </ac:cxnSpMkLst>
        </pc:cxnChg>
      </pc:sldChg>
      <pc:sldChg chg="new del">
        <pc:chgData name="Amy Peebles" userId="55df9692-3791-40ae-bd44-2b55daecbb6e" providerId="ADAL" clId="{F5225C58-9B0B-4BE8-B922-C74002D0FB25}" dt="2024-08-21T20:40:12.827" v="243" actId="47"/>
        <pc:sldMkLst>
          <pc:docMk/>
          <pc:sldMk cId="1521170409" sldId="286"/>
        </pc:sldMkLst>
      </pc:sldChg>
      <pc:sldChg chg="addSp delSp modSp add mod delAnim modAnim">
        <pc:chgData name="Amy Peebles" userId="55df9692-3791-40ae-bd44-2b55daecbb6e" providerId="ADAL" clId="{F5225C58-9B0B-4BE8-B922-C74002D0FB25}" dt="2024-08-21T21:03:40.034" v="1029"/>
        <pc:sldMkLst>
          <pc:docMk/>
          <pc:sldMk cId="3788873143" sldId="286"/>
        </pc:sldMkLst>
        <pc:spChg chg="add del mod">
          <ac:chgData name="Amy Peebles" userId="55df9692-3791-40ae-bd44-2b55daecbb6e" providerId="ADAL" clId="{F5225C58-9B0B-4BE8-B922-C74002D0FB25}" dt="2024-08-21T20:40:34.289" v="248" actId="478"/>
          <ac:spMkLst>
            <pc:docMk/>
            <pc:sldMk cId="3788873143" sldId="286"/>
            <ac:spMk id="2" creationId="{A11F9BE2-C894-2C04-9F80-00814B6773DC}"/>
          </ac:spMkLst>
        </pc:spChg>
        <pc:spChg chg="add mod">
          <ac:chgData name="Amy Peebles" userId="55df9692-3791-40ae-bd44-2b55daecbb6e" providerId="ADAL" clId="{F5225C58-9B0B-4BE8-B922-C74002D0FB25}" dt="2024-08-21T20:53:28.776" v="704" actId="20577"/>
          <ac:spMkLst>
            <pc:docMk/>
            <pc:sldMk cId="3788873143" sldId="286"/>
            <ac:spMk id="4" creationId="{8A19952C-9B18-B79C-4755-0B415DE4C11E}"/>
          </ac:spMkLst>
        </pc:spChg>
        <pc:spChg chg="add mod">
          <ac:chgData name="Amy Peebles" userId="55df9692-3791-40ae-bd44-2b55daecbb6e" providerId="ADAL" clId="{F5225C58-9B0B-4BE8-B922-C74002D0FB25}" dt="2024-08-21T20:44:16.417" v="346" actId="14100"/>
          <ac:spMkLst>
            <pc:docMk/>
            <pc:sldMk cId="3788873143" sldId="286"/>
            <ac:spMk id="5" creationId="{5BB21F2F-D5F8-B670-2EBB-14F37ACFAFDA}"/>
          </ac:spMkLst>
        </pc:spChg>
        <pc:spChg chg="del">
          <ac:chgData name="Amy Peebles" userId="55df9692-3791-40ae-bd44-2b55daecbb6e" providerId="ADAL" clId="{F5225C58-9B0B-4BE8-B922-C74002D0FB25}" dt="2024-08-21T20:40:20.856" v="246" actId="478"/>
          <ac:spMkLst>
            <pc:docMk/>
            <pc:sldMk cId="3788873143" sldId="286"/>
            <ac:spMk id="9" creationId="{4B929AF1-45C2-5A46-8205-A07CFB36294D}"/>
          </ac:spMkLst>
        </pc:spChg>
        <pc:spChg chg="del">
          <ac:chgData name="Amy Peebles" userId="55df9692-3791-40ae-bd44-2b55daecbb6e" providerId="ADAL" clId="{F5225C58-9B0B-4BE8-B922-C74002D0FB25}" dt="2024-08-21T20:40:20.856" v="246" actId="478"/>
          <ac:spMkLst>
            <pc:docMk/>
            <pc:sldMk cId="3788873143" sldId="286"/>
            <ac:spMk id="11" creationId="{457346EE-120D-856B-E6E0-26CAA6BBA2E5}"/>
          </ac:spMkLst>
        </pc:spChg>
        <pc:spChg chg="del">
          <ac:chgData name="Amy Peebles" userId="55df9692-3791-40ae-bd44-2b55daecbb6e" providerId="ADAL" clId="{F5225C58-9B0B-4BE8-B922-C74002D0FB25}" dt="2024-08-21T20:40:17.061" v="245" actId="478"/>
          <ac:spMkLst>
            <pc:docMk/>
            <pc:sldMk cId="3788873143" sldId="286"/>
            <ac:spMk id="12" creationId="{089AA196-B577-AAF6-6E22-4920BEE808AA}"/>
          </ac:spMkLst>
        </pc:spChg>
        <pc:spChg chg="del">
          <ac:chgData name="Amy Peebles" userId="55df9692-3791-40ae-bd44-2b55daecbb6e" providerId="ADAL" clId="{F5225C58-9B0B-4BE8-B922-C74002D0FB25}" dt="2024-08-21T20:40:20.856" v="246" actId="478"/>
          <ac:spMkLst>
            <pc:docMk/>
            <pc:sldMk cId="3788873143" sldId="286"/>
            <ac:spMk id="15" creationId="{11145DA7-2DF0-9783-54F6-477E5D9C70C2}"/>
          </ac:spMkLst>
        </pc:spChg>
        <pc:spChg chg="del">
          <ac:chgData name="Amy Peebles" userId="55df9692-3791-40ae-bd44-2b55daecbb6e" providerId="ADAL" clId="{F5225C58-9B0B-4BE8-B922-C74002D0FB25}" dt="2024-08-21T20:40:20.856" v="246" actId="478"/>
          <ac:spMkLst>
            <pc:docMk/>
            <pc:sldMk cId="3788873143" sldId="286"/>
            <ac:spMk id="16" creationId="{FDD08AC9-9149-2E0F-5FFB-D07AD3AA55F4}"/>
          </ac:spMkLst>
        </pc:spChg>
        <pc:spChg chg="add mod">
          <ac:chgData name="Amy Peebles" userId="55df9692-3791-40ae-bd44-2b55daecbb6e" providerId="ADAL" clId="{F5225C58-9B0B-4BE8-B922-C74002D0FB25}" dt="2024-08-21T20:52:21.414" v="678" actId="1037"/>
          <ac:spMkLst>
            <pc:docMk/>
            <pc:sldMk cId="3788873143" sldId="286"/>
            <ac:spMk id="22" creationId="{B046F91E-579B-E727-ABF6-7CFA37A78AB9}"/>
          </ac:spMkLst>
        </pc:spChg>
        <pc:spChg chg="add mod">
          <ac:chgData name="Amy Peebles" userId="55df9692-3791-40ae-bd44-2b55daecbb6e" providerId="ADAL" clId="{F5225C58-9B0B-4BE8-B922-C74002D0FB25}" dt="2024-08-21T20:52:21.414" v="678" actId="1037"/>
          <ac:spMkLst>
            <pc:docMk/>
            <pc:sldMk cId="3788873143" sldId="286"/>
            <ac:spMk id="23" creationId="{E21EED78-565D-1330-11BB-21BF2321E356}"/>
          </ac:spMkLst>
        </pc:spChg>
        <pc:spChg chg="add mod">
          <ac:chgData name="Amy Peebles" userId="55df9692-3791-40ae-bd44-2b55daecbb6e" providerId="ADAL" clId="{F5225C58-9B0B-4BE8-B922-C74002D0FB25}" dt="2024-08-21T20:52:21.414" v="678" actId="1037"/>
          <ac:spMkLst>
            <pc:docMk/>
            <pc:sldMk cId="3788873143" sldId="286"/>
            <ac:spMk id="26" creationId="{B7B0D02C-7977-6502-B0C5-DC5058FA1CE1}"/>
          </ac:spMkLst>
        </pc:spChg>
        <pc:graphicFrameChg chg="add mod modGraphic">
          <ac:chgData name="Amy Peebles" userId="55df9692-3791-40ae-bd44-2b55daecbb6e" providerId="ADAL" clId="{F5225C58-9B0B-4BE8-B922-C74002D0FB25}" dt="2024-08-21T20:42:39.467" v="325" actId="1076"/>
          <ac:graphicFrameMkLst>
            <pc:docMk/>
            <pc:sldMk cId="3788873143" sldId="286"/>
            <ac:graphicFrameMk id="6" creationId="{D255737F-4DC0-27F2-F80E-78C7E6F9FB8A}"/>
          </ac:graphicFrameMkLst>
        </pc:graphicFrameChg>
        <pc:graphicFrameChg chg="del">
          <ac:chgData name="Amy Peebles" userId="55df9692-3791-40ae-bd44-2b55daecbb6e" providerId="ADAL" clId="{F5225C58-9B0B-4BE8-B922-C74002D0FB25}" dt="2024-08-21T20:40:20.856" v="246" actId="478"/>
          <ac:graphicFrameMkLst>
            <pc:docMk/>
            <pc:sldMk cId="3788873143" sldId="286"/>
            <ac:graphicFrameMk id="8" creationId="{06339435-7FAD-9D61-9D4A-DAB44CC253FE}"/>
          </ac:graphicFrameMkLst>
        </pc:graphicFrameChg>
        <pc:picChg chg="del">
          <ac:chgData name="Amy Peebles" userId="55df9692-3791-40ae-bd44-2b55daecbb6e" providerId="ADAL" clId="{F5225C58-9B0B-4BE8-B922-C74002D0FB25}" dt="2024-08-21T20:40:17.061" v="245" actId="478"/>
          <ac:picMkLst>
            <pc:docMk/>
            <pc:sldMk cId="3788873143" sldId="286"/>
            <ac:picMk id="3" creationId="{E9BB0800-AD84-FD35-07F5-AC4269BE0A61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10" creationId="{0B4A6DF3-D262-1A08-E311-2304F6577ED0}"/>
          </ac:picMkLst>
        </pc:picChg>
        <pc:picChg chg="add mod modCrop">
          <ac:chgData name="Amy Peebles" userId="55df9692-3791-40ae-bd44-2b55daecbb6e" providerId="ADAL" clId="{F5225C58-9B0B-4BE8-B922-C74002D0FB25}" dt="2024-08-21T20:52:21.414" v="678" actId="1037"/>
          <ac:picMkLst>
            <pc:docMk/>
            <pc:sldMk cId="3788873143" sldId="286"/>
            <ac:picMk id="13" creationId="{3F1C31EE-28C1-7FF4-D32F-92086ECC471A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14" creationId="{14AA84B7-6BA8-0768-0781-41CE1C4C741B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17" creationId="{810C67E2-F0A0-2B20-2F18-2E180F9BDB42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18" creationId="{35E7808F-A400-4405-FF7C-05A380AB0274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19" creationId="{FD378B07-B779-4C3E-A7AD-A31FC2528676}"/>
          </ac:picMkLst>
        </pc:picChg>
        <pc:picChg chg="del">
          <ac:chgData name="Amy Peebles" userId="55df9692-3791-40ae-bd44-2b55daecbb6e" providerId="ADAL" clId="{F5225C58-9B0B-4BE8-B922-C74002D0FB25}" dt="2024-08-21T20:40:20.856" v="246" actId="478"/>
          <ac:picMkLst>
            <pc:docMk/>
            <pc:sldMk cId="3788873143" sldId="286"/>
            <ac:picMk id="20" creationId="{792E3B90-E3F2-2F37-CE18-040C39E28D66}"/>
          </ac:picMkLst>
        </pc:picChg>
        <pc:picChg chg="add del mod">
          <ac:chgData name="Amy Peebles" userId="55df9692-3791-40ae-bd44-2b55daecbb6e" providerId="ADAL" clId="{F5225C58-9B0B-4BE8-B922-C74002D0FB25}" dt="2024-08-21T21:03:16.318" v="1027" actId="478"/>
          <ac:picMkLst>
            <pc:docMk/>
            <pc:sldMk cId="3788873143" sldId="286"/>
            <ac:picMk id="24" creationId="{A80C8E8C-09AD-053C-1E61-E9429A39406D}"/>
          </ac:picMkLst>
        </pc:picChg>
        <pc:picChg chg="add del mod">
          <ac:chgData name="Amy Peebles" userId="55df9692-3791-40ae-bd44-2b55daecbb6e" providerId="ADAL" clId="{F5225C58-9B0B-4BE8-B922-C74002D0FB25}" dt="2024-08-21T21:03:16.749" v="1028" actId="478"/>
          <ac:picMkLst>
            <pc:docMk/>
            <pc:sldMk cId="3788873143" sldId="286"/>
            <ac:picMk id="25" creationId="{90BD566C-102A-F372-785B-0E9F58DBCB6E}"/>
          </ac:picMkLst>
        </pc:picChg>
        <pc:picChg chg="add mod">
          <ac:chgData name="Amy Peebles" userId="55df9692-3791-40ae-bd44-2b55daecbb6e" providerId="ADAL" clId="{F5225C58-9B0B-4BE8-B922-C74002D0FB25}" dt="2024-08-21T20:52:21.414" v="678" actId="1037"/>
          <ac:picMkLst>
            <pc:docMk/>
            <pc:sldMk cId="3788873143" sldId="286"/>
            <ac:picMk id="1026" creationId="{55642DDF-F9F3-6246-EA04-FD37E8360F6E}"/>
          </ac:picMkLst>
        </pc:picChg>
        <pc:cxnChg chg="add del mod">
          <ac:chgData name="Amy Peebles" userId="55df9692-3791-40ae-bd44-2b55daecbb6e" providerId="ADAL" clId="{F5225C58-9B0B-4BE8-B922-C74002D0FB25}" dt="2024-08-21T20:44:09.724" v="345" actId="478"/>
          <ac:cxnSpMkLst>
            <pc:docMk/>
            <pc:sldMk cId="3788873143" sldId="286"/>
            <ac:cxnSpMk id="21" creationId="{1CD42513-8B0D-0D61-A550-D23CA3F49402}"/>
          </ac:cxnSpMkLst>
        </pc:cxnChg>
      </pc:sldChg>
      <pc:sldChg chg="new del">
        <pc:chgData name="Amy Peebles" userId="55df9692-3791-40ae-bd44-2b55daecbb6e" providerId="ADAL" clId="{F5225C58-9B0B-4BE8-B922-C74002D0FB25}" dt="2024-08-21T20:43:28.133" v="338" actId="47"/>
        <pc:sldMkLst>
          <pc:docMk/>
          <pc:sldMk cId="371657466" sldId="287"/>
        </pc:sldMkLst>
      </pc:sldChg>
      <pc:sldChg chg="addSp delSp modSp add mod modAnim">
        <pc:chgData name="Amy Peebles" userId="55df9692-3791-40ae-bd44-2b55daecbb6e" providerId="ADAL" clId="{F5225C58-9B0B-4BE8-B922-C74002D0FB25}" dt="2024-08-21T21:01:38.282" v="1019" actId="20577"/>
        <pc:sldMkLst>
          <pc:docMk/>
          <pc:sldMk cId="4094161194" sldId="287"/>
        </pc:sldMkLst>
        <pc:spChg chg="mod">
          <ac:chgData name="Amy Peebles" userId="55df9692-3791-40ae-bd44-2b55daecbb6e" providerId="ADAL" clId="{F5225C58-9B0B-4BE8-B922-C74002D0FB25}" dt="2024-08-21T21:01:38.282" v="1019" actId="20577"/>
          <ac:spMkLst>
            <pc:docMk/>
            <pc:sldMk cId="4094161194" sldId="287"/>
            <ac:spMk id="4" creationId="{8A19952C-9B18-B79C-4755-0B415DE4C11E}"/>
          </ac:spMkLst>
        </pc:spChg>
        <pc:spChg chg="mod">
          <ac:chgData name="Amy Peebles" userId="55df9692-3791-40ae-bd44-2b55daecbb6e" providerId="ADAL" clId="{F5225C58-9B0B-4BE8-B922-C74002D0FB25}" dt="2024-08-21T20:56:48.022" v="780" actId="20577"/>
          <ac:spMkLst>
            <pc:docMk/>
            <pc:sldMk cId="4094161194" sldId="287"/>
            <ac:spMk id="5" creationId="{5BB21F2F-D5F8-B670-2EBB-14F37ACFAFDA}"/>
          </ac:spMkLst>
        </pc:spChg>
        <pc:spChg chg="add mod">
          <ac:chgData name="Amy Peebles" userId="55df9692-3791-40ae-bd44-2b55daecbb6e" providerId="ADAL" clId="{F5225C58-9B0B-4BE8-B922-C74002D0FB25}" dt="2024-08-21T21:00:31.116" v="1009" actId="14100"/>
          <ac:spMkLst>
            <pc:docMk/>
            <pc:sldMk cId="4094161194" sldId="287"/>
            <ac:spMk id="7" creationId="{3D9ED0CA-89FB-8FA3-90D3-E2A97A56173A}"/>
          </ac:spMkLst>
        </pc:spChg>
        <pc:spChg chg="add">
          <ac:chgData name="Amy Peebles" userId="55df9692-3791-40ae-bd44-2b55daecbb6e" providerId="ADAL" clId="{F5225C58-9B0B-4BE8-B922-C74002D0FB25}" dt="2024-08-21T20:59:13.750" v="827"/>
          <ac:spMkLst>
            <pc:docMk/>
            <pc:sldMk cId="4094161194" sldId="287"/>
            <ac:spMk id="8" creationId="{7CDE1687-7FB7-0805-80E5-FDA348513469}"/>
          </ac:spMkLst>
        </pc:spChg>
        <pc:spChg chg="del">
          <ac:chgData name="Amy Peebles" userId="55df9692-3791-40ae-bd44-2b55daecbb6e" providerId="ADAL" clId="{F5225C58-9B0B-4BE8-B922-C74002D0FB25}" dt="2024-08-21T20:53:04.447" v="684" actId="478"/>
          <ac:spMkLst>
            <pc:docMk/>
            <pc:sldMk cId="4094161194" sldId="287"/>
            <ac:spMk id="22" creationId="{B046F91E-579B-E727-ABF6-7CFA37A78AB9}"/>
          </ac:spMkLst>
        </pc:spChg>
        <pc:spChg chg="del">
          <ac:chgData name="Amy Peebles" userId="55df9692-3791-40ae-bd44-2b55daecbb6e" providerId="ADAL" clId="{F5225C58-9B0B-4BE8-B922-C74002D0FB25}" dt="2024-08-21T20:53:04.447" v="684" actId="478"/>
          <ac:spMkLst>
            <pc:docMk/>
            <pc:sldMk cId="4094161194" sldId="287"/>
            <ac:spMk id="23" creationId="{E21EED78-565D-1330-11BB-21BF2321E356}"/>
          </ac:spMkLst>
        </pc:spChg>
        <pc:spChg chg="del">
          <ac:chgData name="Amy Peebles" userId="55df9692-3791-40ae-bd44-2b55daecbb6e" providerId="ADAL" clId="{F5225C58-9B0B-4BE8-B922-C74002D0FB25}" dt="2024-08-21T20:53:04.447" v="684" actId="478"/>
          <ac:spMkLst>
            <pc:docMk/>
            <pc:sldMk cId="4094161194" sldId="287"/>
            <ac:spMk id="26" creationId="{B7B0D02C-7977-6502-B0C5-DC5058FA1CE1}"/>
          </ac:spMkLst>
        </pc:spChg>
        <pc:graphicFrameChg chg="del">
          <ac:chgData name="Amy Peebles" userId="55df9692-3791-40ae-bd44-2b55daecbb6e" providerId="ADAL" clId="{F5225C58-9B0B-4BE8-B922-C74002D0FB25}" dt="2024-08-21T20:53:49.685" v="724" actId="478"/>
          <ac:graphicFrameMkLst>
            <pc:docMk/>
            <pc:sldMk cId="4094161194" sldId="287"/>
            <ac:graphicFrameMk id="6" creationId="{D255737F-4DC0-27F2-F80E-78C7E6F9FB8A}"/>
          </ac:graphicFrameMkLst>
        </pc:graphicFrameChg>
        <pc:picChg chg="add mod">
          <ac:chgData name="Amy Peebles" userId="55df9692-3791-40ae-bd44-2b55daecbb6e" providerId="ADAL" clId="{F5225C58-9B0B-4BE8-B922-C74002D0FB25}" dt="2024-08-21T20:53:09.339" v="685"/>
          <ac:picMkLst>
            <pc:docMk/>
            <pc:sldMk cId="4094161194" sldId="287"/>
            <ac:picMk id="2" creationId="{22031B8E-9D2E-2C0C-24ED-4B40E498051C}"/>
          </ac:picMkLst>
        </pc:picChg>
        <pc:picChg chg="del">
          <ac:chgData name="Amy Peebles" userId="55df9692-3791-40ae-bd44-2b55daecbb6e" providerId="ADAL" clId="{F5225C58-9B0B-4BE8-B922-C74002D0FB25}" dt="2024-08-21T20:53:04.447" v="684" actId="478"/>
          <ac:picMkLst>
            <pc:docMk/>
            <pc:sldMk cId="4094161194" sldId="287"/>
            <ac:picMk id="13" creationId="{3F1C31EE-28C1-7FF4-D32F-92086ECC471A}"/>
          </ac:picMkLst>
        </pc:picChg>
        <pc:picChg chg="del">
          <ac:chgData name="Amy Peebles" userId="55df9692-3791-40ae-bd44-2b55daecbb6e" providerId="ADAL" clId="{F5225C58-9B0B-4BE8-B922-C74002D0FB25}" dt="2024-08-21T20:53:04.447" v="684" actId="478"/>
          <ac:picMkLst>
            <pc:docMk/>
            <pc:sldMk cId="4094161194" sldId="287"/>
            <ac:picMk id="1026" creationId="{55642DDF-F9F3-6246-EA04-FD37E8360F6E}"/>
          </ac:picMkLst>
        </pc:picChg>
        <pc:picChg chg="add del mod">
          <ac:chgData name="Amy Peebles" userId="55df9692-3791-40ae-bd44-2b55daecbb6e" providerId="ADAL" clId="{F5225C58-9B0B-4BE8-B922-C74002D0FB25}" dt="2024-08-21T20:55:45.782" v="761" actId="478"/>
          <ac:picMkLst>
            <pc:docMk/>
            <pc:sldMk cId="4094161194" sldId="287"/>
            <ac:picMk id="2050" creationId="{3A1EC206-72ED-60AA-A894-58541E659F61}"/>
          </ac:picMkLst>
        </pc:picChg>
        <pc:picChg chg="add mod">
          <ac:chgData name="Amy Peebles" userId="55df9692-3791-40ae-bd44-2b55daecbb6e" providerId="ADAL" clId="{F5225C58-9B0B-4BE8-B922-C74002D0FB25}" dt="2024-08-21T20:56:57.033" v="781" actId="1076"/>
          <ac:picMkLst>
            <pc:docMk/>
            <pc:sldMk cId="4094161194" sldId="287"/>
            <ac:picMk id="2052" creationId="{6515A854-EABA-B79E-74E2-F20EAD4FA2DF}"/>
          </ac:picMkLst>
        </pc:picChg>
      </pc:sldChg>
      <pc:sldChg chg="delSp modSp add mod ord modAnim">
        <pc:chgData name="Amy Peebles" userId="55df9692-3791-40ae-bd44-2b55daecbb6e" providerId="ADAL" clId="{F5225C58-9B0B-4BE8-B922-C74002D0FB25}" dt="2024-08-21T21:07:38.739" v="1202" actId="14734"/>
        <pc:sldMkLst>
          <pc:docMk/>
          <pc:sldMk cId="310987730" sldId="288"/>
        </pc:sldMkLst>
        <pc:spChg chg="del">
          <ac:chgData name="Amy Peebles" userId="55df9692-3791-40ae-bd44-2b55daecbb6e" providerId="ADAL" clId="{F5225C58-9B0B-4BE8-B922-C74002D0FB25}" dt="2024-08-21T21:03:12.855" v="1026" actId="478"/>
          <ac:spMkLst>
            <pc:docMk/>
            <pc:sldMk cId="310987730" sldId="288"/>
            <ac:spMk id="22" creationId="{B046F91E-579B-E727-ABF6-7CFA37A78AB9}"/>
          </ac:spMkLst>
        </pc:spChg>
        <pc:spChg chg="del">
          <ac:chgData name="Amy Peebles" userId="55df9692-3791-40ae-bd44-2b55daecbb6e" providerId="ADAL" clId="{F5225C58-9B0B-4BE8-B922-C74002D0FB25}" dt="2024-08-21T21:03:12.855" v="1026" actId="478"/>
          <ac:spMkLst>
            <pc:docMk/>
            <pc:sldMk cId="310987730" sldId="288"/>
            <ac:spMk id="23" creationId="{E21EED78-565D-1330-11BB-21BF2321E356}"/>
          </ac:spMkLst>
        </pc:spChg>
        <pc:spChg chg="del">
          <ac:chgData name="Amy Peebles" userId="55df9692-3791-40ae-bd44-2b55daecbb6e" providerId="ADAL" clId="{F5225C58-9B0B-4BE8-B922-C74002D0FB25}" dt="2024-08-21T21:03:12.855" v="1026" actId="478"/>
          <ac:spMkLst>
            <pc:docMk/>
            <pc:sldMk cId="310987730" sldId="288"/>
            <ac:spMk id="26" creationId="{B7B0D02C-7977-6502-B0C5-DC5058FA1CE1}"/>
          </ac:spMkLst>
        </pc:spChg>
        <pc:graphicFrameChg chg="mod modGraphic">
          <ac:chgData name="Amy Peebles" userId="55df9692-3791-40ae-bd44-2b55daecbb6e" providerId="ADAL" clId="{F5225C58-9B0B-4BE8-B922-C74002D0FB25}" dt="2024-08-21T21:07:38.739" v="1202" actId="14734"/>
          <ac:graphicFrameMkLst>
            <pc:docMk/>
            <pc:sldMk cId="310987730" sldId="288"/>
            <ac:graphicFrameMk id="6" creationId="{D255737F-4DC0-27F2-F80E-78C7E6F9FB8A}"/>
          </ac:graphicFrameMkLst>
        </pc:graphicFrameChg>
        <pc:picChg chg="del">
          <ac:chgData name="Amy Peebles" userId="55df9692-3791-40ae-bd44-2b55daecbb6e" providerId="ADAL" clId="{F5225C58-9B0B-4BE8-B922-C74002D0FB25}" dt="2024-08-21T21:03:12.855" v="1026" actId="478"/>
          <ac:picMkLst>
            <pc:docMk/>
            <pc:sldMk cId="310987730" sldId="288"/>
            <ac:picMk id="13" creationId="{3F1C31EE-28C1-7FF4-D32F-92086ECC471A}"/>
          </ac:picMkLst>
        </pc:picChg>
        <pc:picChg chg="del">
          <ac:chgData name="Amy Peebles" userId="55df9692-3791-40ae-bd44-2b55daecbb6e" providerId="ADAL" clId="{F5225C58-9B0B-4BE8-B922-C74002D0FB25}" dt="2024-08-21T21:03:12.855" v="1026" actId="478"/>
          <ac:picMkLst>
            <pc:docMk/>
            <pc:sldMk cId="310987730" sldId="288"/>
            <ac:picMk id="1026" creationId="{55642DDF-F9F3-6246-EA04-FD37E8360F6E}"/>
          </ac:picMkLst>
        </pc:picChg>
      </pc:sldChg>
      <pc:sldChg chg="add">
        <pc:chgData name="Amy Peebles" userId="55df9692-3791-40ae-bd44-2b55daecbb6e" providerId="ADAL" clId="{F5225C58-9B0B-4BE8-B922-C74002D0FB25}" dt="2024-08-21T21:05:07.248" v="1030"/>
        <pc:sldMkLst>
          <pc:docMk/>
          <pc:sldMk cId="309531180" sldId="289"/>
        </pc:sldMkLst>
      </pc:sldChg>
    </pc:docChg>
  </pc:docChgLst>
  <pc:docChgLst>
    <pc:chgData name="Amy Peebles" userId="55df9692-3791-40ae-bd44-2b55daecbb6e" providerId="ADAL" clId="{34CD7140-260F-430E-8DB4-A88F8A3E787C}"/>
    <pc:docChg chg="undo custSel addSld delSld modSld sldOrd">
      <pc:chgData name="Amy Peebles" userId="55df9692-3791-40ae-bd44-2b55daecbb6e" providerId="ADAL" clId="{34CD7140-260F-430E-8DB4-A88F8A3E787C}" dt="2024-08-31T20:50:11.117" v="1776" actId="478"/>
      <pc:docMkLst>
        <pc:docMk/>
      </pc:docMkLst>
      <pc:sldChg chg="addSp delSp modSp mod">
        <pc:chgData name="Amy Peebles" userId="55df9692-3791-40ae-bd44-2b55daecbb6e" providerId="ADAL" clId="{34CD7140-260F-430E-8DB4-A88F8A3E787C}" dt="2024-08-31T09:16:17.848" v="503"/>
        <pc:sldMkLst>
          <pc:docMk/>
          <pc:sldMk cId="25634001" sldId="269"/>
        </pc:sldMkLst>
        <pc:spChg chg="add del mod">
          <ac:chgData name="Amy Peebles" userId="55df9692-3791-40ae-bd44-2b55daecbb6e" providerId="ADAL" clId="{34CD7140-260F-430E-8DB4-A88F8A3E787C}" dt="2024-08-31T09:16:16.750" v="502" actId="478"/>
          <ac:spMkLst>
            <pc:docMk/>
            <pc:sldMk cId="25634001" sldId="269"/>
            <ac:spMk id="6" creationId="{630ABFC8-E88B-E78F-ECC5-DDCA71BF3D6B}"/>
          </ac:spMkLst>
        </pc:spChg>
        <pc:spChg chg="del">
          <ac:chgData name="Amy Peebles" userId="55df9692-3791-40ae-bd44-2b55daecbb6e" providerId="ADAL" clId="{34CD7140-260F-430E-8DB4-A88F8A3E787C}" dt="2024-08-31T09:16:13.512" v="501" actId="478"/>
          <ac:spMkLst>
            <pc:docMk/>
            <pc:sldMk cId="25634001" sldId="269"/>
            <ac:spMk id="7" creationId="{6B835E3E-2C88-BE52-0E4F-8AAF74522820}"/>
          </ac:spMkLst>
        </pc:spChg>
        <pc:spChg chg="del">
          <ac:chgData name="Amy Peebles" userId="55df9692-3791-40ae-bd44-2b55daecbb6e" providerId="ADAL" clId="{34CD7140-260F-430E-8DB4-A88F8A3E787C}" dt="2024-08-31T09:16:13.512" v="501" actId="478"/>
          <ac:spMkLst>
            <pc:docMk/>
            <pc:sldMk cId="25634001" sldId="269"/>
            <ac:spMk id="8" creationId="{4C20E44E-9656-D652-A89A-D018E28FCC11}"/>
          </ac:spMkLst>
        </pc:spChg>
        <pc:spChg chg="del">
          <ac:chgData name="Amy Peebles" userId="55df9692-3791-40ae-bd44-2b55daecbb6e" providerId="ADAL" clId="{34CD7140-260F-430E-8DB4-A88F8A3E787C}" dt="2024-08-31T09:16:13.512" v="501" actId="478"/>
          <ac:spMkLst>
            <pc:docMk/>
            <pc:sldMk cId="25634001" sldId="269"/>
            <ac:spMk id="9" creationId="{11D17F00-AA78-92B0-8EC2-04E87295BAFE}"/>
          </ac:spMkLst>
        </pc:spChg>
        <pc:spChg chg="del">
          <ac:chgData name="Amy Peebles" userId="55df9692-3791-40ae-bd44-2b55daecbb6e" providerId="ADAL" clId="{34CD7140-260F-430E-8DB4-A88F8A3E787C}" dt="2024-08-31T09:16:13.512" v="501" actId="478"/>
          <ac:spMkLst>
            <pc:docMk/>
            <pc:sldMk cId="25634001" sldId="269"/>
            <ac:spMk id="10" creationId="{CD5DC30B-A780-552F-A60C-5AD55102B883}"/>
          </ac:spMkLst>
        </pc:spChg>
        <pc:spChg chg="del">
          <ac:chgData name="Amy Peebles" userId="55df9692-3791-40ae-bd44-2b55daecbb6e" providerId="ADAL" clId="{34CD7140-260F-430E-8DB4-A88F8A3E787C}" dt="2024-08-31T09:16:13.512" v="501" actId="478"/>
          <ac:spMkLst>
            <pc:docMk/>
            <pc:sldMk cId="25634001" sldId="269"/>
            <ac:spMk id="11" creationId="{D2A827EA-58BF-8AB5-DC6F-E9FDA7DDA33B}"/>
          </ac:spMkLst>
        </pc:spChg>
        <pc:spChg chg="add mod">
          <ac:chgData name="Amy Peebles" userId="55df9692-3791-40ae-bd44-2b55daecbb6e" providerId="ADAL" clId="{34CD7140-260F-430E-8DB4-A88F8A3E787C}" dt="2024-08-31T09:16:17.848" v="503"/>
          <ac:spMkLst>
            <pc:docMk/>
            <pc:sldMk cId="25634001" sldId="269"/>
            <ac:spMk id="12" creationId="{2FD633D3-C4C4-BA72-6EEA-5100F5B47B3E}"/>
          </ac:spMkLst>
        </pc:spChg>
        <pc:spChg chg="add mod">
          <ac:chgData name="Amy Peebles" userId="55df9692-3791-40ae-bd44-2b55daecbb6e" providerId="ADAL" clId="{34CD7140-260F-430E-8DB4-A88F8A3E787C}" dt="2024-08-31T09:16:17.848" v="503"/>
          <ac:spMkLst>
            <pc:docMk/>
            <pc:sldMk cId="25634001" sldId="269"/>
            <ac:spMk id="13" creationId="{6BE8E2B4-3448-7C5A-EE86-C3B94674A2D2}"/>
          </ac:spMkLst>
        </pc:spChg>
        <pc:spChg chg="add mod">
          <ac:chgData name="Amy Peebles" userId="55df9692-3791-40ae-bd44-2b55daecbb6e" providerId="ADAL" clId="{34CD7140-260F-430E-8DB4-A88F8A3E787C}" dt="2024-08-31T09:16:17.848" v="503"/>
          <ac:spMkLst>
            <pc:docMk/>
            <pc:sldMk cId="25634001" sldId="269"/>
            <ac:spMk id="14" creationId="{9CCC92B6-0ECB-F16E-0268-14CA8ECBC9BC}"/>
          </ac:spMkLst>
        </pc:spChg>
        <pc:spChg chg="add mod">
          <ac:chgData name="Amy Peebles" userId="55df9692-3791-40ae-bd44-2b55daecbb6e" providerId="ADAL" clId="{34CD7140-260F-430E-8DB4-A88F8A3E787C}" dt="2024-08-31T09:16:17.848" v="503"/>
          <ac:spMkLst>
            <pc:docMk/>
            <pc:sldMk cId="25634001" sldId="269"/>
            <ac:spMk id="15" creationId="{E0B25A53-FAD6-DC9E-37FF-208CFF7FA68E}"/>
          </ac:spMkLst>
        </pc:spChg>
        <pc:spChg chg="add mod">
          <ac:chgData name="Amy Peebles" userId="55df9692-3791-40ae-bd44-2b55daecbb6e" providerId="ADAL" clId="{34CD7140-260F-430E-8DB4-A88F8A3E787C}" dt="2024-08-31T09:16:17.848" v="503"/>
          <ac:spMkLst>
            <pc:docMk/>
            <pc:sldMk cId="25634001" sldId="269"/>
            <ac:spMk id="16" creationId="{69E24677-92D4-B102-AEA2-404D4AFB0076}"/>
          </ac:spMkLst>
        </pc:spChg>
      </pc:sldChg>
      <pc:sldChg chg="modSp mod">
        <pc:chgData name="Amy Peebles" userId="55df9692-3791-40ae-bd44-2b55daecbb6e" providerId="ADAL" clId="{34CD7140-260F-430E-8DB4-A88F8A3E787C}" dt="2024-08-31T09:07:21.906" v="345" actId="1076"/>
        <pc:sldMkLst>
          <pc:docMk/>
          <pc:sldMk cId="4182502383" sldId="272"/>
        </pc:sldMkLst>
        <pc:spChg chg="mod">
          <ac:chgData name="Amy Peebles" userId="55df9692-3791-40ae-bd44-2b55daecbb6e" providerId="ADAL" clId="{34CD7140-260F-430E-8DB4-A88F8A3E787C}" dt="2024-08-31T08:58:05.178" v="0" actId="20577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34CD7140-260F-430E-8DB4-A88F8A3E787C}" dt="2024-08-31T08:58:39.134" v="20" actId="20577"/>
          <ac:spMkLst>
            <pc:docMk/>
            <pc:sldMk cId="4182502383" sldId="272"/>
            <ac:spMk id="3" creationId="{555604B9-6B47-6A3C-7CF8-34598330D5C0}"/>
          </ac:spMkLst>
        </pc:spChg>
        <pc:spChg chg="mod">
          <ac:chgData name="Amy Peebles" userId="55df9692-3791-40ae-bd44-2b55daecbb6e" providerId="ADAL" clId="{34CD7140-260F-430E-8DB4-A88F8A3E787C}" dt="2024-08-31T09:07:21.906" v="345" actId="1076"/>
          <ac:spMkLst>
            <pc:docMk/>
            <pc:sldMk cId="4182502383" sldId="272"/>
            <ac:spMk id="4" creationId="{B0C19722-7D0E-B45E-BE2A-54BEFFAA2418}"/>
          </ac:spMkLst>
        </pc:spChg>
        <pc:spChg chg="mod">
          <ac:chgData name="Amy Peebles" userId="55df9692-3791-40ae-bd44-2b55daecbb6e" providerId="ADAL" clId="{34CD7140-260F-430E-8DB4-A88F8A3E787C}" dt="2024-08-31T09:07:21.906" v="345" actId="1076"/>
          <ac:spMkLst>
            <pc:docMk/>
            <pc:sldMk cId="4182502383" sldId="272"/>
            <ac:spMk id="5" creationId="{46173EFE-F197-79EF-F98F-F549546F79D3}"/>
          </ac:spMkLst>
        </pc:spChg>
        <pc:spChg chg="mod">
          <ac:chgData name="Amy Peebles" userId="55df9692-3791-40ae-bd44-2b55daecbb6e" providerId="ADAL" clId="{34CD7140-260F-430E-8DB4-A88F8A3E787C}" dt="2024-08-31T09:07:21.906" v="345" actId="1076"/>
          <ac:spMkLst>
            <pc:docMk/>
            <pc:sldMk cId="4182502383" sldId="272"/>
            <ac:spMk id="6" creationId="{51F6E732-2986-8EFD-09C2-1680318F809A}"/>
          </ac:spMkLst>
        </pc:spChg>
        <pc:spChg chg="mod">
          <ac:chgData name="Amy Peebles" userId="55df9692-3791-40ae-bd44-2b55daecbb6e" providerId="ADAL" clId="{34CD7140-260F-430E-8DB4-A88F8A3E787C}" dt="2024-08-31T09:07:12.955" v="344" actId="1076"/>
          <ac:spMkLst>
            <pc:docMk/>
            <pc:sldMk cId="4182502383" sldId="272"/>
            <ac:spMk id="7" creationId="{10448708-F131-BE8B-A056-2C14ECF0CED3}"/>
          </ac:spMkLst>
        </pc:spChg>
      </pc:sldChg>
      <pc:sldChg chg="addSp delSp modSp mod modAnim">
        <pc:chgData name="Amy Peebles" userId="55df9692-3791-40ae-bd44-2b55daecbb6e" providerId="ADAL" clId="{34CD7140-260F-430E-8DB4-A88F8A3E787C}" dt="2024-08-31T10:07:01.573" v="1752"/>
        <pc:sldMkLst>
          <pc:docMk/>
          <pc:sldMk cId="3070830473" sldId="282"/>
        </pc:sldMkLst>
        <pc:spChg chg="add del mod">
          <ac:chgData name="Amy Peebles" userId="55df9692-3791-40ae-bd44-2b55daecbb6e" providerId="ADAL" clId="{34CD7140-260F-430E-8DB4-A88F8A3E787C}" dt="2024-08-31T09:07:41.440" v="347" actId="478"/>
          <ac:spMkLst>
            <pc:docMk/>
            <pc:sldMk cId="3070830473" sldId="282"/>
            <ac:spMk id="3" creationId="{1FAC6FBA-A213-9E98-F102-03F48C452886}"/>
          </ac:spMkLst>
        </pc:spChg>
        <pc:spChg chg="add del mod">
          <ac:chgData name="Amy Peebles" userId="55df9692-3791-40ae-bd44-2b55daecbb6e" providerId="ADAL" clId="{34CD7140-260F-430E-8DB4-A88F8A3E787C}" dt="2024-08-31T09:07:41.440" v="347" actId="478"/>
          <ac:spMkLst>
            <pc:docMk/>
            <pc:sldMk cId="3070830473" sldId="282"/>
            <ac:spMk id="5" creationId="{A23A44FE-5C1C-3ACF-F4CD-6D72A7BC3322}"/>
          </ac:spMkLst>
        </pc:spChg>
        <pc:spChg chg="add del mod">
          <ac:chgData name="Amy Peebles" userId="55df9692-3791-40ae-bd44-2b55daecbb6e" providerId="ADAL" clId="{34CD7140-260F-430E-8DB4-A88F8A3E787C}" dt="2024-08-31T09:07:41.440" v="347" actId="478"/>
          <ac:spMkLst>
            <pc:docMk/>
            <pc:sldMk cId="3070830473" sldId="282"/>
            <ac:spMk id="7" creationId="{FADEE55A-1ED3-F16F-76AF-5AD9A4540844}"/>
          </ac:spMkLst>
        </pc:spChg>
        <pc:spChg chg="add del mod">
          <ac:chgData name="Amy Peebles" userId="55df9692-3791-40ae-bd44-2b55daecbb6e" providerId="ADAL" clId="{34CD7140-260F-430E-8DB4-A88F8A3E787C}" dt="2024-08-31T09:07:41.440" v="347" actId="478"/>
          <ac:spMkLst>
            <pc:docMk/>
            <pc:sldMk cId="3070830473" sldId="282"/>
            <ac:spMk id="9" creationId="{B21DCE9A-A2E4-4746-FB14-AB69A5926911}"/>
          </ac:spMkLst>
        </pc:spChg>
        <pc:spChg chg="add del mod">
          <ac:chgData name="Amy Peebles" userId="55df9692-3791-40ae-bd44-2b55daecbb6e" providerId="ADAL" clId="{34CD7140-260F-430E-8DB4-A88F8A3E787C}" dt="2024-08-31T09:07:41.440" v="347" actId="478"/>
          <ac:spMkLst>
            <pc:docMk/>
            <pc:sldMk cId="3070830473" sldId="282"/>
            <ac:spMk id="11" creationId="{ED39B59B-A309-B094-3542-ED5B0D135728}"/>
          </ac:spMkLst>
        </pc:spChg>
        <pc:spChg chg="del">
          <ac:chgData name="Amy Peebles" userId="55df9692-3791-40ae-bd44-2b55daecbb6e" providerId="ADAL" clId="{34CD7140-260F-430E-8DB4-A88F8A3E787C}" dt="2024-08-31T09:07:37.769" v="346" actId="478"/>
          <ac:spMkLst>
            <pc:docMk/>
            <pc:sldMk cId="3070830473" sldId="282"/>
            <ac:spMk id="12" creationId="{E0923E27-A7F5-7ACB-0B41-0F1FDFF06ABA}"/>
          </ac:spMkLst>
        </pc:spChg>
        <pc:spChg chg="del">
          <ac:chgData name="Amy Peebles" userId="55df9692-3791-40ae-bd44-2b55daecbb6e" providerId="ADAL" clId="{34CD7140-260F-430E-8DB4-A88F8A3E787C}" dt="2024-08-31T09:07:37.769" v="346" actId="478"/>
          <ac:spMkLst>
            <pc:docMk/>
            <pc:sldMk cId="3070830473" sldId="282"/>
            <ac:spMk id="13" creationId="{416CE024-44A0-6CB3-9849-ECA0644AB90A}"/>
          </ac:spMkLst>
        </pc:spChg>
        <pc:spChg chg="del">
          <ac:chgData name="Amy Peebles" userId="55df9692-3791-40ae-bd44-2b55daecbb6e" providerId="ADAL" clId="{34CD7140-260F-430E-8DB4-A88F8A3E787C}" dt="2024-08-31T09:07:37.769" v="346" actId="478"/>
          <ac:spMkLst>
            <pc:docMk/>
            <pc:sldMk cId="3070830473" sldId="282"/>
            <ac:spMk id="14" creationId="{B24597AC-F809-22C9-6539-3D6782B32E95}"/>
          </ac:spMkLst>
        </pc:spChg>
        <pc:spChg chg="del">
          <ac:chgData name="Amy Peebles" userId="55df9692-3791-40ae-bd44-2b55daecbb6e" providerId="ADAL" clId="{34CD7140-260F-430E-8DB4-A88F8A3E787C}" dt="2024-08-31T09:07:37.769" v="346" actId="478"/>
          <ac:spMkLst>
            <pc:docMk/>
            <pc:sldMk cId="3070830473" sldId="282"/>
            <ac:spMk id="15" creationId="{2EEA7D61-5C0C-4A2D-B1BE-FDBEA8B40ABA}"/>
          </ac:spMkLst>
        </pc:spChg>
        <pc:spChg chg="del">
          <ac:chgData name="Amy Peebles" userId="55df9692-3791-40ae-bd44-2b55daecbb6e" providerId="ADAL" clId="{34CD7140-260F-430E-8DB4-A88F8A3E787C}" dt="2024-08-31T09:07:37.769" v="346" actId="478"/>
          <ac:spMkLst>
            <pc:docMk/>
            <pc:sldMk cId="3070830473" sldId="282"/>
            <ac:spMk id="16" creationId="{2B565C20-5D8C-9D45-DB37-9A8250557F5E}"/>
          </ac:spMkLst>
        </pc:spChg>
        <pc:spChg chg="mod">
          <ac:chgData name="Amy Peebles" userId="55df9692-3791-40ae-bd44-2b55daecbb6e" providerId="ADAL" clId="{34CD7140-260F-430E-8DB4-A88F8A3E787C}" dt="2024-08-31T09:10:35.191" v="443" actId="1076"/>
          <ac:spMkLst>
            <pc:docMk/>
            <pc:sldMk cId="3070830473" sldId="282"/>
            <ac:spMk id="19" creationId="{8B99545D-2F5E-FEAE-A88B-8A1631D56D48}"/>
          </ac:spMkLst>
        </pc:spChg>
        <pc:spChg chg="add mod">
          <ac:chgData name="Amy Peebles" userId="55df9692-3791-40ae-bd44-2b55daecbb6e" providerId="ADAL" clId="{34CD7140-260F-430E-8DB4-A88F8A3E787C}" dt="2024-08-31T09:07:42.368" v="348"/>
          <ac:spMkLst>
            <pc:docMk/>
            <pc:sldMk cId="3070830473" sldId="282"/>
            <ac:spMk id="20" creationId="{C322B818-BC8E-264E-DF29-DF185921956E}"/>
          </ac:spMkLst>
        </pc:spChg>
        <pc:spChg chg="add mod">
          <ac:chgData name="Amy Peebles" userId="55df9692-3791-40ae-bd44-2b55daecbb6e" providerId="ADAL" clId="{34CD7140-260F-430E-8DB4-A88F8A3E787C}" dt="2024-08-31T09:07:42.368" v="348"/>
          <ac:spMkLst>
            <pc:docMk/>
            <pc:sldMk cId="3070830473" sldId="282"/>
            <ac:spMk id="21" creationId="{4BE41D54-6CF4-8A4F-DC81-8ECE23505B6A}"/>
          </ac:spMkLst>
        </pc:spChg>
        <pc:spChg chg="add mod">
          <ac:chgData name="Amy Peebles" userId="55df9692-3791-40ae-bd44-2b55daecbb6e" providerId="ADAL" clId="{34CD7140-260F-430E-8DB4-A88F8A3E787C}" dt="2024-08-31T09:07:42.368" v="348"/>
          <ac:spMkLst>
            <pc:docMk/>
            <pc:sldMk cId="3070830473" sldId="282"/>
            <ac:spMk id="22" creationId="{A1A77796-B65C-CFA5-B3DE-688BBAC4A7E7}"/>
          </ac:spMkLst>
        </pc:spChg>
        <pc:spChg chg="add mod">
          <ac:chgData name="Amy Peebles" userId="55df9692-3791-40ae-bd44-2b55daecbb6e" providerId="ADAL" clId="{34CD7140-260F-430E-8DB4-A88F8A3E787C}" dt="2024-08-31T09:07:42.368" v="348"/>
          <ac:spMkLst>
            <pc:docMk/>
            <pc:sldMk cId="3070830473" sldId="282"/>
            <ac:spMk id="23" creationId="{85AE35B0-7DEF-7281-BD1E-28D329FF7B55}"/>
          </ac:spMkLst>
        </pc:spChg>
        <pc:spChg chg="add mod">
          <ac:chgData name="Amy Peebles" userId="55df9692-3791-40ae-bd44-2b55daecbb6e" providerId="ADAL" clId="{34CD7140-260F-430E-8DB4-A88F8A3E787C}" dt="2024-08-31T09:07:42.368" v="348"/>
          <ac:spMkLst>
            <pc:docMk/>
            <pc:sldMk cId="3070830473" sldId="282"/>
            <ac:spMk id="24" creationId="{3E1C2B2B-E23F-65C0-CDED-05D26DB6F284}"/>
          </ac:spMkLst>
        </pc:spChg>
        <pc:picChg chg="add mod">
          <ac:chgData name="Amy Peebles" userId="55df9692-3791-40ae-bd44-2b55daecbb6e" providerId="ADAL" clId="{34CD7140-260F-430E-8DB4-A88F8A3E787C}" dt="2024-08-31T09:11:02.133" v="446" actId="1076"/>
          <ac:picMkLst>
            <pc:docMk/>
            <pc:sldMk cId="3070830473" sldId="282"/>
            <ac:picMk id="1026" creationId="{215E90B9-885A-7019-8B92-535160F2B220}"/>
          </ac:picMkLst>
        </pc:picChg>
      </pc:sldChg>
      <pc:sldChg chg="del">
        <pc:chgData name="Amy Peebles" userId="55df9692-3791-40ae-bd44-2b55daecbb6e" providerId="ADAL" clId="{34CD7140-260F-430E-8DB4-A88F8A3E787C}" dt="2024-08-31T09:15:28.896" v="491" actId="47"/>
        <pc:sldMkLst>
          <pc:docMk/>
          <pc:sldMk cId="3156341667" sldId="283"/>
        </pc:sldMkLst>
      </pc:sldChg>
      <pc:sldChg chg="del">
        <pc:chgData name="Amy Peebles" userId="55df9692-3791-40ae-bd44-2b55daecbb6e" providerId="ADAL" clId="{34CD7140-260F-430E-8DB4-A88F8A3E787C}" dt="2024-08-31T09:15:29.379" v="492" actId="47"/>
        <pc:sldMkLst>
          <pc:docMk/>
          <pc:sldMk cId="1276953553" sldId="290"/>
        </pc:sldMkLst>
      </pc:sldChg>
      <pc:sldChg chg="del">
        <pc:chgData name="Amy Peebles" userId="55df9692-3791-40ae-bd44-2b55daecbb6e" providerId="ADAL" clId="{34CD7140-260F-430E-8DB4-A88F8A3E787C}" dt="2024-08-31T09:15:30.038" v="493" actId="47"/>
        <pc:sldMkLst>
          <pc:docMk/>
          <pc:sldMk cId="3230798626" sldId="291"/>
        </pc:sldMkLst>
      </pc:sldChg>
      <pc:sldChg chg="del">
        <pc:chgData name="Amy Peebles" userId="55df9692-3791-40ae-bd44-2b55daecbb6e" providerId="ADAL" clId="{34CD7140-260F-430E-8DB4-A88F8A3E787C}" dt="2024-08-31T09:15:57.605" v="500" actId="47"/>
        <pc:sldMkLst>
          <pc:docMk/>
          <pc:sldMk cId="4237146122" sldId="292"/>
        </pc:sldMkLst>
      </pc:sldChg>
      <pc:sldChg chg="addSp delSp modSp add mod delAnim modAnim">
        <pc:chgData name="Amy Peebles" userId="55df9692-3791-40ae-bd44-2b55daecbb6e" providerId="ADAL" clId="{34CD7140-260F-430E-8DB4-A88F8A3E787C}" dt="2024-08-31T10:08:13.308" v="1766"/>
        <pc:sldMkLst>
          <pc:docMk/>
          <pc:sldMk cId="3757990184" sldId="293"/>
        </pc:sldMkLst>
        <pc:spChg chg="add mod">
          <ac:chgData name="Amy Peebles" userId="55df9692-3791-40ae-bd44-2b55daecbb6e" providerId="ADAL" clId="{34CD7140-260F-430E-8DB4-A88F8A3E787C}" dt="2024-08-31T09:14:39.192" v="484" actId="14100"/>
          <ac:spMkLst>
            <pc:docMk/>
            <pc:sldMk cId="3757990184" sldId="293"/>
            <ac:spMk id="5" creationId="{1A71DD0C-F950-367C-6671-2FF0D5F21C4E}"/>
          </ac:spMkLst>
        </pc:spChg>
        <pc:spChg chg="add mod">
          <ac:chgData name="Amy Peebles" userId="55df9692-3791-40ae-bd44-2b55daecbb6e" providerId="ADAL" clId="{34CD7140-260F-430E-8DB4-A88F8A3E787C}" dt="2024-08-31T09:14:44.537" v="486" actId="1076"/>
          <ac:spMkLst>
            <pc:docMk/>
            <pc:sldMk cId="3757990184" sldId="293"/>
            <ac:spMk id="7" creationId="{4FF9B67C-2CC7-25DE-638F-EDA165B8102E}"/>
          </ac:spMkLst>
        </pc:spChg>
        <pc:spChg chg="del">
          <ac:chgData name="Amy Peebles" userId="55df9692-3791-40ae-bd44-2b55daecbb6e" providerId="ADAL" clId="{34CD7140-260F-430E-8DB4-A88F8A3E787C}" dt="2024-08-31T09:11:12.182" v="448" actId="478"/>
          <ac:spMkLst>
            <pc:docMk/>
            <pc:sldMk cId="3757990184" sldId="293"/>
            <ac:spMk id="17" creationId="{D8C40D77-714D-AD3F-B0D3-C6300F507A93}"/>
          </ac:spMkLst>
        </pc:spChg>
        <pc:spChg chg="del">
          <ac:chgData name="Amy Peebles" userId="55df9692-3791-40ae-bd44-2b55daecbb6e" providerId="ADAL" clId="{34CD7140-260F-430E-8DB4-A88F8A3E787C}" dt="2024-08-31T09:11:17.905" v="453" actId="478"/>
          <ac:spMkLst>
            <pc:docMk/>
            <pc:sldMk cId="3757990184" sldId="293"/>
            <ac:spMk id="19" creationId="{8B99545D-2F5E-FEAE-A88B-8A1631D56D48}"/>
          </ac:spMkLst>
        </pc:spChg>
        <pc:grpChg chg="del">
          <ac:chgData name="Amy Peebles" userId="55df9692-3791-40ae-bd44-2b55daecbb6e" providerId="ADAL" clId="{34CD7140-260F-430E-8DB4-A88F8A3E787C}" dt="2024-08-31T09:11:12.949" v="449" actId="478"/>
          <ac:grpSpMkLst>
            <pc:docMk/>
            <pc:sldMk cId="3757990184" sldId="293"/>
            <ac:grpSpMk id="44" creationId="{D9B51B01-E7AC-E3E5-14CF-17325DCD72E6}"/>
          </ac:grpSpMkLst>
        </pc:grpChg>
        <pc:graphicFrameChg chg="add mod">
          <ac:chgData name="Amy Peebles" userId="55df9692-3791-40ae-bd44-2b55daecbb6e" providerId="ADAL" clId="{34CD7140-260F-430E-8DB4-A88F8A3E787C}" dt="2024-08-31T09:13:09.415" v="456" actId="1076"/>
          <ac:graphicFrameMkLst>
            <pc:docMk/>
            <pc:sldMk cId="3757990184" sldId="293"/>
            <ac:graphicFrameMk id="2" creationId="{61CF9D7A-19D2-D5E5-EBB8-B1C47EE61799}"/>
          </ac:graphicFrameMkLst>
        </pc:graphicFrameChg>
        <pc:graphicFrameChg chg="add mod">
          <ac:chgData name="Amy Peebles" userId="55df9692-3791-40ae-bd44-2b55daecbb6e" providerId="ADAL" clId="{34CD7140-260F-430E-8DB4-A88F8A3E787C}" dt="2024-08-31T09:13:11.917" v="457"/>
          <ac:graphicFrameMkLst>
            <pc:docMk/>
            <pc:sldMk cId="3757990184" sldId="293"/>
            <ac:graphicFrameMk id="3" creationId="{AA72BF7E-1DB2-CD54-AC1C-09DA6FC8F34E}"/>
          </ac:graphicFrameMkLst>
        </pc:graphicFrameChg>
        <pc:graphicFrameChg chg="add mod modGraphic">
          <ac:chgData name="Amy Peebles" userId="55df9692-3791-40ae-bd44-2b55daecbb6e" providerId="ADAL" clId="{34CD7140-260F-430E-8DB4-A88F8A3E787C}" dt="2024-08-31T09:13:58.031" v="475" actId="1076"/>
          <ac:graphicFrameMkLst>
            <pc:docMk/>
            <pc:sldMk cId="3757990184" sldId="293"/>
            <ac:graphicFrameMk id="4" creationId="{49E44887-D982-EB85-9833-CCDC255EBC10}"/>
          </ac:graphicFrameMkLst>
        </pc:graphicFrameChg>
        <pc:picChg chg="add mod">
          <ac:chgData name="Amy Peebles" userId="55df9692-3791-40ae-bd44-2b55daecbb6e" providerId="ADAL" clId="{34CD7140-260F-430E-8DB4-A88F8A3E787C}" dt="2024-08-31T09:14:20.591" v="480" actId="1076"/>
          <ac:picMkLst>
            <pc:docMk/>
            <pc:sldMk cId="3757990184" sldId="293"/>
            <ac:picMk id="6" creationId="{5B0D7AAC-60CD-9459-0FFF-7BC8532D3549}"/>
          </ac:picMkLst>
        </pc:picChg>
        <pc:picChg chg="del">
          <ac:chgData name="Amy Peebles" userId="55df9692-3791-40ae-bd44-2b55daecbb6e" providerId="ADAL" clId="{34CD7140-260F-430E-8DB4-A88F8A3E787C}" dt="2024-08-31T09:11:13.595" v="450" actId="478"/>
          <ac:picMkLst>
            <pc:docMk/>
            <pc:sldMk cId="3757990184" sldId="293"/>
            <ac:picMk id="18" creationId="{3A952318-C650-210A-B4FB-FBE3D0CA5E1A}"/>
          </ac:picMkLst>
        </pc:picChg>
        <pc:picChg chg="del mod">
          <ac:chgData name="Amy Peebles" userId="55df9692-3791-40ae-bd44-2b55daecbb6e" providerId="ADAL" clId="{34CD7140-260F-430E-8DB4-A88F8A3E787C}" dt="2024-08-31T09:11:16.459" v="452" actId="478"/>
          <ac:picMkLst>
            <pc:docMk/>
            <pc:sldMk cId="3757990184" sldId="293"/>
            <ac:picMk id="1026" creationId="{215E90B9-885A-7019-8B92-535160F2B220}"/>
          </ac:picMkLst>
        </pc:picChg>
        <pc:cxnChg chg="mod">
          <ac:chgData name="Amy Peebles" userId="55df9692-3791-40ae-bd44-2b55daecbb6e" providerId="ADAL" clId="{34CD7140-260F-430E-8DB4-A88F8A3E787C}" dt="2024-08-31T09:11:12.949" v="449" actId="478"/>
          <ac:cxnSpMkLst>
            <pc:docMk/>
            <pc:sldMk cId="3757990184" sldId="293"/>
            <ac:cxnSpMk id="49" creationId="{4666861F-C42D-B464-9F00-6A2888205F5C}"/>
          </ac:cxnSpMkLst>
        </pc:cxnChg>
      </pc:sldChg>
      <pc:sldChg chg="addSp delSp modSp add mod modAnim">
        <pc:chgData name="Amy Peebles" userId="55df9692-3791-40ae-bd44-2b55daecbb6e" providerId="ADAL" clId="{34CD7140-260F-430E-8DB4-A88F8A3E787C}" dt="2024-08-31T10:07:25.794" v="1754"/>
        <pc:sldMkLst>
          <pc:docMk/>
          <pc:sldMk cId="3149023344" sldId="294"/>
        </pc:sldMkLst>
        <pc:spChg chg="add del mod">
          <ac:chgData name="Amy Peebles" userId="55df9692-3791-40ae-bd44-2b55daecbb6e" providerId="ADAL" clId="{34CD7140-260F-430E-8DB4-A88F8A3E787C}" dt="2024-08-31T09:15:23.676" v="489" actId="478"/>
          <ac:spMkLst>
            <pc:docMk/>
            <pc:sldMk cId="3149023344" sldId="294"/>
            <ac:spMk id="2" creationId="{D07E8DAD-0287-03C7-3379-A3297DB985FB}"/>
          </ac:spMkLst>
        </pc:spChg>
        <pc:spChg chg="del">
          <ac:chgData name="Amy Peebles" userId="55df9692-3791-40ae-bd44-2b55daecbb6e" providerId="ADAL" clId="{34CD7140-260F-430E-8DB4-A88F8A3E787C}" dt="2024-08-31T09:15:21.440" v="488" actId="478"/>
          <ac:spMkLst>
            <pc:docMk/>
            <pc:sldMk cId="3149023344" sldId="294"/>
            <ac:spMk id="5" creationId="{1A71DD0C-F950-367C-6671-2FF0D5F21C4E}"/>
          </ac:spMkLst>
        </pc:spChg>
        <pc:spChg chg="del">
          <ac:chgData name="Amy Peebles" userId="55df9692-3791-40ae-bd44-2b55daecbb6e" providerId="ADAL" clId="{34CD7140-260F-430E-8DB4-A88F8A3E787C}" dt="2024-08-31T09:15:21.440" v="488" actId="478"/>
          <ac:spMkLst>
            <pc:docMk/>
            <pc:sldMk cId="3149023344" sldId="294"/>
            <ac:spMk id="7" creationId="{4FF9B67C-2CC7-25DE-638F-EDA165B8102E}"/>
          </ac:spMkLst>
        </pc:spChg>
        <pc:spChg chg="add mod">
          <ac:chgData name="Amy Peebles" userId="55df9692-3791-40ae-bd44-2b55daecbb6e" providerId="ADAL" clId="{34CD7140-260F-430E-8DB4-A88F8A3E787C}" dt="2024-08-31T09:15:27.173" v="490"/>
          <ac:spMkLst>
            <pc:docMk/>
            <pc:sldMk cId="3149023344" sldId="294"/>
            <ac:spMk id="8" creationId="{B15570AE-611C-CA09-B7B4-C3D29478CC1A}"/>
          </ac:spMkLst>
        </pc:spChg>
        <pc:spChg chg="add mod">
          <ac:chgData name="Amy Peebles" userId="55df9692-3791-40ae-bd44-2b55daecbb6e" providerId="ADAL" clId="{34CD7140-260F-430E-8DB4-A88F8A3E787C}" dt="2024-08-31T09:17:05.555" v="516" actId="14100"/>
          <ac:spMkLst>
            <pc:docMk/>
            <pc:sldMk cId="3149023344" sldId="294"/>
            <ac:spMk id="10" creationId="{252F06C2-BBA1-FBCD-2089-AADC0BB61891}"/>
          </ac:spMkLst>
        </pc:spChg>
        <pc:spChg chg="add mod">
          <ac:chgData name="Amy Peebles" userId="55df9692-3791-40ae-bd44-2b55daecbb6e" providerId="ADAL" clId="{34CD7140-260F-430E-8DB4-A88F8A3E787C}" dt="2024-08-31T09:17:54.853" v="531" actId="20577"/>
          <ac:spMkLst>
            <pc:docMk/>
            <pc:sldMk cId="3149023344" sldId="294"/>
            <ac:spMk id="11" creationId="{7BD810BC-2E5D-81D8-56FA-DBC3382E5639}"/>
          </ac:spMkLst>
        </pc:spChg>
        <pc:spChg chg="del">
          <ac:chgData name="Amy Peebles" userId="55df9692-3791-40ae-bd44-2b55daecbb6e" providerId="ADAL" clId="{34CD7140-260F-430E-8DB4-A88F8A3E787C}" dt="2024-08-31T09:15:21.440" v="488" actId="478"/>
          <ac:spMkLst>
            <pc:docMk/>
            <pc:sldMk cId="3149023344" sldId="294"/>
            <ac:spMk id="30" creationId="{4CF353A9-494A-284F-5CFC-FBE23C8F1F05}"/>
          </ac:spMkLst>
        </pc:spChg>
        <pc:graphicFrameChg chg="del">
          <ac:chgData name="Amy Peebles" userId="55df9692-3791-40ae-bd44-2b55daecbb6e" providerId="ADAL" clId="{34CD7140-260F-430E-8DB4-A88F8A3E787C}" dt="2024-08-31T09:15:21.440" v="488" actId="478"/>
          <ac:graphicFrameMkLst>
            <pc:docMk/>
            <pc:sldMk cId="3149023344" sldId="294"/>
            <ac:graphicFrameMk id="4" creationId="{49E44887-D982-EB85-9833-CCDC255EBC10}"/>
          </ac:graphicFrameMkLst>
        </pc:graphicFrameChg>
        <pc:picChg chg="add mod">
          <ac:chgData name="Amy Peebles" userId="55df9692-3791-40ae-bd44-2b55daecbb6e" providerId="ADAL" clId="{34CD7140-260F-430E-8DB4-A88F8A3E787C}" dt="2024-08-31T09:15:27.173" v="490"/>
          <ac:picMkLst>
            <pc:docMk/>
            <pc:sldMk cId="3149023344" sldId="294"/>
            <ac:picMk id="3" creationId="{DBDB9B06-CFA3-491C-83F5-C7289FEB6224}"/>
          </ac:picMkLst>
        </pc:picChg>
        <pc:picChg chg="del">
          <ac:chgData name="Amy Peebles" userId="55df9692-3791-40ae-bd44-2b55daecbb6e" providerId="ADAL" clId="{34CD7140-260F-430E-8DB4-A88F8A3E787C}" dt="2024-08-31T09:15:21.440" v="488" actId="478"/>
          <ac:picMkLst>
            <pc:docMk/>
            <pc:sldMk cId="3149023344" sldId="294"/>
            <ac:picMk id="6" creationId="{5B0D7AAC-60CD-9459-0FFF-7BC8532D3549}"/>
          </ac:picMkLst>
        </pc:picChg>
        <pc:picChg chg="add mod">
          <ac:chgData name="Amy Peebles" userId="55df9692-3791-40ae-bd44-2b55daecbb6e" providerId="ADAL" clId="{34CD7140-260F-430E-8DB4-A88F8A3E787C}" dt="2024-08-31T09:17:09.758" v="517" actId="1076"/>
          <ac:picMkLst>
            <pc:docMk/>
            <pc:sldMk cId="3149023344" sldId="294"/>
            <ac:picMk id="9" creationId="{E0BA457A-475C-160A-A0C7-C98B8C12F1F9}"/>
          </ac:picMkLst>
        </pc:picChg>
        <pc:picChg chg="add mod">
          <ac:chgData name="Amy Peebles" userId="55df9692-3791-40ae-bd44-2b55daecbb6e" providerId="ADAL" clId="{34CD7140-260F-430E-8DB4-A88F8A3E787C}" dt="2024-08-31T09:17:42.219" v="528" actId="1038"/>
          <ac:picMkLst>
            <pc:docMk/>
            <pc:sldMk cId="3149023344" sldId="294"/>
            <ac:picMk id="12" creationId="{7789EAA4-7645-9027-1650-E5CA94014B34}"/>
          </ac:picMkLst>
        </pc:picChg>
        <pc:picChg chg="del">
          <ac:chgData name="Amy Peebles" userId="55df9692-3791-40ae-bd44-2b55daecbb6e" providerId="ADAL" clId="{34CD7140-260F-430E-8DB4-A88F8A3E787C}" dt="2024-08-31T09:15:21.440" v="488" actId="478"/>
          <ac:picMkLst>
            <pc:docMk/>
            <pc:sldMk cId="3149023344" sldId="294"/>
            <ac:picMk id="28" creationId="{452B24AB-F52D-D7DA-8C5B-1F77CD445BED}"/>
          </ac:picMkLst>
        </pc:picChg>
      </pc:sldChg>
      <pc:sldChg chg="addSp delSp modSp add mod ord modAnim">
        <pc:chgData name="Amy Peebles" userId="55df9692-3791-40ae-bd44-2b55daecbb6e" providerId="ADAL" clId="{34CD7140-260F-430E-8DB4-A88F8A3E787C}" dt="2024-08-31T09:45:12.007" v="1133"/>
        <pc:sldMkLst>
          <pc:docMk/>
          <pc:sldMk cId="3224020311" sldId="295"/>
        </pc:sldMkLst>
        <pc:spChg chg="add mod">
          <ac:chgData name="Amy Peebles" userId="55df9692-3791-40ae-bd44-2b55daecbb6e" providerId="ADAL" clId="{34CD7140-260F-430E-8DB4-A88F8A3E787C}" dt="2024-08-31T09:44:51.107" v="1128" actId="20577"/>
          <ac:spMkLst>
            <pc:docMk/>
            <pc:sldMk cId="3224020311" sldId="295"/>
            <ac:spMk id="2" creationId="{AC61A9A3-F7C5-976F-4BCF-AC1E1BB4C462}"/>
          </ac:spMkLst>
        </pc:spChg>
        <pc:spChg chg="del">
          <ac:chgData name="Amy Peebles" userId="55df9692-3791-40ae-bd44-2b55daecbb6e" providerId="ADAL" clId="{34CD7140-260F-430E-8DB4-A88F8A3E787C}" dt="2024-08-31T09:15:46.334" v="495" actId="478"/>
          <ac:spMkLst>
            <pc:docMk/>
            <pc:sldMk cId="3224020311" sldId="295"/>
            <ac:spMk id="8" creationId="{B15570AE-611C-CA09-B7B4-C3D29478CC1A}"/>
          </ac:spMkLst>
        </pc:spChg>
        <pc:picChg chg="del">
          <ac:chgData name="Amy Peebles" userId="55df9692-3791-40ae-bd44-2b55daecbb6e" providerId="ADAL" clId="{34CD7140-260F-430E-8DB4-A88F8A3E787C}" dt="2024-08-31T09:15:46.334" v="495" actId="478"/>
          <ac:picMkLst>
            <pc:docMk/>
            <pc:sldMk cId="3224020311" sldId="295"/>
            <ac:picMk id="3" creationId="{DBDB9B06-CFA3-491C-83F5-C7289FEB6224}"/>
          </ac:picMkLst>
        </pc:picChg>
        <pc:picChg chg="add mod">
          <ac:chgData name="Amy Peebles" userId="55df9692-3791-40ae-bd44-2b55daecbb6e" providerId="ADAL" clId="{34CD7140-260F-430E-8DB4-A88F8A3E787C}" dt="2024-08-31T09:45:05.373" v="1132"/>
          <ac:picMkLst>
            <pc:docMk/>
            <pc:sldMk cId="3224020311" sldId="295"/>
            <ac:picMk id="4" creationId="{3D5104F9-F3E4-89F4-0E65-29F5207D2B78}"/>
          </ac:picMkLst>
        </pc:picChg>
        <pc:picChg chg="add mod">
          <ac:chgData name="Amy Peebles" userId="55df9692-3791-40ae-bd44-2b55daecbb6e" providerId="ADAL" clId="{34CD7140-260F-430E-8DB4-A88F8A3E787C}" dt="2024-08-31T09:44:57.334" v="1131" actId="1076"/>
          <ac:picMkLst>
            <pc:docMk/>
            <pc:sldMk cId="3224020311" sldId="295"/>
            <ac:picMk id="6146" creationId="{E2C1F073-757C-C120-39F2-68235C6F1860}"/>
          </ac:picMkLst>
        </pc:picChg>
      </pc:sldChg>
      <pc:sldChg chg="addSp delSp modSp add mod ord modAnim">
        <pc:chgData name="Amy Peebles" userId="55df9692-3791-40ae-bd44-2b55daecbb6e" providerId="ADAL" clId="{34CD7140-260F-430E-8DB4-A88F8A3E787C}" dt="2024-08-31T10:07:22.554" v="1753"/>
        <pc:sldMkLst>
          <pc:docMk/>
          <pc:sldMk cId="1040782622" sldId="296"/>
        </pc:sldMkLst>
        <pc:spChg chg="add mod">
          <ac:chgData name="Amy Peebles" userId="55df9692-3791-40ae-bd44-2b55daecbb6e" providerId="ADAL" clId="{34CD7140-260F-430E-8DB4-A88F8A3E787C}" dt="2024-08-31T09:17:28.066" v="520"/>
          <ac:spMkLst>
            <pc:docMk/>
            <pc:sldMk cId="1040782622" sldId="296"/>
            <ac:spMk id="2" creationId="{04F49112-E6B8-620A-ED89-EDF34DD9DBB9}"/>
          </ac:spMkLst>
        </pc:spChg>
        <pc:spChg chg="add mod">
          <ac:chgData name="Amy Peebles" userId="55df9692-3791-40ae-bd44-2b55daecbb6e" providerId="ADAL" clId="{34CD7140-260F-430E-8DB4-A88F8A3E787C}" dt="2024-08-31T09:18:29.490" v="608" actId="1076"/>
          <ac:spMkLst>
            <pc:docMk/>
            <pc:sldMk cId="1040782622" sldId="296"/>
            <ac:spMk id="6" creationId="{2FAEF949-0A55-0FAE-0F88-D4A89A131624}"/>
          </ac:spMkLst>
        </pc:spChg>
        <pc:spChg chg="del">
          <ac:chgData name="Amy Peebles" userId="55df9692-3791-40ae-bd44-2b55daecbb6e" providerId="ADAL" clId="{34CD7140-260F-430E-8DB4-A88F8A3E787C}" dt="2024-08-31T09:17:15.687" v="519" actId="478"/>
          <ac:spMkLst>
            <pc:docMk/>
            <pc:sldMk cId="1040782622" sldId="296"/>
            <ac:spMk id="10" creationId="{252F06C2-BBA1-FBCD-2089-AADC0BB61891}"/>
          </ac:spMkLst>
        </pc:spChg>
        <pc:picChg chg="add mod">
          <ac:chgData name="Amy Peebles" userId="55df9692-3791-40ae-bd44-2b55daecbb6e" providerId="ADAL" clId="{34CD7140-260F-430E-8DB4-A88F8A3E787C}" dt="2024-08-31T09:17:28.066" v="520"/>
          <ac:picMkLst>
            <pc:docMk/>
            <pc:sldMk cId="1040782622" sldId="296"/>
            <ac:picMk id="4" creationId="{0005298A-6A72-97A0-3A35-63E5F3598EAA}"/>
          </ac:picMkLst>
        </pc:picChg>
        <pc:picChg chg="add mod">
          <ac:chgData name="Amy Peebles" userId="55df9692-3791-40ae-bd44-2b55daecbb6e" providerId="ADAL" clId="{34CD7140-260F-430E-8DB4-A88F8A3E787C}" dt="2024-08-31T09:18:13.149" v="592" actId="1038"/>
          <ac:picMkLst>
            <pc:docMk/>
            <pc:sldMk cId="1040782622" sldId="296"/>
            <ac:picMk id="5" creationId="{AA40776B-3A4A-9CC8-A425-EF1CA783BBDA}"/>
          </ac:picMkLst>
        </pc:picChg>
        <pc:picChg chg="del">
          <ac:chgData name="Amy Peebles" userId="55df9692-3791-40ae-bd44-2b55daecbb6e" providerId="ADAL" clId="{34CD7140-260F-430E-8DB4-A88F8A3E787C}" dt="2024-08-31T09:17:15.687" v="519" actId="478"/>
          <ac:picMkLst>
            <pc:docMk/>
            <pc:sldMk cId="1040782622" sldId="296"/>
            <ac:picMk id="9" creationId="{E0BA457A-475C-160A-A0C7-C98B8C12F1F9}"/>
          </ac:picMkLst>
        </pc:picChg>
      </pc:sldChg>
      <pc:sldChg chg="addSp delSp modSp add mod modAnim">
        <pc:chgData name="Amy Peebles" userId="55df9692-3791-40ae-bd44-2b55daecbb6e" providerId="ADAL" clId="{34CD7140-260F-430E-8DB4-A88F8A3E787C}" dt="2024-08-31T09:19:44.683" v="625" actId="1076"/>
        <pc:sldMkLst>
          <pc:docMk/>
          <pc:sldMk cId="2086555419" sldId="297"/>
        </pc:sldMkLst>
        <pc:spChg chg="add mod">
          <ac:chgData name="Amy Peebles" userId="55df9692-3791-40ae-bd44-2b55daecbb6e" providerId="ADAL" clId="{34CD7140-260F-430E-8DB4-A88F8A3E787C}" dt="2024-08-31T09:19:12.830" v="617" actId="1076"/>
          <ac:spMkLst>
            <pc:docMk/>
            <pc:sldMk cId="2086555419" sldId="297"/>
            <ac:spMk id="2" creationId="{67B7C6A1-9C5C-4FB0-2B23-AB2A45C10E6D}"/>
          </ac:spMkLst>
        </pc:spChg>
        <pc:spChg chg="add mod">
          <ac:chgData name="Amy Peebles" userId="55df9692-3791-40ae-bd44-2b55daecbb6e" providerId="ADAL" clId="{34CD7140-260F-430E-8DB4-A88F8A3E787C}" dt="2024-08-31T09:19:44.683" v="625" actId="1076"/>
          <ac:spMkLst>
            <pc:docMk/>
            <pc:sldMk cId="2086555419" sldId="297"/>
            <ac:spMk id="6" creationId="{9113480F-9655-039C-AFB2-F1EAAF641639}"/>
          </ac:spMkLst>
        </pc:spChg>
        <pc:spChg chg="del">
          <ac:chgData name="Amy Peebles" userId="55df9692-3791-40ae-bd44-2b55daecbb6e" providerId="ADAL" clId="{34CD7140-260F-430E-8DB4-A88F8A3E787C}" dt="2024-08-31T09:18:51.064" v="610" actId="478"/>
          <ac:spMkLst>
            <pc:docMk/>
            <pc:sldMk cId="2086555419" sldId="297"/>
            <ac:spMk id="10" creationId="{252F06C2-BBA1-FBCD-2089-AADC0BB61891}"/>
          </ac:spMkLst>
        </pc:spChg>
        <pc:spChg chg="del">
          <ac:chgData name="Amy Peebles" userId="55df9692-3791-40ae-bd44-2b55daecbb6e" providerId="ADAL" clId="{34CD7140-260F-430E-8DB4-A88F8A3E787C}" dt="2024-08-31T09:18:51.064" v="610" actId="478"/>
          <ac:spMkLst>
            <pc:docMk/>
            <pc:sldMk cId="2086555419" sldId="297"/>
            <ac:spMk id="11" creationId="{7BD810BC-2E5D-81D8-56FA-DBC3382E5639}"/>
          </ac:spMkLst>
        </pc:spChg>
        <pc:picChg chg="add mod">
          <ac:chgData name="Amy Peebles" userId="55df9692-3791-40ae-bd44-2b55daecbb6e" providerId="ADAL" clId="{34CD7140-260F-430E-8DB4-A88F8A3E787C}" dt="2024-08-31T09:19:28.084" v="621" actId="14100"/>
          <ac:picMkLst>
            <pc:docMk/>
            <pc:sldMk cId="2086555419" sldId="297"/>
            <ac:picMk id="4" creationId="{79CC75AD-3FC5-7CE6-B16D-150B5CB957DD}"/>
          </ac:picMkLst>
        </pc:picChg>
        <pc:picChg chg="add mod">
          <ac:chgData name="Amy Peebles" userId="55df9692-3791-40ae-bd44-2b55daecbb6e" providerId="ADAL" clId="{34CD7140-260F-430E-8DB4-A88F8A3E787C}" dt="2024-08-31T09:19:23.638" v="620" actId="14100"/>
          <ac:picMkLst>
            <pc:docMk/>
            <pc:sldMk cId="2086555419" sldId="297"/>
            <ac:picMk id="5" creationId="{64134C9C-6042-48F3-06E8-230AED0B29A1}"/>
          </ac:picMkLst>
        </pc:picChg>
        <pc:picChg chg="del">
          <ac:chgData name="Amy Peebles" userId="55df9692-3791-40ae-bd44-2b55daecbb6e" providerId="ADAL" clId="{34CD7140-260F-430E-8DB4-A88F8A3E787C}" dt="2024-08-31T09:18:51.064" v="610" actId="478"/>
          <ac:picMkLst>
            <pc:docMk/>
            <pc:sldMk cId="2086555419" sldId="297"/>
            <ac:picMk id="9" creationId="{E0BA457A-475C-160A-A0C7-C98B8C12F1F9}"/>
          </ac:picMkLst>
        </pc:picChg>
        <pc:picChg chg="del">
          <ac:chgData name="Amy Peebles" userId="55df9692-3791-40ae-bd44-2b55daecbb6e" providerId="ADAL" clId="{34CD7140-260F-430E-8DB4-A88F8A3E787C}" dt="2024-08-31T09:18:51.064" v="610" actId="478"/>
          <ac:picMkLst>
            <pc:docMk/>
            <pc:sldMk cId="2086555419" sldId="297"/>
            <ac:picMk id="12" creationId="{7789EAA4-7645-9027-1650-E5CA94014B34}"/>
          </ac:picMkLst>
        </pc:picChg>
      </pc:sldChg>
      <pc:sldChg chg="addSp delSp modSp add mod delAnim modAnim">
        <pc:chgData name="Amy Peebles" userId="55df9692-3791-40ae-bd44-2b55daecbb6e" providerId="ADAL" clId="{34CD7140-260F-430E-8DB4-A88F8A3E787C}" dt="2024-08-31T20:50:11.117" v="1776" actId="478"/>
        <pc:sldMkLst>
          <pc:docMk/>
          <pc:sldMk cId="128080256" sldId="298"/>
        </pc:sldMkLst>
        <pc:spChg chg="add mod">
          <ac:chgData name="Amy Peebles" userId="55df9692-3791-40ae-bd44-2b55daecbb6e" providerId="ADAL" clId="{34CD7140-260F-430E-8DB4-A88F8A3E787C}" dt="2024-08-31T09:24:49.784" v="792" actId="113"/>
          <ac:spMkLst>
            <pc:docMk/>
            <pc:sldMk cId="128080256" sldId="298"/>
            <ac:spMk id="2" creationId="{1D76E2C8-B48B-1C2E-993C-75E90148E15F}"/>
          </ac:spMkLst>
        </pc:spChg>
        <pc:spChg chg="add del mod">
          <ac:chgData name="Amy Peebles" userId="55df9692-3791-40ae-bd44-2b55daecbb6e" providerId="ADAL" clId="{34CD7140-260F-430E-8DB4-A88F8A3E787C}" dt="2024-08-31T09:46:20.401" v="1137" actId="478"/>
          <ac:spMkLst>
            <pc:docMk/>
            <pc:sldMk cId="128080256" sldId="298"/>
            <ac:spMk id="4" creationId="{F1E3E1AA-E375-0C94-48BA-B28379746BC6}"/>
          </ac:spMkLst>
        </pc:spChg>
        <pc:picChg chg="add del mod">
          <ac:chgData name="Amy Peebles" userId="55df9692-3791-40ae-bd44-2b55daecbb6e" providerId="ADAL" clId="{34CD7140-260F-430E-8DB4-A88F8A3E787C}" dt="2024-08-31T20:50:11.117" v="1776" actId="478"/>
          <ac:picMkLst>
            <pc:docMk/>
            <pc:sldMk cId="128080256" sldId="298"/>
            <ac:picMk id="4" creationId="{3DD22F59-1692-AB2C-B398-DBEE9AC3C65B}"/>
          </ac:picMkLst>
        </pc:picChg>
        <pc:picChg chg="add del mod">
          <ac:chgData name="Amy Peebles" userId="55df9692-3791-40ae-bd44-2b55daecbb6e" providerId="ADAL" clId="{34CD7140-260F-430E-8DB4-A88F8A3E787C}" dt="2024-08-31T09:45:57.443" v="1135" actId="478"/>
          <ac:picMkLst>
            <pc:docMk/>
            <pc:sldMk cId="128080256" sldId="298"/>
            <ac:picMk id="5" creationId="{74D68D34-15C3-2557-3FB2-C5EC481C2FCC}"/>
          </ac:picMkLst>
        </pc:picChg>
        <pc:picChg chg="add mod">
          <ac:chgData name="Amy Peebles" userId="55df9692-3791-40ae-bd44-2b55daecbb6e" providerId="ADAL" clId="{34CD7140-260F-430E-8DB4-A88F8A3E787C}" dt="2024-08-31T09:54:01.185" v="1445" actId="1076"/>
          <ac:picMkLst>
            <pc:docMk/>
            <pc:sldMk cId="128080256" sldId="298"/>
            <ac:picMk id="6" creationId="{BAA27A14-236E-D1A3-2A9A-559F38836190}"/>
          </ac:picMkLst>
        </pc:picChg>
        <pc:picChg chg="add mod">
          <ac:chgData name="Amy Peebles" userId="55df9692-3791-40ae-bd44-2b55daecbb6e" providerId="ADAL" clId="{34CD7140-260F-430E-8DB4-A88F8A3E787C}" dt="2024-08-31T09:53:56.010" v="1443" actId="1076"/>
          <ac:picMkLst>
            <pc:docMk/>
            <pc:sldMk cId="128080256" sldId="298"/>
            <ac:picMk id="7" creationId="{E8795294-F5DB-BB69-0540-550312D40971}"/>
          </ac:picMkLst>
        </pc:picChg>
        <pc:picChg chg="add mod">
          <ac:chgData name="Amy Peebles" userId="55df9692-3791-40ae-bd44-2b55daecbb6e" providerId="ADAL" clId="{34CD7140-260F-430E-8DB4-A88F8A3E787C}" dt="2024-08-31T10:07:41.201" v="1755"/>
          <ac:picMkLst>
            <pc:docMk/>
            <pc:sldMk cId="128080256" sldId="298"/>
            <ac:picMk id="9" creationId="{551F0DAD-A7E4-DA68-7116-216E29542E74}"/>
          </ac:picMkLst>
        </pc:picChg>
        <pc:picChg chg="add mod">
          <ac:chgData name="Amy Peebles" userId="55df9692-3791-40ae-bd44-2b55daecbb6e" providerId="ADAL" clId="{34CD7140-260F-430E-8DB4-A88F8A3E787C}" dt="2024-08-31T09:25:09.440" v="798" actId="1076"/>
          <ac:picMkLst>
            <pc:docMk/>
            <pc:sldMk cId="128080256" sldId="298"/>
            <ac:picMk id="3074" creationId="{1BBB476B-70F7-769D-26CC-738D458A4DF9}"/>
          </ac:picMkLst>
        </pc:picChg>
      </pc:sldChg>
      <pc:sldChg chg="addSp delSp modSp add mod modAnim">
        <pc:chgData name="Amy Peebles" userId="55df9692-3791-40ae-bd44-2b55daecbb6e" providerId="ADAL" clId="{34CD7140-260F-430E-8DB4-A88F8A3E787C}" dt="2024-08-31T10:07:46.872" v="1757"/>
        <pc:sldMkLst>
          <pc:docMk/>
          <pc:sldMk cId="3141929425" sldId="299"/>
        </pc:sldMkLst>
        <pc:spChg chg="del mod">
          <ac:chgData name="Amy Peebles" userId="55df9692-3791-40ae-bd44-2b55daecbb6e" providerId="ADAL" clId="{34CD7140-260F-430E-8DB4-A88F8A3E787C}" dt="2024-08-31T09:46:56.655" v="1150" actId="478"/>
          <ac:spMkLst>
            <pc:docMk/>
            <pc:sldMk cId="3141929425" sldId="299"/>
            <ac:spMk id="2" creationId="{1D76E2C8-B48B-1C2E-993C-75E90148E15F}"/>
          </ac:spMkLst>
        </pc:spChg>
        <pc:spChg chg="add del mod">
          <ac:chgData name="Amy Peebles" userId="55df9692-3791-40ae-bd44-2b55daecbb6e" providerId="ADAL" clId="{34CD7140-260F-430E-8DB4-A88F8A3E787C}" dt="2024-08-31T09:47:04.746" v="1152" actId="478"/>
          <ac:spMkLst>
            <pc:docMk/>
            <pc:sldMk cId="3141929425" sldId="299"/>
            <ac:spMk id="5" creationId="{ABBAC090-C5E3-1CF7-0BD0-55434AC1196E}"/>
          </ac:spMkLst>
        </pc:spChg>
        <pc:spChg chg="add mod">
          <ac:chgData name="Amy Peebles" userId="55df9692-3791-40ae-bd44-2b55daecbb6e" providerId="ADAL" clId="{34CD7140-260F-430E-8DB4-A88F8A3E787C}" dt="2024-08-31T09:47:30.912" v="1204" actId="313"/>
          <ac:spMkLst>
            <pc:docMk/>
            <pc:sldMk cId="3141929425" sldId="299"/>
            <ac:spMk id="6" creationId="{0AFB1129-23C2-6581-6F16-F520512CCE4C}"/>
          </ac:spMkLst>
        </pc:spChg>
        <pc:spChg chg="add mod">
          <ac:chgData name="Amy Peebles" userId="55df9692-3791-40ae-bd44-2b55daecbb6e" providerId="ADAL" clId="{34CD7140-260F-430E-8DB4-A88F8A3E787C}" dt="2024-08-31T09:51:14.269" v="1407" actId="1076"/>
          <ac:spMkLst>
            <pc:docMk/>
            <pc:sldMk cId="3141929425" sldId="299"/>
            <ac:spMk id="7" creationId="{9CD4AB4C-7FAF-546F-0382-0CD0B7345C5E}"/>
          </ac:spMkLst>
        </pc:spChg>
        <pc:spChg chg="add mod">
          <ac:chgData name="Amy Peebles" userId="55df9692-3791-40ae-bd44-2b55daecbb6e" providerId="ADAL" clId="{34CD7140-260F-430E-8DB4-A88F8A3E787C}" dt="2024-08-31T09:51:18.922" v="1408" actId="1076"/>
          <ac:spMkLst>
            <pc:docMk/>
            <pc:sldMk cId="3141929425" sldId="299"/>
            <ac:spMk id="9" creationId="{6BC08D29-ED2C-1C0E-3088-BE1C33399C54}"/>
          </ac:spMkLst>
        </pc:spChg>
        <pc:spChg chg="add mod">
          <ac:chgData name="Amy Peebles" userId="55df9692-3791-40ae-bd44-2b55daecbb6e" providerId="ADAL" clId="{34CD7140-260F-430E-8DB4-A88F8A3E787C}" dt="2024-08-31T09:52:50.516" v="1418" actId="1076"/>
          <ac:spMkLst>
            <pc:docMk/>
            <pc:sldMk cId="3141929425" sldId="299"/>
            <ac:spMk id="10" creationId="{A3C19111-D64E-EF92-F217-6422C77EDE3F}"/>
          </ac:spMkLst>
        </pc:spChg>
        <pc:picChg chg="add mod">
          <ac:chgData name="Amy Peebles" userId="55df9692-3791-40ae-bd44-2b55daecbb6e" providerId="ADAL" clId="{34CD7140-260F-430E-8DB4-A88F8A3E787C}" dt="2024-08-31T09:51:09.926" v="1406" actId="1076"/>
          <ac:picMkLst>
            <pc:docMk/>
            <pc:sldMk cId="3141929425" sldId="299"/>
            <ac:picMk id="11" creationId="{2B281777-DC0C-6496-BAAA-E39AFD96E6DB}"/>
          </ac:picMkLst>
        </pc:picChg>
        <pc:picChg chg="add mod">
          <ac:chgData name="Amy Peebles" userId="55df9692-3791-40ae-bd44-2b55daecbb6e" providerId="ADAL" clId="{34CD7140-260F-430E-8DB4-A88F8A3E787C}" dt="2024-08-31T09:51:41.643" v="1410" actId="1076"/>
          <ac:picMkLst>
            <pc:docMk/>
            <pc:sldMk cId="3141929425" sldId="299"/>
            <ac:picMk id="12" creationId="{85B6DE93-C627-B423-A82E-6C7801704B88}"/>
          </ac:picMkLst>
        </pc:picChg>
        <pc:picChg chg="add mod">
          <ac:chgData name="Amy Peebles" userId="55df9692-3791-40ae-bd44-2b55daecbb6e" providerId="ADAL" clId="{34CD7140-260F-430E-8DB4-A88F8A3E787C}" dt="2024-08-31T09:51:56.665" v="1412" actId="1076"/>
          <ac:picMkLst>
            <pc:docMk/>
            <pc:sldMk cId="3141929425" sldId="299"/>
            <ac:picMk id="13" creationId="{5F058AD0-5965-1A76-3C36-D3250C7A83C7}"/>
          </ac:picMkLst>
        </pc:picChg>
        <pc:picChg chg="add mod">
          <ac:chgData name="Amy Peebles" userId="55df9692-3791-40ae-bd44-2b55daecbb6e" providerId="ADAL" clId="{34CD7140-260F-430E-8DB4-A88F8A3E787C}" dt="2024-08-31T10:07:46.872" v="1757"/>
          <ac:picMkLst>
            <pc:docMk/>
            <pc:sldMk cId="3141929425" sldId="299"/>
            <ac:picMk id="14" creationId="{B0B328AE-BFBD-30AB-A553-FF61AFDEA238}"/>
          </ac:picMkLst>
        </pc:picChg>
        <pc:picChg chg="mod">
          <ac:chgData name="Amy Peebles" userId="55df9692-3791-40ae-bd44-2b55daecbb6e" providerId="ADAL" clId="{34CD7140-260F-430E-8DB4-A88F8A3E787C}" dt="2024-08-31T09:50:36.737" v="1395" actId="1076"/>
          <ac:picMkLst>
            <pc:docMk/>
            <pc:sldMk cId="3141929425" sldId="299"/>
            <ac:picMk id="3074" creationId="{1BBB476B-70F7-769D-26CC-738D458A4DF9}"/>
          </ac:picMkLst>
        </pc:picChg>
      </pc:sldChg>
      <pc:sldChg chg="addSp delSp modSp add mod modAnim">
        <pc:chgData name="Amy Peebles" userId="55df9692-3791-40ae-bd44-2b55daecbb6e" providerId="ADAL" clId="{34CD7140-260F-430E-8DB4-A88F8A3E787C}" dt="2024-08-31T10:07:48.449" v="1758"/>
        <pc:sldMkLst>
          <pc:docMk/>
          <pc:sldMk cId="2224005311" sldId="300"/>
        </pc:sldMkLst>
        <pc:spChg chg="add mod">
          <ac:chgData name="Amy Peebles" userId="55df9692-3791-40ae-bd44-2b55daecbb6e" providerId="ADAL" clId="{34CD7140-260F-430E-8DB4-A88F8A3E787C}" dt="2024-08-31T09:56:37.043" v="1471" actId="1076"/>
          <ac:spMkLst>
            <pc:docMk/>
            <pc:sldMk cId="2224005311" sldId="300"/>
            <ac:spMk id="2" creationId="{5E26AD63-8928-9113-B2F5-BB84424B5D29}"/>
          </ac:spMkLst>
        </pc:spChg>
        <pc:spChg chg="add mod">
          <ac:chgData name="Amy Peebles" userId="55df9692-3791-40ae-bd44-2b55daecbb6e" providerId="ADAL" clId="{34CD7140-260F-430E-8DB4-A88F8A3E787C}" dt="2024-08-31T09:56:37.043" v="1471" actId="1076"/>
          <ac:spMkLst>
            <pc:docMk/>
            <pc:sldMk cId="2224005311" sldId="300"/>
            <ac:spMk id="4" creationId="{D505ED70-E034-44DF-1953-D1805F3760EC}"/>
          </ac:spMkLst>
        </pc:spChg>
        <pc:spChg chg="del">
          <ac:chgData name="Amy Peebles" userId="55df9692-3791-40ae-bd44-2b55daecbb6e" providerId="ADAL" clId="{34CD7140-260F-430E-8DB4-A88F8A3E787C}" dt="2024-08-31T09:55:17.018" v="1448" actId="478"/>
          <ac:spMkLst>
            <pc:docMk/>
            <pc:sldMk cId="2224005311" sldId="300"/>
            <ac:spMk id="6" creationId="{0AFB1129-23C2-6581-6F16-F520512CCE4C}"/>
          </ac:spMkLst>
        </pc:spChg>
        <pc:spChg chg="del">
          <ac:chgData name="Amy Peebles" userId="55df9692-3791-40ae-bd44-2b55daecbb6e" providerId="ADAL" clId="{34CD7140-260F-430E-8DB4-A88F8A3E787C}" dt="2024-08-31T09:55:17.018" v="1448" actId="478"/>
          <ac:spMkLst>
            <pc:docMk/>
            <pc:sldMk cId="2224005311" sldId="300"/>
            <ac:spMk id="7" creationId="{9CD4AB4C-7FAF-546F-0382-0CD0B7345C5E}"/>
          </ac:spMkLst>
        </pc:spChg>
        <pc:spChg chg="del">
          <ac:chgData name="Amy Peebles" userId="55df9692-3791-40ae-bd44-2b55daecbb6e" providerId="ADAL" clId="{34CD7140-260F-430E-8DB4-A88F8A3E787C}" dt="2024-08-31T09:55:17.018" v="1448" actId="478"/>
          <ac:spMkLst>
            <pc:docMk/>
            <pc:sldMk cId="2224005311" sldId="300"/>
            <ac:spMk id="9" creationId="{6BC08D29-ED2C-1C0E-3088-BE1C33399C54}"/>
          </ac:spMkLst>
        </pc:spChg>
        <pc:spChg chg="del">
          <ac:chgData name="Amy Peebles" userId="55df9692-3791-40ae-bd44-2b55daecbb6e" providerId="ADAL" clId="{34CD7140-260F-430E-8DB4-A88F8A3E787C}" dt="2024-08-31T09:55:17.018" v="1448" actId="478"/>
          <ac:spMkLst>
            <pc:docMk/>
            <pc:sldMk cId="2224005311" sldId="300"/>
            <ac:spMk id="10" creationId="{A3C19111-D64E-EF92-F217-6422C77EDE3F}"/>
          </ac:spMkLst>
        </pc:spChg>
        <pc:spChg chg="add mod">
          <ac:chgData name="Amy Peebles" userId="55df9692-3791-40ae-bd44-2b55daecbb6e" providerId="ADAL" clId="{34CD7140-260F-430E-8DB4-A88F8A3E787C}" dt="2024-08-31T09:56:37.043" v="1471" actId="1076"/>
          <ac:spMkLst>
            <pc:docMk/>
            <pc:sldMk cId="2224005311" sldId="300"/>
            <ac:spMk id="14" creationId="{FD8B6C81-76C6-8B3A-85B8-332E16DBDB24}"/>
          </ac:spMkLst>
        </pc:spChg>
        <pc:spChg chg="add mod">
          <ac:chgData name="Amy Peebles" userId="55df9692-3791-40ae-bd44-2b55daecbb6e" providerId="ADAL" clId="{34CD7140-260F-430E-8DB4-A88F8A3E787C}" dt="2024-08-31T09:56:37.043" v="1471" actId="1076"/>
          <ac:spMkLst>
            <pc:docMk/>
            <pc:sldMk cId="2224005311" sldId="300"/>
            <ac:spMk id="15" creationId="{60D97CCC-89C1-5B6A-3D61-B3324CAAA8BC}"/>
          </ac:spMkLst>
        </pc:spChg>
        <pc:spChg chg="add mod">
          <ac:chgData name="Amy Peebles" userId="55df9692-3791-40ae-bd44-2b55daecbb6e" providerId="ADAL" clId="{34CD7140-260F-430E-8DB4-A88F8A3E787C}" dt="2024-08-31T09:56:37.043" v="1471" actId="1076"/>
          <ac:spMkLst>
            <pc:docMk/>
            <pc:sldMk cId="2224005311" sldId="300"/>
            <ac:spMk id="17" creationId="{D83124B4-96B5-FCDC-32A6-1A82F0A3D076}"/>
          </ac:spMkLst>
        </pc:spChg>
        <pc:picChg chg="mod">
          <ac:chgData name="Amy Peebles" userId="55df9692-3791-40ae-bd44-2b55daecbb6e" providerId="ADAL" clId="{34CD7140-260F-430E-8DB4-A88F8A3E787C}" dt="2024-08-31T09:56:30.417" v="1470" actId="1076"/>
          <ac:picMkLst>
            <pc:docMk/>
            <pc:sldMk cId="2224005311" sldId="300"/>
            <ac:picMk id="3" creationId="{DBDB9B06-CFA3-491C-83F5-C7289FEB6224}"/>
          </ac:picMkLst>
        </pc:picChg>
        <pc:picChg chg="del">
          <ac:chgData name="Amy Peebles" userId="55df9692-3791-40ae-bd44-2b55daecbb6e" providerId="ADAL" clId="{34CD7140-260F-430E-8DB4-A88F8A3E787C}" dt="2024-08-31T09:55:17.018" v="1448" actId="478"/>
          <ac:picMkLst>
            <pc:docMk/>
            <pc:sldMk cId="2224005311" sldId="300"/>
            <ac:picMk id="11" creationId="{2B281777-DC0C-6496-BAAA-E39AFD96E6DB}"/>
          </ac:picMkLst>
        </pc:picChg>
        <pc:picChg chg="del">
          <ac:chgData name="Amy Peebles" userId="55df9692-3791-40ae-bd44-2b55daecbb6e" providerId="ADAL" clId="{34CD7140-260F-430E-8DB4-A88F8A3E787C}" dt="2024-08-31T09:55:17.018" v="1448" actId="478"/>
          <ac:picMkLst>
            <pc:docMk/>
            <pc:sldMk cId="2224005311" sldId="300"/>
            <ac:picMk id="12" creationId="{85B6DE93-C627-B423-A82E-6C7801704B88}"/>
          </ac:picMkLst>
        </pc:picChg>
        <pc:picChg chg="del">
          <ac:chgData name="Amy Peebles" userId="55df9692-3791-40ae-bd44-2b55daecbb6e" providerId="ADAL" clId="{34CD7140-260F-430E-8DB4-A88F8A3E787C}" dt="2024-08-31T09:55:17.018" v="1448" actId="478"/>
          <ac:picMkLst>
            <pc:docMk/>
            <pc:sldMk cId="2224005311" sldId="300"/>
            <ac:picMk id="13" creationId="{5F058AD0-5965-1A76-3C36-D3250C7A83C7}"/>
          </ac:picMkLst>
        </pc:picChg>
        <pc:picChg chg="add mod">
          <ac:chgData name="Amy Peebles" userId="55df9692-3791-40ae-bd44-2b55daecbb6e" providerId="ADAL" clId="{34CD7140-260F-430E-8DB4-A88F8A3E787C}" dt="2024-08-31T10:07:48.449" v="1758"/>
          <ac:picMkLst>
            <pc:docMk/>
            <pc:sldMk cId="2224005311" sldId="300"/>
            <ac:picMk id="18" creationId="{F5092871-B531-6A01-76FE-BBA020545796}"/>
          </ac:picMkLst>
        </pc:picChg>
        <pc:picChg chg="del">
          <ac:chgData name="Amy Peebles" userId="55df9692-3791-40ae-bd44-2b55daecbb6e" providerId="ADAL" clId="{34CD7140-260F-430E-8DB4-A88F8A3E787C}" dt="2024-08-31T09:55:17.018" v="1448" actId="478"/>
          <ac:picMkLst>
            <pc:docMk/>
            <pc:sldMk cId="2224005311" sldId="300"/>
            <ac:picMk id="3074" creationId="{1BBB476B-70F7-769D-26CC-738D458A4DF9}"/>
          </ac:picMkLst>
        </pc:picChg>
        <pc:cxnChg chg="add mod">
          <ac:chgData name="Amy Peebles" userId="55df9692-3791-40ae-bd44-2b55daecbb6e" providerId="ADAL" clId="{34CD7140-260F-430E-8DB4-A88F8A3E787C}" dt="2024-08-31T09:56:37.043" v="1471" actId="1076"/>
          <ac:cxnSpMkLst>
            <pc:docMk/>
            <pc:sldMk cId="2224005311" sldId="300"/>
            <ac:cxnSpMk id="5" creationId="{5790B864-82A5-75C8-62AF-37D8F1B7F160}"/>
          </ac:cxnSpMkLst>
        </pc:cxnChg>
        <pc:cxnChg chg="add mod">
          <ac:chgData name="Amy Peebles" userId="55df9692-3791-40ae-bd44-2b55daecbb6e" providerId="ADAL" clId="{34CD7140-260F-430E-8DB4-A88F8A3E787C}" dt="2024-08-31T09:56:37.043" v="1471" actId="1076"/>
          <ac:cxnSpMkLst>
            <pc:docMk/>
            <pc:sldMk cId="2224005311" sldId="300"/>
            <ac:cxnSpMk id="16" creationId="{9888FD89-C674-F4BF-84BD-4ECF68E37C1B}"/>
          </ac:cxnSpMkLst>
        </pc:cxnChg>
      </pc:sldChg>
      <pc:sldChg chg="add del">
        <pc:chgData name="Amy Peebles" userId="55df9692-3791-40ae-bd44-2b55daecbb6e" providerId="ADAL" clId="{34CD7140-260F-430E-8DB4-A88F8A3E787C}" dt="2024-08-31T09:54:09.351" v="1446" actId="47"/>
        <pc:sldMkLst>
          <pc:docMk/>
          <pc:sldMk cId="2426958037" sldId="300"/>
        </pc:sldMkLst>
      </pc:sldChg>
      <pc:sldChg chg="addSp delSp modSp add mod delAnim modAnim">
        <pc:chgData name="Amy Peebles" userId="55df9692-3791-40ae-bd44-2b55daecbb6e" providerId="ADAL" clId="{34CD7140-260F-430E-8DB4-A88F8A3E787C}" dt="2024-08-31T10:07:49.443" v="1759"/>
        <pc:sldMkLst>
          <pc:docMk/>
          <pc:sldMk cId="2713116250" sldId="301"/>
        </pc:sldMkLst>
        <pc:spChg chg="del">
          <ac:chgData name="Amy Peebles" userId="55df9692-3791-40ae-bd44-2b55daecbb6e" providerId="ADAL" clId="{34CD7140-260F-430E-8DB4-A88F8A3E787C}" dt="2024-08-31T09:56:49.075" v="1474" actId="478"/>
          <ac:spMkLst>
            <pc:docMk/>
            <pc:sldMk cId="2713116250" sldId="301"/>
            <ac:spMk id="2" creationId="{5E26AD63-8928-9113-B2F5-BB84424B5D29}"/>
          </ac:spMkLst>
        </pc:spChg>
        <pc:spChg chg="del">
          <ac:chgData name="Amy Peebles" userId="55df9692-3791-40ae-bd44-2b55daecbb6e" providerId="ADAL" clId="{34CD7140-260F-430E-8DB4-A88F8A3E787C}" dt="2024-08-31T09:56:47.816" v="1473" actId="478"/>
          <ac:spMkLst>
            <pc:docMk/>
            <pc:sldMk cId="2713116250" sldId="301"/>
            <ac:spMk id="4" creationId="{D505ED70-E034-44DF-1953-D1805F3760EC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6" creationId="{DA2AD4D5-C980-B9A7-4C0A-CABB82DDE5B4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7" creationId="{E855A221-AC21-3F7C-1DA2-3E3B59BE16CA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9" creationId="{116E9231-B1F9-199E-E33C-BDE5AB884ADF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11" creationId="{FFF58B50-F334-CC99-ABB9-B8A855C13AA5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12" creationId="{D6FD9AAC-5A64-F215-6BA6-91A93D67445F}"/>
          </ac:spMkLst>
        </pc:spChg>
        <pc:spChg chg="del">
          <ac:chgData name="Amy Peebles" userId="55df9692-3791-40ae-bd44-2b55daecbb6e" providerId="ADAL" clId="{34CD7140-260F-430E-8DB4-A88F8A3E787C}" dt="2024-08-31T09:56:47.816" v="1473" actId="478"/>
          <ac:spMkLst>
            <pc:docMk/>
            <pc:sldMk cId="2713116250" sldId="301"/>
            <ac:spMk id="14" creationId="{FD8B6C81-76C6-8B3A-85B8-332E16DBDB24}"/>
          </ac:spMkLst>
        </pc:spChg>
        <pc:spChg chg="del">
          <ac:chgData name="Amy Peebles" userId="55df9692-3791-40ae-bd44-2b55daecbb6e" providerId="ADAL" clId="{34CD7140-260F-430E-8DB4-A88F8A3E787C}" dt="2024-08-31T09:56:47.816" v="1473" actId="478"/>
          <ac:spMkLst>
            <pc:docMk/>
            <pc:sldMk cId="2713116250" sldId="301"/>
            <ac:spMk id="15" creationId="{60D97CCC-89C1-5B6A-3D61-B3324CAAA8BC}"/>
          </ac:spMkLst>
        </pc:spChg>
        <pc:spChg chg="del">
          <ac:chgData name="Amy Peebles" userId="55df9692-3791-40ae-bd44-2b55daecbb6e" providerId="ADAL" clId="{34CD7140-260F-430E-8DB4-A88F8A3E787C}" dt="2024-08-31T09:56:47.816" v="1473" actId="478"/>
          <ac:spMkLst>
            <pc:docMk/>
            <pc:sldMk cId="2713116250" sldId="301"/>
            <ac:spMk id="17" creationId="{D83124B4-96B5-FCDC-32A6-1A82F0A3D076}"/>
          </ac:spMkLst>
        </pc:spChg>
        <pc:spChg chg="add mod">
          <ac:chgData name="Amy Peebles" userId="55df9692-3791-40ae-bd44-2b55daecbb6e" providerId="ADAL" clId="{34CD7140-260F-430E-8DB4-A88F8A3E787C}" dt="2024-08-31T09:57:40.329" v="1486" actId="1076"/>
          <ac:spMkLst>
            <pc:docMk/>
            <pc:sldMk cId="2713116250" sldId="301"/>
            <ac:spMk id="18" creationId="{DF69A4AE-3236-2553-AE87-B053497218A2}"/>
          </ac:spMkLst>
        </pc:spChg>
        <pc:picChg chg="add mod">
          <ac:chgData name="Amy Peebles" userId="55df9692-3791-40ae-bd44-2b55daecbb6e" providerId="ADAL" clId="{34CD7140-260F-430E-8DB4-A88F8A3E787C}" dt="2024-08-31T10:07:49.443" v="1759"/>
          <ac:picMkLst>
            <pc:docMk/>
            <pc:sldMk cId="2713116250" sldId="301"/>
            <ac:picMk id="19" creationId="{B096E2AC-5F84-9315-0C8B-E845504B647D}"/>
          </ac:picMkLst>
        </pc:picChg>
        <pc:cxnChg chg="del">
          <ac:chgData name="Amy Peebles" userId="55df9692-3791-40ae-bd44-2b55daecbb6e" providerId="ADAL" clId="{34CD7140-260F-430E-8DB4-A88F8A3E787C}" dt="2024-08-31T09:56:47.816" v="1473" actId="478"/>
          <ac:cxnSpMkLst>
            <pc:docMk/>
            <pc:sldMk cId="2713116250" sldId="301"/>
            <ac:cxnSpMk id="5" creationId="{5790B864-82A5-75C8-62AF-37D8F1B7F160}"/>
          </ac:cxnSpMkLst>
        </pc:cxnChg>
        <pc:cxnChg chg="add mod">
          <ac:chgData name="Amy Peebles" userId="55df9692-3791-40ae-bd44-2b55daecbb6e" providerId="ADAL" clId="{34CD7140-260F-430E-8DB4-A88F8A3E787C}" dt="2024-08-31T09:57:40.329" v="1486" actId="1076"/>
          <ac:cxnSpMkLst>
            <pc:docMk/>
            <pc:sldMk cId="2713116250" sldId="301"/>
            <ac:cxnSpMk id="10" creationId="{FF31C681-50F6-C437-A677-311408146B46}"/>
          </ac:cxnSpMkLst>
        </pc:cxnChg>
        <pc:cxnChg chg="add mod">
          <ac:chgData name="Amy Peebles" userId="55df9692-3791-40ae-bd44-2b55daecbb6e" providerId="ADAL" clId="{34CD7140-260F-430E-8DB4-A88F8A3E787C}" dt="2024-08-31T09:57:40.329" v="1486" actId="1076"/>
          <ac:cxnSpMkLst>
            <pc:docMk/>
            <pc:sldMk cId="2713116250" sldId="301"/>
            <ac:cxnSpMk id="13" creationId="{4EB1B67A-498F-EFE6-DE97-6FD804202188}"/>
          </ac:cxnSpMkLst>
        </pc:cxnChg>
        <pc:cxnChg chg="del">
          <ac:chgData name="Amy Peebles" userId="55df9692-3791-40ae-bd44-2b55daecbb6e" providerId="ADAL" clId="{34CD7140-260F-430E-8DB4-A88F8A3E787C}" dt="2024-08-31T09:56:47.816" v="1473" actId="478"/>
          <ac:cxnSpMkLst>
            <pc:docMk/>
            <pc:sldMk cId="2713116250" sldId="301"/>
            <ac:cxnSpMk id="16" creationId="{9888FD89-C674-F4BF-84BD-4ECF68E37C1B}"/>
          </ac:cxnSpMkLst>
        </pc:cxnChg>
      </pc:sldChg>
      <pc:sldChg chg="addSp delSp modSp add mod modAnim">
        <pc:chgData name="Amy Peebles" userId="55df9692-3791-40ae-bd44-2b55daecbb6e" providerId="ADAL" clId="{34CD7140-260F-430E-8DB4-A88F8A3E787C}" dt="2024-08-31T10:05:51.520" v="1742" actId="21"/>
        <pc:sldMkLst>
          <pc:docMk/>
          <pc:sldMk cId="3854989971" sldId="302"/>
        </pc:sldMkLst>
        <pc:spChg chg="mod">
          <ac:chgData name="Amy Peebles" userId="55df9692-3791-40ae-bd44-2b55daecbb6e" providerId="ADAL" clId="{34CD7140-260F-430E-8DB4-A88F8A3E787C}" dt="2024-08-31T09:58:18.739" v="1517" actId="6549"/>
          <ac:spMkLst>
            <pc:docMk/>
            <pc:sldMk cId="3854989971" sldId="302"/>
            <ac:spMk id="2" creationId="{AC61A9A3-F7C5-976F-4BCF-AC1E1BB4C462}"/>
          </ac:spMkLst>
        </pc:spChg>
        <pc:picChg chg="add mod">
          <ac:chgData name="Amy Peebles" userId="55df9692-3791-40ae-bd44-2b55daecbb6e" providerId="ADAL" clId="{34CD7140-260F-430E-8DB4-A88F8A3E787C}" dt="2024-08-31T09:58:01.811" v="1489"/>
          <ac:picMkLst>
            <pc:docMk/>
            <pc:sldMk cId="3854989971" sldId="302"/>
            <ac:picMk id="3" creationId="{8AFABD69-566D-3E98-0032-B1CF3A5D4FB0}"/>
          </ac:picMkLst>
        </pc:picChg>
        <pc:picChg chg="add mod">
          <ac:chgData name="Amy Peebles" userId="55df9692-3791-40ae-bd44-2b55daecbb6e" providerId="ADAL" clId="{34CD7140-260F-430E-8DB4-A88F8A3E787C}" dt="2024-08-31T09:59:07.969" v="1523" actId="1076"/>
          <ac:picMkLst>
            <pc:docMk/>
            <pc:sldMk cId="3854989971" sldId="302"/>
            <ac:picMk id="6" creationId="{5723C232-D903-9425-6C58-8793A80A3472}"/>
          </ac:picMkLst>
        </pc:picChg>
        <pc:picChg chg="add mod">
          <ac:chgData name="Amy Peebles" userId="55df9692-3791-40ae-bd44-2b55daecbb6e" providerId="ADAL" clId="{34CD7140-260F-430E-8DB4-A88F8A3E787C}" dt="2024-08-31T10:05:10.206" v="1725"/>
          <ac:picMkLst>
            <pc:docMk/>
            <pc:sldMk cId="3854989971" sldId="302"/>
            <ac:picMk id="7" creationId="{B3463D16-7F22-07DE-6AA4-3A8A38AC180D}"/>
          </ac:picMkLst>
        </pc:picChg>
        <pc:picChg chg="add del mod">
          <ac:chgData name="Amy Peebles" userId="55df9692-3791-40ae-bd44-2b55daecbb6e" providerId="ADAL" clId="{34CD7140-260F-430E-8DB4-A88F8A3E787C}" dt="2024-08-31T10:05:51.520" v="1742" actId="21"/>
          <ac:picMkLst>
            <pc:docMk/>
            <pc:sldMk cId="3854989971" sldId="302"/>
            <ac:picMk id="8" creationId="{1B6442C3-E519-08B5-CCF8-1B777B60D695}"/>
          </ac:picMkLst>
        </pc:picChg>
        <pc:picChg chg="del">
          <ac:chgData name="Amy Peebles" userId="55df9692-3791-40ae-bd44-2b55daecbb6e" providerId="ADAL" clId="{34CD7140-260F-430E-8DB4-A88F8A3E787C}" dt="2024-08-31T09:58:06.846" v="1491" actId="478"/>
          <ac:picMkLst>
            <pc:docMk/>
            <pc:sldMk cId="3854989971" sldId="302"/>
            <ac:picMk id="6146" creationId="{E2C1F073-757C-C120-39F2-68235C6F1860}"/>
          </ac:picMkLst>
        </pc:picChg>
      </pc:sldChg>
      <pc:sldChg chg="addSp delSp modSp add mod addAnim delAnim modAnim">
        <pc:chgData name="Amy Peebles" userId="55df9692-3791-40ae-bd44-2b55daecbb6e" providerId="ADAL" clId="{34CD7140-260F-430E-8DB4-A88F8A3E787C}" dt="2024-08-31T10:08:43.982" v="1767"/>
        <pc:sldMkLst>
          <pc:docMk/>
          <pc:sldMk cId="882484794" sldId="303"/>
        </pc:sldMkLst>
        <pc:spChg chg="add mod">
          <ac:chgData name="Amy Peebles" userId="55df9692-3791-40ae-bd44-2b55daecbb6e" providerId="ADAL" clId="{34CD7140-260F-430E-8DB4-A88F8A3E787C}" dt="2024-08-31T09:59:37.744" v="1561" actId="14100"/>
          <ac:spMkLst>
            <pc:docMk/>
            <pc:sldMk cId="882484794" sldId="303"/>
            <ac:spMk id="2" creationId="{85B061D3-89AC-96F0-6102-29474E38D055}"/>
          </ac:spMkLst>
        </pc:spChg>
        <pc:spChg chg="del">
          <ac:chgData name="Amy Peebles" userId="55df9692-3791-40ae-bd44-2b55daecbb6e" providerId="ADAL" clId="{34CD7140-260F-430E-8DB4-A88F8A3E787C}" dt="2024-08-31T10:01:05.223" v="1616" actId="478"/>
          <ac:spMkLst>
            <pc:docMk/>
            <pc:sldMk cId="882484794" sldId="303"/>
            <ac:spMk id="6" creationId="{DA2AD4D5-C980-B9A7-4C0A-CABB82DDE5B4}"/>
          </ac:spMkLst>
        </pc:spChg>
        <pc:spChg chg="add del mod">
          <ac:chgData name="Amy Peebles" userId="55df9692-3791-40ae-bd44-2b55daecbb6e" providerId="ADAL" clId="{34CD7140-260F-430E-8DB4-A88F8A3E787C}" dt="2024-08-31T10:03:44.839" v="1706" actId="108"/>
          <ac:spMkLst>
            <pc:docMk/>
            <pc:sldMk cId="882484794" sldId="303"/>
            <ac:spMk id="7" creationId="{E855A221-AC21-3F7C-1DA2-3E3B59BE16CA}"/>
          </ac:spMkLst>
        </pc:spChg>
        <pc:spChg chg="del">
          <ac:chgData name="Amy Peebles" userId="55df9692-3791-40ae-bd44-2b55daecbb6e" providerId="ADAL" clId="{34CD7140-260F-430E-8DB4-A88F8A3E787C}" dt="2024-08-31T09:59:17.900" v="1526" actId="478"/>
          <ac:spMkLst>
            <pc:docMk/>
            <pc:sldMk cId="882484794" sldId="303"/>
            <ac:spMk id="8" creationId="{B15570AE-611C-CA09-B7B4-C3D29478CC1A}"/>
          </ac:spMkLst>
        </pc:spChg>
        <pc:spChg chg="mod">
          <ac:chgData name="Amy Peebles" userId="55df9692-3791-40ae-bd44-2b55daecbb6e" providerId="ADAL" clId="{34CD7140-260F-430E-8DB4-A88F8A3E787C}" dt="2024-08-31T10:02:35.291" v="1670" actId="1076"/>
          <ac:spMkLst>
            <pc:docMk/>
            <pc:sldMk cId="882484794" sldId="303"/>
            <ac:spMk id="9" creationId="{116E9231-B1F9-199E-E33C-BDE5AB884ADF}"/>
          </ac:spMkLst>
        </pc:spChg>
        <pc:spChg chg="del">
          <ac:chgData name="Amy Peebles" userId="55df9692-3791-40ae-bd44-2b55daecbb6e" providerId="ADAL" clId="{34CD7140-260F-430E-8DB4-A88F8A3E787C}" dt="2024-08-31T10:00:22.065" v="1606" actId="478"/>
          <ac:spMkLst>
            <pc:docMk/>
            <pc:sldMk cId="882484794" sldId="303"/>
            <ac:spMk id="11" creationId="{FFF58B50-F334-CC99-ABB9-B8A855C13AA5}"/>
          </ac:spMkLst>
        </pc:spChg>
        <pc:spChg chg="del">
          <ac:chgData name="Amy Peebles" userId="55df9692-3791-40ae-bd44-2b55daecbb6e" providerId="ADAL" clId="{34CD7140-260F-430E-8DB4-A88F8A3E787C}" dt="2024-08-31T10:00:22.065" v="1606" actId="478"/>
          <ac:spMkLst>
            <pc:docMk/>
            <pc:sldMk cId="882484794" sldId="303"/>
            <ac:spMk id="12" creationId="{D6FD9AAC-5A64-F215-6BA6-91A93D67445F}"/>
          </ac:spMkLst>
        </pc:spChg>
        <pc:spChg chg="mod">
          <ac:chgData name="Amy Peebles" userId="55df9692-3791-40ae-bd44-2b55daecbb6e" providerId="ADAL" clId="{34CD7140-260F-430E-8DB4-A88F8A3E787C}" dt="2024-08-31T10:04:30.034" v="1714" actId="403"/>
          <ac:spMkLst>
            <pc:docMk/>
            <pc:sldMk cId="882484794" sldId="303"/>
            <ac:spMk id="18" creationId="{DF69A4AE-3236-2553-AE87-B053497218A2}"/>
          </ac:spMkLst>
        </pc:spChg>
        <pc:picChg chg="del">
          <ac:chgData name="Amy Peebles" userId="55df9692-3791-40ae-bd44-2b55daecbb6e" providerId="ADAL" clId="{34CD7140-260F-430E-8DB4-A88F8A3E787C}" dt="2024-08-31T09:59:16.626" v="1525" actId="478"/>
          <ac:picMkLst>
            <pc:docMk/>
            <pc:sldMk cId="882484794" sldId="303"/>
            <ac:picMk id="3" creationId="{DBDB9B06-CFA3-491C-83F5-C7289FEB6224}"/>
          </ac:picMkLst>
        </pc:picChg>
        <pc:picChg chg="add mod">
          <ac:chgData name="Amy Peebles" userId="55df9692-3791-40ae-bd44-2b55daecbb6e" providerId="ADAL" clId="{34CD7140-260F-430E-8DB4-A88F8A3E787C}" dt="2024-08-31T10:07:50.450" v="1760"/>
          <ac:picMkLst>
            <pc:docMk/>
            <pc:sldMk cId="882484794" sldId="303"/>
            <ac:picMk id="4" creationId="{817199EA-A01C-709D-871B-FB099AA2A9D6}"/>
          </ac:picMkLst>
        </pc:picChg>
        <pc:cxnChg chg="del">
          <ac:chgData name="Amy Peebles" userId="55df9692-3791-40ae-bd44-2b55daecbb6e" providerId="ADAL" clId="{34CD7140-260F-430E-8DB4-A88F8A3E787C}" dt="2024-08-31T10:00:22.065" v="1606" actId="478"/>
          <ac:cxnSpMkLst>
            <pc:docMk/>
            <pc:sldMk cId="882484794" sldId="303"/>
            <ac:cxnSpMk id="10" creationId="{FF31C681-50F6-C437-A677-311408146B46}"/>
          </ac:cxnSpMkLst>
        </pc:cxnChg>
        <pc:cxnChg chg="del">
          <ac:chgData name="Amy Peebles" userId="55df9692-3791-40ae-bd44-2b55daecbb6e" providerId="ADAL" clId="{34CD7140-260F-430E-8DB4-A88F8A3E787C}" dt="2024-08-31T10:00:22.065" v="1606" actId="478"/>
          <ac:cxnSpMkLst>
            <pc:docMk/>
            <pc:sldMk cId="882484794" sldId="303"/>
            <ac:cxnSpMk id="13" creationId="{4EB1B67A-498F-EFE6-DE97-6FD804202188}"/>
          </ac:cxnSpMkLst>
        </pc:cxnChg>
      </pc:sldChg>
      <pc:sldChg chg="addSp delSp modSp add mod delAnim modAnim">
        <pc:chgData name="Amy Peebles" userId="55df9692-3791-40ae-bd44-2b55daecbb6e" providerId="ADAL" clId="{34CD7140-260F-430E-8DB4-A88F8A3E787C}" dt="2024-08-31T10:08:50.720" v="1768"/>
        <pc:sldMkLst>
          <pc:docMk/>
          <pc:sldMk cId="414509345" sldId="304"/>
        </pc:sldMkLst>
        <pc:spChg chg="add mod">
          <ac:chgData name="Amy Peebles" userId="55df9692-3791-40ae-bd44-2b55daecbb6e" providerId="ADAL" clId="{34CD7140-260F-430E-8DB4-A88F8A3E787C}" dt="2024-08-31T10:03:16.514" v="1694" actId="20577"/>
          <ac:spMkLst>
            <pc:docMk/>
            <pc:sldMk cId="414509345" sldId="304"/>
            <ac:spMk id="3" creationId="{748CAA7E-8592-2D10-B81A-07CFA42CE898}"/>
          </ac:spMkLst>
        </pc:spChg>
        <pc:spChg chg="add mod">
          <ac:chgData name="Amy Peebles" userId="55df9692-3791-40ae-bd44-2b55daecbb6e" providerId="ADAL" clId="{34CD7140-260F-430E-8DB4-A88F8A3E787C}" dt="2024-08-31T10:04:33.726" v="1715" actId="403"/>
          <ac:spMkLst>
            <pc:docMk/>
            <pc:sldMk cId="414509345" sldId="304"/>
            <ac:spMk id="4" creationId="{FA592D2F-76EF-548F-D511-65E6D22C33B7}"/>
          </ac:spMkLst>
        </pc:spChg>
        <pc:spChg chg="mod">
          <ac:chgData name="Amy Peebles" userId="55df9692-3791-40ae-bd44-2b55daecbb6e" providerId="ADAL" clId="{34CD7140-260F-430E-8DB4-A88F8A3E787C}" dt="2024-08-31T10:03:50.735" v="1708" actId="108"/>
          <ac:spMkLst>
            <pc:docMk/>
            <pc:sldMk cId="414509345" sldId="304"/>
            <ac:spMk id="7" creationId="{E855A221-AC21-3F7C-1DA2-3E3B59BE16CA}"/>
          </ac:spMkLst>
        </pc:spChg>
        <pc:spChg chg="del mod">
          <ac:chgData name="Amy Peebles" userId="55df9692-3791-40ae-bd44-2b55daecbb6e" providerId="ADAL" clId="{34CD7140-260F-430E-8DB4-A88F8A3E787C}" dt="2024-08-31T10:03:09.867" v="1691" actId="478"/>
          <ac:spMkLst>
            <pc:docMk/>
            <pc:sldMk cId="414509345" sldId="304"/>
            <ac:spMk id="9" creationId="{116E9231-B1F9-199E-E33C-BDE5AB884ADF}"/>
          </ac:spMkLst>
        </pc:spChg>
        <pc:spChg chg="del">
          <ac:chgData name="Amy Peebles" userId="55df9692-3791-40ae-bd44-2b55daecbb6e" providerId="ADAL" clId="{34CD7140-260F-430E-8DB4-A88F8A3E787C}" dt="2024-08-31T10:03:09.867" v="1691" actId="478"/>
          <ac:spMkLst>
            <pc:docMk/>
            <pc:sldMk cId="414509345" sldId="304"/>
            <ac:spMk id="18" creationId="{DF69A4AE-3236-2553-AE87-B053497218A2}"/>
          </ac:spMkLst>
        </pc:spChg>
        <pc:picChg chg="add mod">
          <ac:chgData name="Amy Peebles" userId="55df9692-3791-40ae-bd44-2b55daecbb6e" providerId="ADAL" clId="{34CD7140-260F-430E-8DB4-A88F8A3E787C}" dt="2024-08-31T10:07:51.443" v="1761"/>
          <ac:picMkLst>
            <pc:docMk/>
            <pc:sldMk cId="414509345" sldId="304"/>
            <ac:picMk id="5" creationId="{68176396-E5D0-CD0D-7C15-C9EB37148715}"/>
          </ac:picMkLst>
        </pc:picChg>
      </pc:sldChg>
      <pc:sldChg chg="addSp modSp add mod modAnim">
        <pc:chgData name="Amy Peebles" userId="55df9692-3791-40ae-bd44-2b55daecbb6e" providerId="ADAL" clId="{34CD7140-260F-430E-8DB4-A88F8A3E787C}" dt="2024-08-31T10:09:00.003" v="1769"/>
        <pc:sldMkLst>
          <pc:docMk/>
          <pc:sldMk cId="2349084048" sldId="305"/>
        </pc:sldMkLst>
        <pc:spChg chg="mod">
          <ac:chgData name="Amy Peebles" userId="55df9692-3791-40ae-bd44-2b55daecbb6e" providerId="ADAL" clId="{34CD7140-260F-430E-8DB4-A88F8A3E787C}" dt="2024-08-31T10:03:32.562" v="1704" actId="6549"/>
          <ac:spMkLst>
            <pc:docMk/>
            <pc:sldMk cId="2349084048" sldId="305"/>
            <ac:spMk id="3" creationId="{748CAA7E-8592-2D10-B81A-07CFA42CE898}"/>
          </ac:spMkLst>
        </pc:spChg>
        <pc:spChg chg="mod">
          <ac:chgData name="Amy Peebles" userId="55df9692-3791-40ae-bd44-2b55daecbb6e" providerId="ADAL" clId="{34CD7140-260F-430E-8DB4-A88F8A3E787C}" dt="2024-08-31T10:04:38.027" v="1716" actId="108"/>
          <ac:spMkLst>
            <pc:docMk/>
            <pc:sldMk cId="2349084048" sldId="305"/>
            <ac:spMk id="4" creationId="{FA592D2F-76EF-548F-D511-65E6D22C33B7}"/>
          </ac:spMkLst>
        </pc:spChg>
        <pc:spChg chg="mod">
          <ac:chgData name="Amy Peebles" userId="55df9692-3791-40ae-bd44-2b55daecbb6e" providerId="ADAL" clId="{34CD7140-260F-430E-8DB4-A88F8A3E787C}" dt="2024-08-31T10:03:54.381" v="1709" actId="108"/>
          <ac:spMkLst>
            <pc:docMk/>
            <pc:sldMk cId="2349084048" sldId="305"/>
            <ac:spMk id="7" creationId="{E855A221-AC21-3F7C-1DA2-3E3B59BE16CA}"/>
          </ac:spMkLst>
        </pc:spChg>
        <pc:picChg chg="add mod">
          <ac:chgData name="Amy Peebles" userId="55df9692-3791-40ae-bd44-2b55daecbb6e" providerId="ADAL" clId="{34CD7140-260F-430E-8DB4-A88F8A3E787C}" dt="2024-08-31T10:07:53.213" v="1762"/>
          <ac:picMkLst>
            <pc:docMk/>
            <pc:sldMk cId="2349084048" sldId="305"/>
            <ac:picMk id="5" creationId="{088FF6F3-8260-577A-700D-5FE701EDBE67}"/>
          </ac:picMkLst>
        </pc:picChg>
      </pc:sldChg>
      <pc:sldChg chg="modSp add del mod">
        <pc:chgData name="Amy Peebles" userId="55df9692-3791-40ae-bd44-2b55daecbb6e" providerId="ADAL" clId="{34CD7140-260F-430E-8DB4-A88F8A3E787C}" dt="2024-08-31T10:03:19.767" v="1695" actId="47"/>
        <pc:sldMkLst>
          <pc:docMk/>
          <pc:sldMk cId="3430343363" sldId="305"/>
        </pc:sldMkLst>
        <pc:spChg chg="mod">
          <ac:chgData name="Amy Peebles" userId="55df9692-3791-40ae-bd44-2b55daecbb6e" providerId="ADAL" clId="{34CD7140-260F-430E-8DB4-A88F8A3E787C}" dt="2024-08-31T10:01:25.550" v="1623" actId="20577"/>
          <ac:spMkLst>
            <pc:docMk/>
            <pc:sldMk cId="3430343363" sldId="305"/>
            <ac:spMk id="7" creationId="{E855A221-AC21-3F7C-1DA2-3E3B59BE16CA}"/>
          </ac:spMkLst>
        </pc:spChg>
        <pc:spChg chg="mod">
          <ac:chgData name="Amy Peebles" userId="55df9692-3791-40ae-bd44-2b55daecbb6e" providerId="ADAL" clId="{34CD7140-260F-430E-8DB4-A88F8A3E787C}" dt="2024-08-31T10:01:17.466" v="1622" actId="20577"/>
          <ac:spMkLst>
            <pc:docMk/>
            <pc:sldMk cId="3430343363" sldId="305"/>
            <ac:spMk id="9" creationId="{116E9231-B1F9-199E-E33C-BDE5AB884ADF}"/>
          </ac:spMkLst>
        </pc:spChg>
      </pc:sldChg>
      <pc:sldChg chg="addSp modSp add modAnim">
        <pc:chgData name="Amy Peebles" userId="55df9692-3791-40ae-bd44-2b55daecbb6e" providerId="ADAL" clId="{34CD7140-260F-430E-8DB4-A88F8A3E787C}" dt="2024-08-31T10:09:03.488" v="1770"/>
        <pc:sldMkLst>
          <pc:docMk/>
          <pc:sldMk cId="666678890" sldId="306"/>
        </pc:sldMkLst>
        <pc:spChg chg="mod">
          <ac:chgData name="Amy Peebles" userId="55df9692-3791-40ae-bd44-2b55daecbb6e" providerId="ADAL" clId="{34CD7140-260F-430E-8DB4-A88F8A3E787C}" dt="2024-08-31T10:04:43.321" v="1717" actId="20577"/>
          <ac:spMkLst>
            <pc:docMk/>
            <pc:sldMk cId="666678890" sldId="306"/>
            <ac:spMk id="7" creationId="{E855A221-AC21-3F7C-1DA2-3E3B59BE16CA}"/>
          </ac:spMkLst>
        </pc:spChg>
        <pc:picChg chg="add mod">
          <ac:chgData name="Amy Peebles" userId="55df9692-3791-40ae-bd44-2b55daecbb6e" providerId="ADAL" clId="{34CD7140-260F-430E-8DB4-A88F8A3E787C}" dt="2024-08-31T10:07:54.418" v="1763"/>
          <ac:picMkLst>
            <pc:docMk/>
            <pc:sldMk cId="666678890" sldId="306"/>
            <ac:picMk id="5" creationId="{02AD6809-45C5-EBCC-EB2A-5E6E5D07D808}"/>
          </ac:picMkLst>
        </pc:picChg>
      </pc:sldChg>
      <pc:sldChg chg="addSp modSp add mod modAnim">
        <pc:chgData name="Amy Peebles" userId="55df9692-3791-40ae-bd44-2b55daecbb6e" providerId="ADAL" clId="{34CD7140-260F-430E-8DB4-A88F8A3E787C}" dt="2024-08-31T10:09:06.564" v="1771"/>
        <pc:sldMkLst>
          <pc:docMk/>
          <pc:sldMk cId="1174631228" sldId="307"/>
        </pc:sldMkLst>
        <pc:spChg chg="mod">
          <ac:chgData name="Amy Peebles" userId="55df9692-3791-40ae-bd44-2b55daecbb6e" providerId="ADAL" clId="{34CD7140-260F-430E-8DB4-A88F8A3E787C}" dt="2024-08-31T10:04:50.014" v="1721" actId="20577"/>
          <ac:spMkLst>
            <pc:docMk/>
            <pc:sldMk cId="1174631228" sldId="307"/>
            <ac:spMk id="3" creationId="{748CAA7E-8592-2D10-B81A-07CFA42CE898}"/>
          </ac:spMkLst>
        </pc:spChg>
        <pc:picChg chg="add mod">
          <ac:chgData name="Amy Peebles" userId="55df9692-3791-40ae-bd44-2b55daecbb6e" providerId="ADAL" clId="{34CD7140-260F-430E-8DB4-A88F8A3E787C}" dt="2024-08-31T10:07:55.714" v="1764"/>
          <ac:picMkLst>
            <pc:docMk/>
            <pc:sldMk cId="1174631228" sldId="307"/>
            <ac:picMk id="5" creationId="{25B63879-E248-C332-7879-35CD7A1FEA71}"/>
          </ac:picMkLst>
        </pc:picChg>
      </pc:sldChg>
      <pc:sldChg chg="addSp modSp add mod modAnim">
        <pc:chgData name="Amy Peebles" userId="55df9692-3791-40ae-bd44-2b55daecbb6e" providerId="ADAL" clId="{34CD7140-260F-430E-8DB4-A88F8A3E787C}" dt="2024-08-31T10:09:10.113" v="1772"/>
        <pc:sldMkLst>
          <pc:docMk/>
          <pc:sldMk cId="1798618615" sldId="308"/>
        </pc:sldMkLst>
        <pc:spChg chg="mod">
          <ac:chgData name="Amy Peebles" userId="55df9692-3791-40ae-bd44-2b55daecbb6e" providerId="ADAL" clId="{34CD7140-260F-430E-8DB4-A88F8A3E787C}" dt="2024-08-31T10:04:59.148" v="1724" actId="20577"/>
          <ac:spMkLst>
            <pc:docMk/>
            <pc:sldMk cId="1798618615" sldId="308"/>
            <ac:spMk id="3" creationId="{748CAA7E-8592-2D10-B81A-07CFA42CE898}"/>
          </ac:spMkLst>
        </pc:spChg>
        <pc:spChg chg="mod">
          <ac:chgData name="Amy Peebles" userId="55df9692-3791-40ae-bd44-2b55daecbb6e" providerId="ADAL" clId="{34CD7140-260F-430E-8DB4-A88F8A3E787C}" dt="2024-08-31T10:04:54.839" v="1723" actId="20577"/>
          <ac:spMkLst>
            <pc:docMk/>
            <pc:sldMk cId="1798618615" sldId="308"/>
            <ac:spMk id="7" creationId="{E855A221-AC21-3F7C-1DA2-3E3B59BE16CA}"/>
          </ac:spMkLst>
        </pc:spChg>
        <pc:picChg chg="add mod">
          <ac:chgData name="Amy Peebles" userId="55df9692-3791-40ae-bd44-2b55daecbb6e" providerId="ADAL" clId="{34CD7140-260F-430E-8DB4-A88F8A3E787C}" dt="2024-08-31T10:07:57.354" v="1765"/>
          <ac:picMkLst>
            <pc:docMk/>
            <pc:sldMk cId="1798618615" sldId="308"/>
            <ac:picMk id="5" creationId="{702466B3-AD2C-BBF1-A173-1F747A12106B}"/>
          </ac:picMkLst>
        </pc:picChg>
      </pc:sldChg>
      <pc:sldChg chg="addSp delSp modSp add mod modAnim">
        <pc:chgData name="Amy Peebles" userId="55df9692-3791-40ae-bd44-2b55daecbb6e" providerId="ADAL" clId="{34CD7140-260F-430E-8DB4-A88F8A3E787C}" dt="2024-08-31T10:06:03.295" v="1744"/>
        <pc:sldMkLst>
          <pc:docMk/>
          <pc:sldMk cId="644429427" sldId="309"/>
        </pc:sldMkLst>
        <pc:spChg chg="mod">
          <ac:chgData name="Amy Peebles" userId="55df9692-3791-40ae-bd44-2b55daecbb6e" providerId="ADAL" clId="{34CD7140-260F-430E-8DB4-A88F8A3E787C}" dt="2024-08-31T10:05:24.703" v="1734" actId="20577"/>
          <ac:spMkLst>
            <pc:docMk/>
            <pc:sldMk cId="644429427" sldId="309"/>
            <ac:spMk id="2" creationId="{AC61A9A3-F7C5-976F-4BCF-AC1E1BB4C462}"/>
          </ac:spMkLst>
        </pc:spChg>
        <pc:picChg chg="del">
          <ac:chgData name="Amy Peebles" userId="55df9692-3791-40ae-bd44-2b55daecbb6e" providerId="ADAL" clId="{34CD7140-260F-430E-8DB4-A88F8A3E787C}" dt="2024-08-31T10:05:26.156" v="1735" actId="478"/>
          <ac:picMkLst>
            <pc:docMk/>
            <pc:sldMk cId="644429427" sldId="309"/>
            <ac:picMk id="6" creationId="{5723C232-D903-9425-6C58-8793A80A3472}"/>
          </ac:picMkLst>
        </pc:picChg>
        <pc:picChg chg="add del mod">
          <ac:chgData name="Amy Peebles" userId="55df9692-3791-40ae-bd44-2b55daecbb6e" providerId="ADAL" clId="{34CD7140-260F-430E-8DB4-A88F8A3E787C}" dt="2024-08-31T10:05:45.029" v="1738" actId="21"/>
          <ac:picMkLst>
            <pc:docMk/>
            <pc:sldMk cId="644429427" sldId="309"/>
            <ac:picMk id="8" creationId="{1B6442C3-E519-08B5-CCF8-1B777B60D695}"/>
          </ac:picMkLst>
        </pc:picChg>
        <pc:picChg chg="add mod">
          <ac:chgData name="Amy Peebles" userId="55df9692-3791-40ae-bd44-2b55daecbb6e" providerId="ADAL" clId="{34CD7140-260F-430E-8DB4-A88F8A3E787C}" dt="2024-08-31T10:05:52.459" v="1743"/>
          <ac:picMkLst>
            <pc:docMk/>
            <pc:sldMk cId="644429427" sldId="309"/>
            <ac:picMk id="9" creationId="{1B6442C3-E519-08B5-CCF8-1B777B60D695}"/>
          </ac:picMkLst>
        </pc:picChg>
      </pc:sldChg>
    </pc:docChg>
  </pc:docChgLst>
  <pc:docChgLst>
    <pc:chgData name="Amy Peebles" userId="S::apeebles@reephamhigh.org.uk::55df9692-3791-40ae-bd44-2b55daecbb6e" providerId="AD" clId="Web-{24933776-ED37-22A7-3A79-BD74E11C4D58}"/>
    <pc:docChg chg="addSld modSld">
      <pc:chgData name="Amy Peebles" userId="S::apeebles@reephamhigh.org.uk::55df9692-3791-40ae-bd44-2b55daecbb6e" providerId="AD" clId="Web-{24933776-ED37-22A7-3A79-BD74E11C4D58}" dt="2023-09-04T20:38:43.562" v="146" actId="14100"/>
      <pc:docMkLst>
        <pc:docMk/>
      </pc:docMkLst>
      <pc:sldChg chg="modSp">
        <pc:chgData name="Amy Peebles" userId="S::apeebles@reephamhigh.org.uk::55df9692-3791-40ae-bd44-2b55daecbb6e" providerId="AD" clId="Web-{24933776-ED37-22A7-3A79-BD74E11C4D58}" dt="2023-09-04T20:33:04.219" v="59" actId="20577"/>
        <pc:sldMkLst>
          <pc:docMk/>
          <pc:sldMk cId="1525812660" sldId="256"/>
        </pc:sldMkLst>
        <pc:spChg chg="mod">
          <ac:chgData name="Amy Peebles" userId="S::apeebles@reephamhigh.org.uk::55df9692-3791-40ae-bd44-2b55daecbb6e" providerId="AD" clId="Web-{24933776-ED37-22A7-3A79-BD74E11C4D58}" dt="2023-09-04T20:33:04.219" v="59" actId="20577"/>
          <ac:spMkLst>
            <pc:docMk/>
            <pc:sldMk cId="1525812660" sldId="256"/>
            <ac:spMk id="8" creationId="{E8C238C8-0768-4B16-9C70-847DCEE79A24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3:21.423" v="63" actId="20577"/>
        <pc:sldMkLst>
          <pc:docMk/>
          <pc:sldMk cId="4236111006" sldId="261"/>
        </pc:sldMkLst>
        <pc:spChg chg="mod">
          <ac:chgData name="Amy Peebles" userId="S::apeebles@reephamhigh.org.uk::55df9692-3791-40ae-bd44-2b55daecbb6e" providerId="AD" clId="Web-{24933776-ED37-22A7-3A79-BD74E11C4D58}" dt="2023-09-04T20:33:21.423" v="63" actId="20577"/>
          <ac:spMkLst>
            <pc:docMk/>
            <pc:sldMk cId="4236111006" sldId="261"/>
            <ac:spMk id="8" creationId="{E8C238C8-0768-4B16-9C70-847DCEE79A24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3:57.768" v="67" actId="20577"/>
        <pc:sldMkLst>
          <pc:docMk/>
          <pc:sldMk cId="3507801396" sldId="262"/>
        </pc:sldMkLst>
        <pc:spChg chg="mod">
          <ac:chgData name="Amy Peebles" userId="S::apeebles@reephamhigh.org.uk::55df9692-3791-40ae-bd44-2b55daecbb6e" providerId="AD" clId="Web-{24933776-ED37-22A7-3A79-BD74E11C4D58}" dt="2023-09-04T20:33:57.768" v="67" actId="20577"/>
          <ac:spMkLst>
            <pc:docMk/>
            <pc:sldMk cId="3507801396" sldId="262"/>
            <ac:spMk id="8" creationId="{E8C238C8-0768-4B16-9C70-847DCEE79A24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4:21.925" v="76" actId="20577"/>
        <pc:sldMkLst>
          <pc:docMk/>
          <pc:sldMk cId="2957017793" sldId="264"/>
        </pc:sldMkLst>
        <pc:spChg chg="mod">
          <ac:chgData name="Amy Peebles" userId="S::apeebles@reephamhigh.org.uk::55df9692-3791-40ae-bd44-2b55daecbb6e" providerId="AD" clId="Web-{24933776-ED37-22A7-3A79-BD74E11C4D58}" dt="2023-09-04T20:34:21.925" v="76" actId="20577"/>
          <ac:spMkLst>
            <pc:docMk/>
            <pc:sldMk cId="2957017793" sldId="264"/>
            <ac:spMk id="10" creationId="{5B0B0C20-B733-426C-8121-CC4D8297C435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4:38.770" v="78" actId="20577"/>
        <pc:sldMkLst>
          <pc:docMk/>
          <pc:sldMk cId="834327076" sldId="265"/>
        </pc:sldMkLst>
        <pc:spChg chg="mod">
          <ac:chgData name="Amy Peebles" userId="S::apeebles@reephamhigh.org.uk::55df9692-3791-40ae-bd44-2b55daecbb6e" providerId="AD" clId="Web-{24933776-ED37-22A7-3A79-BD74E11C4D58}" dt="2023-09-04T20:34:38.770" v="78" actId="20577"/>
          <ac:spMkLst>
            <pc:docMk/>
            <pc:sldMk cId="834327076" sldId="265"/>
            <ac:spMk id="10" creationId="{5B0B0C20-B733-426C-8121-CC4D8297C435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4:52.536" v="81" actId="20577"/>
        <pc:sldMkLst>
          <pc:docMk/>
          <pc:sldMk cId="1997715661" sldId="266"/>
        </pc:sldMkLst>
        <pc:spChg chg="mod">
          <ac:chgData name="Amy Peebles" userId="S::apeebles@reephamhigh.org.uk::55df9692-3791-40ae-bd44-2b55daecbb6e" providerId="AD" clId="Web-{24933776-ED37-22A7-3A79-BD74E11C4D58}" dt="2023-09-04T20:34:52.536" v="81" actId="20577"/>
          <ac:spMkLst>
            <pc:docMk/>
            <pc:sldMk cId="1997715661" sldId="266"/>
            <ac:spMk id="10" creationId="{5B0B0C20-B733-426C-8121-CC4D8297C435}"/>
          </ac:spMkLst>
        </pc:spChg>
      </pc:sldChg>
      <pc:sldChg chg="modSp">
        <pc:chgData name="Amy Peebles" userId="S::apeebles@reephamhigh.org.uk::55df9692-3791-40ae-bd44-2b55daecbb6e" providerId="AD" clId="Web-{24933776-ED37-22A7-3A79-BD74E11C4D58}" dt="2023-09-04T20:35:03.443" v="84" actId="20577"/>
        <pc:sldMkLst>
          <pc:docMk/>
          <pc:sldMk cId="92174042" sldId="267"/>
        </pc:sldMkLst>
        <pc:spChg chg="mod">
          <ac:chgData name="Amy Peebles" userId="S::apeebles@reephamhigh.org.uk::55df9692-3791-40ae-bd44-2b55daecbb6e" providerId="AD" clId="Web-{24933776-ED37-22A7-3A79-BD74E11C4D58}" dt="2023-09-04T20:35:03.443" v="84" actId="20577"/>
          <ac:spMkLst>
            <pc:docMk/>
            <pc:sldMk cId="92174042" sldId="267"/>
            <ac:spMk id="10" creationId="{5B0B0C20-B733-426C-8121-CC4D8297C435}"/>
          </ac:spMkLst>
        </pc:spChg>
      </pc:sldChg>
      <pc:sldChg chg="addSp modSp add replId">
        <pc:chgData name="Amy Peebles" userId="S::apeebles@reephamhigh.org.uk::55df9692-3791-40ae-bd44-2b55daecbb6e" providerId="AD" clId="Web-{24933776-ED37-22A7-3A79-BD74E11C4D58}" dt="2023-09-04T20:38:43.562" v="146" actId="14100"/>
        <pc:sldMkLst>
          <pc:docMk/>
          <pc:sldMk cId="25634001" sldId="269"/>
        </pc:sldMkLst>
        <pc:spChg chg="mod">
          <ac:chgData name="Amy Peebles" userId="S::apeebles@reephamhigh.org.uk::55df9692-3791-40ae-bd44-2b55daecbb6e" providerId="AD" clId="Web-{24933776-ED37-22A7-3A79-BD74E11C4D58}" dt="2023-09-04T20:38:38.999" v="144" actId="20577"/>
          <ac:spMkLst>
            <pc:docMk/>
            <pc:sldMk cId="25634001" sldId="269"/>
            <ac:spMk id="10" creationId="{5B0B0C20-B733-426C-8121-CC4D8297C435}"/>
          </ac:spMkLst>
        </pc:spChg>
        <pc:picChg chg="add mod">
          <ac:chgData name="Amy Peebles" userId="S::apeebles@reephamhigh.org.uk::55df9692-3791-40ae-bd44-2b55daecbb6e" providerId="AD" clId="Web-{24933776-ED37-22A7-3A79-BD74E11C4D58}" dt="2023-09-04T20:38:43.562" v="146" actId="14100"/>
          <ac:picMkLst>
            <pc:docMk/>
            <pc:sldMk cId="25634001" sldId="269"/>
            <ac:picMk id="2" creationId="{38BC4656-125A-155F-3D5C-A5AB1A6039A3}"/>
          </ac:picMkLst>
        </pc:picChg>
      </pc:sldChg>
    </pc:docChg>
  </pc:docChgLst>
  <pc:docChgLst>
    <pc:chgData name="Amy Peebles" userId="55df9692-3791-40ae-bd44-2b55daecbb6e" providerId="ADAL" clId="{21EBC079-6C96-46A7-9251-8583C71785CE}"/>
    <pc:docChg chg="undo custSel modSld">
      <pc:chgData name="Amy Peebles" userId="55df9692-3791-40ae-bd44-2b55daecbb6e" providerId="ADAL" clId="{21EBC079-6C96-46A7-9251-8583C71785CE}" dt="2022-11-15T15:53:42.875" v="19" actId="6549"/>
      <pc:docMkLst>
        <pc:docMk/>
      </pc:docMkLst>
      <pc:sldChg chg="modSp mod">
        <pc:chgData name="Amy Peebles" userId="55df9692-3791-40ae-bd44-2b55daecbb6e" providerId="ADAL" clId="{21EBC079-6C96-46A7-9251-8583C71785CE}" dt="2022-11-15T15:52:24.753" v="0" actId="20577"/>
        <pc:sldMkLst>
          <pc:docMk/>
          <pc:sldMk cId="1525812660" sldId="256"/>
        </pc:sldMkLst>
        <pc:spChg chg="mod">
          <ac:chgData name="Amy Peebles" userId="55df9692-3791-40ae-bd44-2b55daecbb6e" providerId="ADAL" clId="{21EBC079-6C96-46A7-9251-8583C71785CE}" dt="2022-11-15T15:52:24.753" v="0" actId="20577"/>
          <ac:spMkLst>
            <pc:docMk/>
            <pc:sldMk cId="1525812660" sldId="256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44.297" v="8" actId="20577"/>
        <pc:sldMkLst>
          <pc:docMk/>
          <pc:sldMk cId="3001956803" sldId="258"/>
        </pc:sldMkLst>
        <pc:spChg chg="mod">
          <ac:chgData name="Amy Peebles" userId="55df9692-3791-40ae-bd44-2b55daecbb6e" providerId="ADAL" clId="{21EBC079-6C96-46A7-9251-8583C71785CE}" dt="2022-11-15T15:52:44.297" v="8" actId="20577"/>
          <ac:spMkLst>
            <pc:docMk/>
            <pc:sldMk cId="3001956803" sldId="258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51.832" v="9" actId="20577"/>
        <pc:sldMkLst>
          <pc:docMk/>
          <pc:sldMk cId="680552496" sldId="259"/>
        </pc:sldMkLst>
        <pc:spChg chg="mod">
          <ac:chgData name="Amy Peebles" userId="55df9692-3791-40ae-bd44-2b55daecbb6e" providerId="ADAL" clId="{21EBC079-6C96-46A7-9251-8583C71785CE}" dt="2022-11-15T15:52:51.832" v="9" actId="20577"/>
          <ac:spMkLst>
            <pc:docMk/>
            <pc:sldMk cId="680552496" sldId="259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55.009" v="10" actId="20577"/>
        <pc:sldMkLst>
          <pc:docMk/>
          <pc:sldMk cId="584674306" sldId="260"/>
        </pc:sldMkLst>
        <pc:spChg chg="mod">
          <ac:chgData name="Amy Peebles" userId="55df9692-3791-40ae-bd44-2b55daecbb6e" providerId="ADAL" clId="{21EBC079-6C96-46A7-9251-8583C71785CE}" dt="2022-11-15T15:52:55.009" v="10" actId="20577"/>
          <ac:spMkLst>
            <pc:docMk/>
            <pc:sldMk cId="584674306" sldId="260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30.570" v="2" actId="20577"/>
        <pc:sldMkLst>
          <pc:docMk/>
          <pc:sldMk cId="4236111006" sldId="261"/>
        </pc:sldMkLst>
        <pc:spChg chg="mod">
          <ac:chgData name="Amy Peebles" userId="55df9692-3791-40ae-bd44-2b55daecbb6e" providerId="ADAL" clId="{21EBC079-6C96-46A7-9251-8583C71785CE}" dt="2022-11-15T15:52:30.570" v="2" actId="20577"/>
          <ac:spMkLst>
            <pc:docMk/>
            <pc:sldMk cId="4236111006" sldId="261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57.320" v="11" actId="20577"/>
        <pc:sldMkLst>
          <pc:docMk/>
          <pc:sldMk cId="3507801396" sldId="262"/>
        </pc:sldMkLst>
        <pc:spChg chg="mod">
          <ac:chgData name="Amy Peebles" userId="55df9692-3791-40ae-bd44-2b55daecbb6e" providerId="ADAL" clId="{21EBC079-6C96-46A7-9251-8583C71785CE}" dt="2022-11-15T15:52:57.320" v="11" actId="20577"/>
          <ac:spMkLst>
            <pc:docMk/>
            <pc:sldMk cId="3507801396" sldId="262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3:00.646" v="12" actId="20577"/>
        <pc:sldMkLst>
          <pc:docMk/>
          <pc:sldMk cId="565007703" sldId="263"/>
        </pc:sldMkLst>
        <pc:spChg chg="mod">
          <ac:chgData name="Amy Peebles" userId="55df9692-3791-40ae-bd44-2b55daecbb6e" providerId="ADAL" clId="{21EBC079-6C96-46A7-9251-8583C71785CE}" dt="2022-11-15T15:53:00.646" v="12" actId="20577"/>
          <ac:spMkLst>
            <pc:docMk/>
            <pc:sldMk cId="565007703" sldId="263"/>
            <ac:spMk id="7" creationId="{A0DBA413-FD07-4FC7-8F41-7770927D4CEE}"/>
          </ac:spMkLst>
        </pc:spChg>
      </pc:sldChg>
      <pc:sldChg chg="modSp mod modNotesTx">
        <pc:chgData name="Amy Peebles" userId="55df9692-3791-40ae-bd44-2b55daecbb6e" providerId="ADAL" clId="{21EBC079-6C96-46A7-9251-8583C71785CE}" dt="2022-11-15T15:53:42.875" v="19" actId="6549"/>
        <pc:sldMkLst>
          <pc:docMk/>
          <pc:sldMk cId="2957017793" sldId="264"/>
        </pc:sldMkLst>
        <pc:spChg chg="mod">
          <ac:chgData name="Amy Peebles" userId="55df9692-3791-40ae-bd44-2b55daecbb6e" providerId="ADAL" clId="{21EBC079-6C96-46A7-9251-8583C71785CE}" dt="2022-11-15T15:53:02.869" v="13" actId="20577"/>
          <ac:spMkLst>
            <pc:docMk/>
            <pc:sldMk cId="2957017793" sldId="264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3:05.279" v="14" actId="20577"/>
        <pc:sldMkLst>
          <pc:docMk/>
          <pc:sldMk cId="834327076" sldId="265"/>
        </pc:sldMkLst>
        <pc:spChg chg="mod">
          <ac:chgData name="Amy Peebles" userId="55df9692-3791-40ae-bd44-2b55daecbb6e" providerId="ADAL" clId="{21EBC079-6C96-46A7-9251-8583C71785CE}" dt="2022-11-15T15:53:05.279" v="14" actId="20577"/>
          <ac:spMkLst>
            <pc:docMk/>
            <pc:sldMk cId="834327076" sldId="265"/>
            <ac:spMk id="7" creationId="{A0DBA413-FD07-4FC7-8F41-7770927D4CEE}"/>
          </ac:spMkLst>
        </pc:spChg>
      </pc:sldChg>
      <pc:sldChg chg="modSp mod modNotesTx">
        <pc:chgData name="Amy Peebles" userId="55df9692-3791-40ae-bd44-2b55daecbb6e" providerId="ADAL" clId="{21EBC079-6C96-46A7-9251-8583C71785CE}" dt="2022-11-15T15:53:15.732" v="18" actId="6549"/>
        <pc:sldMkLst>
          <pc:docMk/>
          <pc:sldMk cId="1997715661" sldId="266"/>
        </pc:sldMkLst>
        <pc:spChg chg="mod">
          <ac:chgData name="Amy Peebles" userId="55df9692-3791-40ae-bd44-2b55daecbb6e" providerId="ADAL" clId="{21EBC079-6C96-46A7-9251-8583C71785CE}" dt="2022-11-15T15:53:08.286" v="15" actId="20577"/>
          <ac:spMkLst>
            <pc:docMk/>
            <pc:sldMk cId="1997715661" sldId="266"/>
            <ac:spMk id="7" creationId="{A0DBA413-FD07-4FC7-8F41-7770927D4CEE}"/>
          </ac:spMkLst>
        </pc:spChg>
      </pc:sldChg>
      <pc:sldChg chg="modSp mod modNotesTx">
        <pc:chgData name="Amy Peebles" userId="55df9692-3791-40ae-bd44-2b55daecbb6e" providerId="ADAL" clId="{21EBC079-6C96-46A7-9251-8583C71785CE}" dt="2022-11-15T15:53:13.991" v="17" actId="6549"/>
        <pc:sldMkLst>
          <pc:docMk/>
          <pc:sldMk cId="92174042" sldId="267"/>
        </pc:sldMkLst>
        <pc:spChg chg="mod">
          <ac:chgData name="Amy Peebles" userId="55df9692-3791-40ae-bd44-2b55daecbb6e" providerId="ADAL" clId="{21EBC079-6C96-46A7-9251-8583C71785CE}" dt="2022-11-15T15:53:11.730" v="16" actId="20577"/>
          <ac:spMkLst>
            <pc:docMk/>
            <pc:sldMk cId="92174042" sldId="267"/>
            <ac:spMk id="7" creationId="{A0DBA413-FD07-4FC7-8F41-7770927D4CEE}"/>
          </ac:spMkLst>
        </pc:spChg>
      </pc:sldChg>
      <pc:sldChg chg="modSp mod">
        <pc:chgData name="Amy Peebles" userId="55df9692-3791-40ae-bd44-2b55daecbb6e" providerId="ADAL" clId="{21EBC079-6C96-46A7-9251-8583C71785CE}" dt="2022-11-15T15:52:28.140" v="1" actId="20577"/>
        <pc:sldMkLst>
          <pc:docMk/>
          <pc:sldMk cId="1773783856" sldId="268"/>
        </pc:sldMkLst>
        <pc:spChg chg="mod">
          <ac:chgData name="Amy Peebles" userId="55df9692-3791-40ae-bd44-2b55daecbb6e" providerId="ADAL" clId="{21EBC079-6C96-46A7-9251-8583C71785CE}" dt="2022-11-15T15:52:28.140" v="1" actId="20577"/>
          <ac:spMkLst>
            <pc:docMk/>
            <pc:sldMk cId="1773783856" sldId="268"/>
            <ac:spMk id="7" creationId="{A0DBA413-FD07-4FC7-8F41-7770927D4CEE}"/>
          </ac:spMkLst>
        </pc:spChg>
      </pc:sldChg>
    </pc:docChg>
  </pc:docChgLst>
  <pc:docChgLst>
    <pc:chgData name="Rajan Verma" userId="S::rverma@reephamhigh.org.uk::aef9c1c0-c6f0-4b82-a8a5-69d5e63e1b87" providerId="AD" clId="Web-{6604FCC1-83DE-4B60-8183-A83329CEF255}"/>
    <pc:docChg chg="addSld delSld modSld">
      <pc:chgData name="Rajan Verma" userId="S::rverma@reephamhigh.org.uk::aef9c1c0-c6f0-4b82-a8a5-69d5e63e1b87" providerId="AD" clId="Web-{6604FCC1-83DE-4B60-8183-A83329CEF255}" dt="2023-01-10T12:41:13.181" v="72"/>
      <pc:docMkLst>
        <pc:docMk/>
      </pc:docMkLst>
      <pc:sldChg chg="modSp new del">
        <pc:chgData name="Rajan Verma" userId="S::rverma@reephamhigh.org.uk::aef9c1c0-c6f0-4b82-a8a5-69d5e63e1b87" providerId="AD" clId="Web-{6604FCC1-83DE-4B60-8183-A83329CEF255}" dt="2023-01-10T12:41:13.181" v="72"/>
        <pc:sldMkLst>
          <pc:docMk/>
          <pc:sldMk cId="1704378455" sldId="269"/>
        </pc:sldMkLst>
        <pc:spChg chg="mod">
          <ac:chgData name="Rajan Verma" userId="S::rverma@reephamhigh.org.uk::aef9c1c0-c6f0-4b82-a8a5-69d5e63e1b87" providerId="AD" clId="Web-{6604FCC1-83DE-4B60-8183-A83329CEF255}" dt="2023-01-10T12:41:07.994" v="71" actId="20577"/>
          <ac:spMkLst>
            <pc:docMk/>
            <pc:sldMk cId="1704378455" sldId="269"/>
            <ac:spMk id="2" creationId="{F8AF0B5D-C619-8911-A1F2-CDEB4336128B}"/>
          </ac:spMkLst>
        </pc:spChg>
      </pc:sldChg>
    </pc:docChg>
  </pc:docChgLst>
  <pc:docChgLst>
    <pc:chgData name="Amy Peebles" userId="55df9692-3791-40ae-bd44-2b55daecbb6e" providerId="ADAL" clId="{E1CB839E-8C5E-40AC-8248-577D7FC143EA}"/>
    <pc:docChg chg="undo redo custSel addSld delSld modSld">
      <pc:chgData name="Amy Peebles" userId="55df9692-3791-40ae-bd44-2b55daecbb6e" providerId="ADAL" clId="{E1CB839E-8C5E-40AC-8248-577D7FC143EA}" dt="2024-08-22T19:37:40.582" v="436"/>
      <pc:docMkLst>
        <pc:docMk/>
      </pc:docMkLst>
      <pc:sldChg chg="addSp delSp modSp mod">
        <pc:chgData name="Amy Peebles" userId="55df9692-3791-40ae-bd44-2b55daecbb6e" providerId="ADAL" clId="{E1CB839E-8C5E-40AC-8248-577D7FC143EA}" dt="2024-08-22T19:37:40.582" v="436"/>
        <pc:sldMkLst>
          <pc:docMk/>
          <pc:sldMk cId="25634001" sldId="269"/>
        </pc:sldMkLst>
        <pc:spChg chg="add del mod">
          <ac:chgData name="Amy Peebles" userId="55df9692-3791-40ae-bd44-2b55daecbb6e" providerId="ADAL" clId="{E1CB839E-8C5E-40AC-8248-577D7FC143EA}" dt="2024-08-22T19:37:39.830" v="435" actId="478"/>
          <ac:spMkLst>
            <pc:docMk/>
            <pc:sldMk cId="25634001" sldId="269"/>
            <ac:spMk id="6" creationId="{1DE8C12B-DB41-E56C-D5FF-5428BA3B4292}"/>
          </ac:spMkLst>
        </pc:spChg>
        <pc:spChg chg="add mod">
          <ac:chgData name="Amy Peebles" userId="55df9692-3791-40ae-bd44-2b55daecbb6e" providerId="ADAL" clId="{E1CB839E-8C5E-40AC-8248-577D7FC143EA}" dt="2024-08-22T19:37:40.582" v="436"/>
          <ac:spMkLst>
            <pc:docMk/>
            <pc:sldMk cId="25634001" sldId="269"/>
            <ac:spMk id="7" creationId="{6B835E3E-2C88-BE52-0E4F-8AAF74522820}"/>
          </ac:spMkLst>
        </pc:spChg>
        <pc:spChg chg="add mod">
          <ac:chgData name="Amy Peebles" userId="55df9692-3791-40ae-bd44-2b55daecbb6e" providerId="ADAL" clId="{E1CB839E-8C5E-40AC-8248-577D7FC143EA}" dt="2024-08-22T19:37:40.582" v="436"/>
          <ac:spMkLst>
            <pc:docMk/>
            <pc:sldMk cId="25634001" sldId="269"/>
            <ac:spMk id="8" creationId="{4C20E44E-9656-D652-A89A-D018E28FCC11}"/>
          </ac:spMkLst>
        </pc:spChg>
        <pc:spChg chg="add mod">
          <ac:chgData name="Amy Peebles" userId="55df9692-3791-40ae-bd44-2b55daecbb6e" providerId="ADAL" clId="{E1CB839E-8C5E-40AC-8248-577D7FC143EA}" dt="2024-08-22T19:37:40.582" v="436"/>
          <ac:spMkLst>
            <pc:docMk/>
            <pc:sldMk cId="25634001" sldId="269"/>
            <ac:spMk id="9" creationId="{11D17F00-AA78-92B0-8EC2-04E87295BAFE}"/>
          </ac:spMkLst>
        </pc:spChg>
        <pc:spChg chg="add mod">
          <ac:chgData name="Amy Peebles" userId="55df9692-3791-40ae-bd44-2b55daecbb6e" providerId="ADAL" clId="{E1CB839E-8C5E-40AC-8248-577D7FC143EA}" dt="2024-08-22T19:37:40.582" v="436"/>
          <ac:spMkLst>
            <pc:docMk/>
            <pc:sldMk cId="25634001" sldId="269"/>
            <ac:spMk id="10" creationId="{CD5DC30B-A780-552F-A60C-5AD55102B883}"/>
          </ac:spMkLst>
        </pc:spChg>
        <pc:spChg chg="add mod">
          <ac:chgData name="Amy Peebles" userId="55df9692-3791-40ae-bd44-2b55daecbb6e" providerId="ADAL" clId="{E1CB839E-8C5E-40AC-8248-577D7FC143EA}" dt="2024-08-22T19:37:40.582" v="436"/>
          <ac:spMkLst>
            <pc:docMk/>
            <pc:sldMk cId="25634001" sldId="269"/>
            <ac:spMk id="11" creationId="{D2A827EA-58BF-8AB5-DC6F-E9FDA7DDA33B}"/>
          </ac:spMkLst>
        </pc:spChg>
        <pc:spChg chg="del">
          <ac:chgData name="Amy Peebles" userId="55df9692-3791-40ae-bd44-2b55daecbb6e" providerId="ADAL" clId="{E1CB839E-8C5E-40AC-8248-577D7FC143EA}" dt="2024-08-22T19:37:37.438" v="434" actId="478"/>
          <ac:spMkLst>
            <pc:docMk/>
            <pc:sldMk cId="25634001" sldId="269"/>
            <ac:spMk id="12" creationId="{ADB2CD83-A510-AB61-2057-FCAE4997E784}"/>
          </ac:spMkLst>
        </pc:spChg>
        <pc:spChg chg="del">
          <ac:chgData name="Amy Peebles" userId="55df9692-3791-40ae-bd44-2b55daecbb6e" providerId="ADAL" clId="{E1CB839E-8C5E-40AC-8248-577D7FC143EA}" dt="2024-08-22T19:37:37.438" v="434" actId="478"/>
          <ac:spMkLst>
            <pc:docMk/>
            <pc:sldMk cId="25634001" sldId="269"/>
            <ac:spMk id="13" creationId="{DB220CF8-5BCE-8742-F868-9FFF59DD4737}"/>
          </ac:spMkLst>
        </pc:spChg>
        <pc:spChg chg="del">
          <ac:chgData name="Amy Peebles" userId="55df9692-3791-40ae-bd44-2b55daecbb6e" providerId="ADAL" clId="{E1CB839E-8C5E-40AC-8248-577D7FC143EA}" dt="2024-08-22T19:37:37.438" v="434" actId="478"/>
          <ac:spMkLst>
            <pc:docMk/>
            <pc:sldMk cId="25634001" sldId="269"/>
            <ac:spMk id="14" creationId="{31530C50-D28D-6138-7E77-1172E7033373}"/>
          </ac:spMkLst>
        </pc:spChg>
        <pc:spChg chg="del">
          <ac:chgData name="Amy Peebles" userId="55df9692-3791-40ae-bd44-2b55daecbb6e" providerId="ADAL" clId="{E1CB839E-8C5E-40AC-8248-577D7FC143EA}" dt="2024-08-22T19:37:37.438" v="434" actId="478"/>
          <ac:spMkLst>
            <pc:docMk/>
            <pc:sldMk cId="25634001" sldId="269"/>
            <ac:spMk id="15" creationId="{7100E11E-C527-E400-FBDB-3C7D41D2C64F}"/>
          </ac:spMkLst>
        </pc:spChg>
        <pc:spChg chg="del">
          <ac:chgData name="Amy Peebles" userId="55df9692-3791-40ae-bd44-2b55daecbb6e" providerId="ADAL" clId="{E1CB839E-8C5E-40AC-8248-577D7FC143EA}" dt="2024-08-22T19:37:37.438" v="434" actId="478"/>
          <ac:spMkLst>
            <pc:docMk/>
            <pc:sldMk cId="25634001" sldId="269"/>
            <ac:spMk id="16" creationId="{B06DD3EB-DC5C-92A4-6295-0092D58F297A}"/>
          </ac:spMkLst>
        </pc:spChg>
      </pc:sldChg>
      <pc:sldChg chg="modSp mod">
        <pc:chgData name="Amy Peebles" userId="55df9692-3791-40ae-bd44-2b55daecbb6e" providerId="ADAL" clId="{E1CB839E-8C5E-40AC-8248-577D7FC143EA}" dt="2024-08-22T19:24:09.951" v="340" actId="1076"/>
        <pc:sldMkLst>
          <pc:docMk/>
          <pc:sldMk cId="4182502383" sldId="272"/>
        </pc:sldMkLst>
        <pc:spChg chg="mod">
          <ac:chgData name="Amy Peebles" userId="55df9692-3791-40ae-bd44-2b55daecbb6e" providerId="ADAL" clId="{E1CB839E-8C5E-40AC-8248-577D7FC143EA}" dt="2024-08-22T19:15:27.126" v="9" actId="20577"/>
          <ac:spMkLst>
            <pc:docMk/>
            <pc:sldMk cId="4182502383" sldId="272"/>
            <ac:spMk id="2" creationId="{3AFFD35C-31D7-48B1-6CAB-CE0ECCF34D2C}"/>
          </ac:spMkLst>
        </pc:spChg>
        <pc:spChg chg="mod">
          <ac:chgData name="Amy Peebles" userId="55df9692-3791-40ae-bd44-2b55daecbb6e" providerId="ADAL" clId="{E1CB839E-8C5E-40AC-8248-577D7FC143EA}" dt="2024-08-22T19:15:24.023" v="8" actId="20577"/>
          <ac:spMkLst>
            <pc:docMk/>
            <pc:sldMk cId="4182502383" sldId="272"/>
            <ac:spMk id="3" creationId="{555604B9-6B47-6A3C-7CF8-34598330D5C0}"/>
          </ac:spMkLst>
        </pc:spChg>
        <pc:spChg chg="mod">
          <ac:chgData name="Amy Peebles" userId="55df9692-3791-40ae-bd44-2b55daecbb6e" providerId="ADAL" clId="{E1CB839E-8C5E-40AC-8248-577D7FC143EA}" dt="2024-08-22T19:16:59.046" v="11" actId="113"/>
          <ac:spMkLst>
            <pc:docMk/>
            <pc:sldMk cId="4182502383" sldId="272"/>
            <ac:spMk id="4" creationId="{B0C19722-7D0E-B45E-BE2A-54BEFFAA2418}"/>
          </ac:spMkLst>
        </pc:spChg>
        <pc:spChg chg="mod">
          <ac:chgData name="Amy Peebles" userId="55df9692-3791-40ae-bd44-2b55daecbb6e" providerId="ADAL" clId="{E1CB839E-8C5E-40AC-8248-577D7FC143EA}" dt="2024-08-22T19:17:18.291" v="23" actId="20577"/>
          <ac:spMkLst>
            <pc:docMk/>
            <pc:sldMk cId="4182502383" sldId="272"/>
            <ac:spMk id="5" creationId="{46173EFE-F197-79EF-F98F-F549546F79D3}"/>
          </ac:spMkLst>
        </pc:spChg>
        <pc:spChg chg="mod">
          <ac:chgData name="Amy Peebles" userId="55df9692-3791-40ae-bd44-2b55daecbb6e" providerId="ADAL" clId="{E1CB839E-8C5E-40AC-8248-577D7FC143EA}" dt="2024-08-22T19:17:29.494" v="25" actId="114"/>
          <ac:spMkLst>
            <pc:docMk/>
            <pc:sldMk cId="4182502383" sldId="272"/>
            <ac:spMk id="6" creationId="{51F6E732-2986-8EFD-09C2-1680318F809A}"/>
          </ac:spMkLst>
        </pc:spChg>
        <pc:spChg chg="mod">
          <ac:chgData name="Amy Peebles" userId="55df9692-3791-40ae-bd44-2b55daecbb6e" providerId="ADAL" clId="{E1CB839E-8C5E-40AC-8248-577D7FC143EA}" dt="2024-08-22T19:24:09.951" v="340" actId="1076"/>
          <ac:spMkLst>
            <pc:docMk/>
            <pc:sldMk cId="4182502383" sldId="272"/>
            <ac:spMk id="7" creationId="{10448708-F131-BE8B-A056-2C14ECF0CED3}"/>
          </ac:spMkLst>
        </pc:spChg>
      </pc:sldChg>
      <pc:sldChg chg="addSp delSp modSp mod modAnim">
        <pc:chgData name="Amy Peebles" userId="55df9692-3791-40ae-bd44-2b55daecbb6e" providerId="ADAL" clId="{E1CB839E-8C5E-40AC-8248-577D7FC143EA}" dt="2024-08-22T19:23:59.898" v="338"/>
        <pc:sldMkLst>
          <pc:docMk/>
          <pc:sldMk cId="3070830473" sldId="282"/>
        </pc:sldMkLst>
        <pc:spChg chg="add del mod">
          <ac:chgData name="Amy Peebles" userId="55df9692-3791-40ae-bd44-2b55daecbb6e" providerId="ADAL" clId="{E1CB839E-8C5E-40AC-8248-577D7FC143EA}" dt="2024-08-22T19:20:28.449" v="130" actId="478"/>
          <ac:spMkLst>
            <pc:docMk/>
            <pc:sldMk cId="3070830473" sldId="282"/>
            <ac:spMk id="3" creationId="{34C8F4AB-3C18-8DCB-8C32-7259836A4BD9}"/>
          </ac:spMkLst>
        </pc:spChg>
        <pc:spChg chg="add del mod">
          <ac:chgData name="Amy Peebles" userId="55df9692-3791-40ae-bd44-2b55daecbb6e" providerId="ADAL" clId="{E1CB839E-8C5E-40AC-8248-577D7FC143EA}" dt="2024-08-22T19:20:28.449" v="130" actId="478"/>
          <ac:spMkLst>
            <pc:docMk/>
            <pc:sldMk cId="3070830473" sldId="282"/>
            <ac:spMk id="5" creationId="{B0C46D4C-15D4-51D0-61D3-DE91211A16C2}"/>
          </ac:spMkLst>
        </pc:spChg>
        <pc:spChg chg="add del mod">
          <ac:chgData name="Amy Peebles" userId="55df9692-3791-40ae-bd44-2b55daecbb6e" providerId="ADAL" clId="{E1CB839E-8C5E-40AC-8248-577D7FC143EA}" dt="2024-08-22T19:20:28.449" v="130" actId="478"/>
          <ac:spMkLst>
            <pc:docMk/>
            <pc:sldMk cId="3070830473" sldId="282"/>
            <ac:spMk id="7" creationId="{04C2E482-038B-3B67-97C2-310FCCFACA85}"/>
          </ac:spMkLst>
        </pc:spChg>
        <pc:spChg chg="add del mod">
          <ac:chgData name="Amy Peebles" userId="55df9692-3791-40ae-bd44-2b55daecbb6e" providerId="ADAL" clId="{E1CB839E-8C5E-40AC-8248-577D7FC143EA}" dt="2024-08-22T19:20:28.449" v="130" actId="478"/>
          <ac:spMkLst>
            <pc:docMk/>
            <pc:sldMk cId="3070830473" sldId="282"/>
            <ac:spMk id="9" creationId="{C9CE6038-23BC-F5A0-7F1E-2E0EBBF55CA5}"/>
          </ac:spMkLst>
        </pc:spChg>
        <pc:spChg chg="add del mod">
          <ac:chgData name="Amy Peebles" userId="55df9692-3791-40ae-bd44-2b55daecbb6e" providerId="ADAL" clId="{E1CB839E-8C5E-40AC-8248-577D7FC143EA}" dt="2024-08-22T19:20:28.449" v="130" actId="478"/>
          <ac:spMkLst>
            <pc:docMk/>
            <pc:sldMk cId="3070830473" sldId="282"/>
            <ac:spMk id="11" creationId="{8C47BBA9-2605-F174-3FFE-A5C1C9EFF873}"/>
          </ac:spMkLst>
        </pc:spChg>
        <pc:spChg chg="add mod">
          <ac:chgData name="Amy Peebles" userId="55df9692-3791-40ae-bd44-2b55daecbb6e" providerId="ADAL" clId="{E1CB839E-8C5E-40AC-8248-577D7FC143EA}" dt="2024-08-22T19:20:29.523" v="131"/>
          <ac:spMkLst>
            <pc:docMk/>
            <pc:sldMk cId="3070830473" sldId="282"/>
            <ac:spMk id="12" creationId="{E0923E27-A7F5-7ACB-0B41-0F1FDFF06ABA}"/>
          </ac:spMkLst>
        </pc:spChg>
        <pc:spChg chg="add mod">
          <ac:chgData name="Amy Peebles" userId="55df9692-3791-40ae-bd44-2b55daecbb6e" providerId="ADAL" clId="{E1CB839E-8C5E-40AC-8248-577D7FC143EA}" dt="2024-08-22T19:20:29.523" v="131"/>
          <ac:spMkLst>
            <pc:docMk/>
            <pc:sldMk cId="3070830473" sldId="282"/>
            <ac:spMk id="13" creationId="{416CE024-44A0-6CB3-9849-ECA0644AB90A}"/>
          </ac:spMkLst>
        </pc:spChg>
        <pc:spChg chg="add mod">
          <ac:chgData name="Amy Peebles" userId="55df9692-3791-40ae-bd44-2b55daecbb6e" providerId="ADAL" clId="{E1CB839E-8C5E-40AC-8248-577D7FC143EA}" dt="2024-08-22T19:20:29.523" v="131"/>
          <ac:spMkLst>
            <pc:docMk/>
            <pc:sldMk cId="3070830473" sldId="282"/>
            <ac:spMk id="14" creationId="{B24597AC-F809-22C9-6539-3D6782B32E95}"/>
          </ac:spMkLst>
        </pc:spChg>
        <pc:spChg chg="add mod">
          <ac:chgData name="Amy Peebles" userId="55df9692-3791-40ae-bd44-2b55daecbb6e" providerId="ADAL" clId="{E1CB839E-8C5E-40AC-8248-577D7FC143EA}" dt="2024-08-22T19:20:29.523" v="131"/>
          <ac:spMkLst>
            <pc:docMk/>
            <pc:sldMk cId="3070830473" sldId="282"/>
            <ac:spMk id="15" creationId="{2EEA7D61-5C0C-4A2D-B1BE-FDBEA8B40ABA}"/>
          </ac:spMkLst>
        </pc:spChg>
        <pc:spChg chg="add mod">
          <ac:chgData name="Amy Peebles" userId="55df9692-3791-40ae-bd44-2b55daecbb6e" providerId="ADAL" clId="{E1CB839E-8C5E-40AC-8248-577D7FC143EA}" dt="2024-08-22T19:23:59.898" v="338"/>
          <ac:spMkLst>
            <pc:docMk/>
            <pc:sldMk cId="3070830473" sldId="282"/>
            <ac:spMk id="16" creationId="{2B565C20-5D8C-9D45-DB37-9A8250557F5E}"/>
          </ac:spMkLst>
        </pc:spChg>
        <pc:spChg chg="add mod">
          <ac:chgData name="Amy Peebles" userId="55df9692-3791-40ae-bd44-2b55daecbb6e" providerId="ADAL" clId="{E1CB839E-8C5E-40AC-8248-577D7FC143EA}" dt="2024-08-22T19:20:51.169" v="135" actId="1076"/>
          <ac:spMkLst>
            <pc:docMk/>
            <pc:sldMk cId="3070830473" sldId="282"/>
            <ac:spMk id="17" creationId="{D8C40D77-714D-AD3F-B0D3-C6300F507A93}"/>
          </ac:spMkLst>
        </pc:spChg>
        <pc:spChg chg="add mod">
          <ac:chgData name="Amy Peebles" userId="55df9692-3791-40ae-bd44-2b55daecbb6e" providerId="ADAL" clId="{E1CB839E-8C5E-40AC-8248-577D7FC143EA}" dt="2024-08-22T19:20:42.690" v="133"/>
          <ac:spMkLst>
            <pc:docMk/>
            <pc:sldMk cId="3070830473" sldId="282"/>
            <ac:spMk id="19" creationId="{8B99545D-2F5E-FEAE-A88B-8A1631D56D48}"/>
          </ac:spMkLst>
        </pc:spChg>
        <pc:spChg chg="del">
          <ac:chgData name="Amy Peebles" userId="55df9692-3791-40ae-bd44-2b55daecbb6e" providerId="ADAL" clId="{E1CB839E-8C5E-40AC-8248-577D7FC143EA}" dt="2024-08-22T19:20:24.297" v="129" actId="478"/>
          <ac:spMkLst>
            <pc:docMk/>
            <pc:sldMk cId="3070830473" sldId="282"/>
            <ac:spMk id="38" creationId="{82484765-3A3D-D0B2-1086-E034FE2260E7}"/>
          </ac:spMkLst>
        </pc:spChg>
        <pc:spChg chg="del">
          <ac:chgData name="Amy Peebles" userId="55df9692-3791-40ae-bd44-2b55daecbb6e" providerId="ADAL" clId="{E1CB839E-8C5E-40AC-8248-577D7FC143EA}" dt="2024-08-22T19:20:24.297" v="129" actId="478"/>
          <ac:spMkLst>
            <pc:docMk/>
            <pc:sldMk cId="3070830473" sldId="282"/>
            <ac:spMk id="39" creationId="{E131D1C6-605B-31CB-B71C-3B496BC55105}"/>
          </ac:spMkLst>
        </pc:spChg>
        <pc:spChg chg="del">
          <ac:chgData name="Amy Peebles" userId="55df9692-3791-40ae-bd44-2b55daecbb6e" providerId="ADAL" clId="{E1CB839E-8C5E-40AC-8248-577D7FC143EA}" dt="2024-08-22T19:20:24.297" v="129" actId="478"/>
          <ac:spMkLst>
            <pc:docMk/>
            <pc:sldMk cId="3070830473" sldId="282"/>
            <ac:spMk id="40" creationId="{73166750-FF46-7223-10D0-29E48FDA5282}"/>
          </ac:spMkLst>
        </pc:spChg>
        <pc:spChg chg="del">
          <ac:chgData name="Amy Peebles" userId="55df9692-3791-40ae-bd44-2b55daecbb6e" providerId="ADAL" clId="{E1CB839E-8C5E-40AC-8248-577D7FC143EA}" dt="2024-08-22T19:20:24.297" v="129" actId="478"/>
          <ac:spMkLst>
            <pc:docMk/>
            <pc:sldMk cId="3070830473" sldId="282"/>
            <ac:spMk id="41" creationId="{88B65405-CD80-935E-1E04-EEE59860E739}"/>
          </ac:spMkLst>
        </pc:spChg>
        <pc:spChg chg="del">
          <ac:chgData name="Amy Peebles" userId="55df9692-3791-40ae-bd44-2b55daecbb6e" providerId="ADAL" clId="{E1CB839E-8C5E-40AC-8248-577D7FC143EA}" dt="2024-08-22T19:20:24.297" v="129" actId="478"/>
          <ac:spMkLst>
            <pc:docMk/>
            <pc:sldMk cId="3070830473" sldId="282"/>
            <ac:spMk id="42" creationId="{9328EF5B-F89E-4B7C-8BB3-222F2477B637}"/>
          </ac:spMkLst>
        </pc:spChg>
        <pc:spChg chg="del">
          <ac:chgData name="Amy Peebles" userId="55df9692-3791-40ae-bd44-2b55daecbb6e" providerId="ADAL" clId="{E1CB839E-8C5E-40AC-8248-577D7FC143EA}" dt="2024-08-22T19:20:36.024" v="132" actId="478"/>
          <ac:spMkLst>
            <pc:docMk/>
            <pc:sldMk cId="3070830473" sldId="282"/>
            <ac:spMk id="53" creationId="{03322620-10A0-DC13-677D-2216F7846FAC}"/>
          </ac:spMkLst>
        </pc:spChg>
        <pc:spChg chg="del">
          <ac:chgData name="Amy Peebles" userId="55df9692-3791-40ae-bd44-2b55daecbb6e" providerId="ADAL" clId="{E1CB839E-8C5E-40AC-8248-577D7FC143EA}" dt="2024-08-22T19:20:36.024" v="132" actId="478"/>
          <ac:spMkLst>
            <pc:docMk/>
            <pc:sldMk cId="3070830473" sldId="282"/>
            <ac:spMk id="55" creationId="{036150EF-7040-AA6B-9150-E2884952DC81}"/>
          </ac:spMkLst>
        </pc:spChg>
        <pc:grpChg chg="mod">
          <ac:chgData name="Amy Peebles" userId="55df9692-3791-40ae-bd44-2b55daecbb6e" providerId="ADAL" clId="{E1CB839E-8C5E-40AC-8248-577D7FC143EA}" dt="2024-08-22T19:20:47.270" v="134" actId="1076"/>
          <ac:grpSpMkLst>
            <pc:docMk/>
            <pc:sldMk cId="3070830473" sldId="282"/>
            <ac:grpSpMk id="44" creationId="{D9B51B01-E7AC-E3E5-14CF-17325DCD72E6}"/>
          </ac:grpSpMkLst>
        </pc:grpChg>
        <pc:picChg chg="add mod">
          <ac:chgData name="Amy Peebles" userId="55df9692-3791-40ae-bd44-2b55daecbb6e" providerId="ADAL" clId="{E1CB839E-8C5E-40AC-8248-577D7FC143EA}" dt="2024-08-22T19:20:51.169" v="135" actId="1076"/>
          <ac:picMkLst>
            <pc:docMk/>
            <pc:sldMk cId="3070830473" sldId="282"/>
            <ac:picMk id="18" creationId="{3A952318-C650-210A-B4FB-FBE3D0CA5E1A}"/>
          </ac:picMkLst>
        </pc:picChg>
        <pc:picChg chg="del">
          <ac:chgData name="Amy Peebles" userId="55df9692-3791-40ae-bd44-2b55daecbb6e" providerId="ADAL" clId="{E1CB839E-8C5E-40AC-8248-577D7FC143EA}" dt="2024-08-22T19:20:36.024" v="132" actId="478"/>
          <ac:picMkLst>
            <pc:docMk/>
            <pc:sldMk cId="3070830473" sldId="282"/>
            <ac:picMk id="54" creationId="{8A3EE596-20BB-481D-B20F-1BF47F5CD6DC}"/>
          </ac:picMkLst>
        </pc:picChg>
      </pc:sldChg>
      <pc:sldChg chg="addSp delSp modSp mod delAnim modAnim">
        <pc:chgData name="Amy Peebles" userId="55df9692-3791-40ae-bd44-2b55daecbb6e" providerId="ADAL" clId="{E1CB839E-8C5E-40AC-8248-577D7FC143EA}" dt="2024-08-22T19:23:54.636" v="337" actId="14100"/>
        <pc:sldMkLst>
          <pc:docMk/>
          <pc:sldMk cId="3156341667" sldId="283"/>
        </pc:sldMkLst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4" creationId="{676AFD79-C2ED-4E50-711E-94F590EEB165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5" creationId="{DF9FF1C1-7E47-0618-7A12-650160F7D776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6" creationId="{41E15DE1-5236-F4E4-0064-CE708973275B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7" creationId="{FAF75926-B1FD-4B21-8BD2-364C47F7B082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8" creationId="{B09E3527-8978-103A-3ADF-535EEA5AF8C0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9" creationId="{33C0632D-B47E-EC0D-3452-BC507E79787B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10" creationId="{6902B1F5-67F9-C8FB-2470-69CE6C98B1FA}"/>
          </ac:spMkLst>
        </pc:spChg>
        <pc:spChg chg="mod">
          <ac:chgData name="Amy Peebles" userId="55df9692-3791-40ae-bd44-2b55daecbb6e" providerId="ADAL" clId="{E1CB839E-8C5E-40AC-8248-577D7FC143EA}" dt="2024-08-22T19:21:26.557" v="137"/>
          <ac:spMkLst>
            <pc:docMk/>
            <pc:sldMk cId="3156341667" sldId="283"/>
            <ac:spMk id="11" creationId="{C565E4F4-687E-71AC-139D-3AC1C48F4D22}"/>
          </ac:spMkLst>
        </pc:spChg>
        <pc:spChg chg="del">
          <ac:chgData name="Amy Peebles" userId="55df9692-3791-40ae-bd44-2b55daecbb6e" providerId="ADAL" clId="{E1CB839E-8C5E-40AC-8248-577D7FC143EA}" dt="2024-08-22T19:21:25.099" v="136" actId="478"/>
          <ac:spMkLst>
            <pc:docMk/>
            <pc:sldMk cId="3156341667" sldId="283"/>
            <ac:spMk id="13" creationId="{76244E9A-0592-C97F-D1C0-0AFD585203E1}"/>
          </ac:spMkLst>
        </pc:spChg>
        <pc:spChg chg="add mod">
          <ac:chgData name="Amy Peebles" userId="55df9692-3791-40ae-bd44-2b55daecbb6e" providerId="ADAL" clId="{E1CB839E-8C5E-40AC-8248-577D7FC143EA}" dt="2024-08-22T19:21:31.255" v="138" actId="1076"/>
          <ac:spMkLst>
            <pc:docMk/>
            <pc:sldMk cId="3156341667" sldId="283"/>
            <ac:spMk id="14" creationId="{BC64C88A-2054-CFAB-BC5E-FE7F9D6A0945}"/>
          </ac:spMkLst>
        </pc:spChg>
        <pc:spChg chg="del">
          <ac:chgData name="Amy Peebles" userId="55df9692-3791-40ae-bd44-2b55daecbb6e" providerId="ADAL" clId="{E1CB839E-8C5E-40AC-8248-577D7FC143EA}" dt="2024-08-22T19:21:25.099" v="136" actId="478"/>
          <ac:spMkLst>
            <pc:docMk/>
            <pc:sldMk cId="3156341667" sldId="283"/>
            <ac:spMk id="19" creationId="{6E12930E-33F8-B8B6-5E54-B61380610BCF}"/>
          </ac:spMkLst>
        </pc:spChg>
        <pc:spChg chg="del">
          <ac:chgData name="Amy Peebles" userId="55df9692-3791-40ae-bd44-2b55daecbb6e" providerId="ADAL" clId="{E1CB839E-8C5E-40AC-8248-577D7FC143EA}" dt="2024-08-22T19:21:25.099" v="136" actId="478"/>
          <ac:spMkLst>
            <pc:docMk/>
            <pc:sldMk cId="3156341667" sldId="283"/>
            <ac:spMk id="20" creationId="{FE22470A-A46C-BB62-B435-59730C9376D4}"/>
          </ac:spMkLst>
        </pc:spChg>
        <pc:spChg chg="add mod">
          <ac:chgData name="Amy Peebles" userId="55df9692-3791-40ae-bd44-2b55daecbb6e" providerId="ADAL" clId="{E1CB839E-8C5E-40AC-8248-577D7FC143EA}" dt="2024-08-22T19:21:31.255" v="138" actId="1076"/>
          <ac:spMkLst>
            <pc:docMk/>
            <pc:sldMk cId="3156341667" sldId="283"/>
            <ac:spMk id="21" creationId="{D9B6D48A-E42C-57AE-7524-83BD369BACEA}"/>
          </ac:spMkLst>
        </pc:spChg>
        <pc:spChg chg="add mod">
          <ac:chgData name="Amy Peebles" userId="55df9692-3791-40ae-bd44-2b55daecbb6e" providerId="ADAL" clId="{E1CB839E-8C5E-40AC-8248-577D7FC143EA}" dt="2024-08-22T19:21:31.255" v="138" actId="1076"/>
          <ac:spMkLst>
            <pc:docMk/>
            <pc:sldMk cId="3156341667" sldId="283"/>
            <ac:spMk id="22" creationId="{9EDDF54A-9A4A-9DAD-5FEB-98A1925C0DC8}"/>
          </ac:spMkLst>
        </pc:spChg>
        <pc:spChg chg="add mod">
          <ac:chgData name="Amy Peebles" userId="55df9692-3791-40ae-bd44-2b55daecbb6e" providerId="ADAL" clId="{E1CB839E-8C5E-40AC-8248-577D7FC143EA}" dt="2024-08-22T19:23:44.595" v="319" actId="113"/>
          <ac:spMkLst>
            <pc:docMk/>
            <pc:sldMk cId="3156341667" sldId="283"/>
            <ac:spMk id="23" creationId="{E419F64B-7FD0-1F0E-A54E-C750CCEABF67}"/>
          </ac:spMkLst>
        </pc:spChg>
        <pc:spChg chg="add del mod">
          <ac:chgData name="Amy Peebles" userId="55df9692-3791-40ae-bd44-2b55daecbb6e" providerId="ADAL" clId="{E1CB839E-8C5E-40AC-8248-577D7FC143EA}" dt="2024-08-22T19:22:32.594" v="189" actId="478"/>
          <ac:spMkLst>
            <pc:docMk/>
            <pc:sldMk cId="3156341667" sldId="283"/>
            <ac:spMk id="25" creationId="{98D2230E-E1DA-3B45-82DA-D819316D9649}"/>
          </ac:spMkLst>
        </pc:spChg>
        <pc:spChg chg="add del mod">
          <ac:chgData name="Amy Peebles" userId="55df9692-3791-40ae-bd44-2b55daecbb6e" providerId="ADAL" clId="{E1CB839E-8C5E-40AC-8248-577D7FC143EA}" dt="2024-08-22T19:22:32.594" v="189" actId="478"/>
          <ac:spMkLst>
            <pc:docMk/>
            <pc:sldMk cId="3156341667" sldId="283"/>
            <ac:spMk id="27" creationId="{CEB41F4B-8C58-D5AB-B60E-E9D11A971F58}"/>
          </ac:spMkLst>
        </pc:spChg>
        <pc:spChg chg="add del mod">
          <ac:chgData name="Amy Peebles" userId="55df9692-3791-40ae-bd44-2b55daecbb6e" providerId="ADAL" clId="{E1CB839E-8C5E-40AC-8248-577D7FC143EA}" dt="2024-08-22T19:22:32.594" v="189" actId="478"/>
          <ac:spMkLst>
            <pc:docMk/>
            <pc:sldMk cId="3156341667" sldId="283"/>
            <ac:spMk id="29" creationId="{CBED6CA7-957A-9371-0B12-347BF906C8D8}"/>
          </ac:spMkLst>
        </pc:spChg>
        <pc:spChg chg="del">
          <ac:chgData name="Amy Peebles" userId="55df9692-3791-40ae-bd44-2b55daecbb6e" providerId="ADAL" clId="{E1CB839E-8C5E-40AC-8248-577D7FC143EA}" dt="2024-08-22T19:22:27.721" v="188" actId="478"/>
          <ac:spMkLst>
            <pc:docMk/>
            <pc:sldMk cId="3156341667" sldId="283"/>
            <ac:spMk id="31" creationId="{0D27E686-A6D4-A8A5-F026-B2332474C897}"/>
          </ac:spMkLst>
        </pc:spChg>
        <pc:spChg chg="del">
          <ac:chgData name="Amy Peebles" userId="55df9692-3791-40ae-bd44-2b55daecbb6e" providerId="ADAL" clId="{E1CB839E-8C5E-40AC-8248-577D7FC143EA}" dt="2024-08-22T19:22:27.721" v="188" actId="478"/>
          <ac:spMkLst>
            <pc:docMk/>
            <pc:sldMk cId="3156341667" sldId="283"/>
            <ac:spMk id="32" creationId="{67B7E643-E01C-F501-A32A-E415296B6AF4}"/>
          </ac:spMkLst>
        </pc:spChg>
        <pc:spChg chg="del">
          <ac:chgData name="Amy Peebles" userId="55df9692-3791-40ae-bd44-2b55daecbb6e" providerId="ADAL" clId="{E1CB839E-8C5E-40AC-8248-577D7FC143EA}" dt="2024-08-22T19:22:27.721" v="188" actId="478"/>
          <ac:spMkLst>
            <pc:docMk/>
            <pc:sldMk cId="3156341667" sldId="283"/>
            <ac:spMk id="33" creationId="{2EBBE783-E784-9AC0-C0EC-0A7078BEEF53}"/>
          </ac:spMkLst>
        </pc:spChg>
        <pc:spChg chg="del">
          <ac:chgData name="Amy Peebles" userId="55df9692-3791-40ae-bd44-2b55daecbb6e" providerId="ADAL" clId="{E1CB839E-8C5E-40AC-8248-577D7FC143EA}" dt="2024-08-22T19:22:27.721" v="188" actId="478"/>
          <ac:spMkLst>
            <pc:docMk/>
            <pc:sldMk cId="3156341667" sldId="283"/>
            <ac:spMk id="34" creationId="{40B6D5F1-DE18-C999-B0A9-6804BB92DE29}"/>
          </ac:spMkLst>
        </pc:spChg>
        <pc:spChg chg="del">
          <ac:chgData name="Amy Peebles" userId="55df9692-3791-40ae-bd44-2b55daecbb6e" providerId="ADAL" clId="{E1CB839E-8C5E-40AC-8248-577D7FC143EA}" dt="2024-08-22T19:22:27.721" v="188" actId="478"/>
          <ac:spMkLst>
            <pc:docMk/>
            <pc:sldMk cId="3156341667" sldId="283"/>
            <ac:spMk id="35" creationId="{C1670140-D8FB-3E53-9754-63CA4781E5DE}"/>
          </ac:spMkLst>
        </pc:spChg>
        <pc:spChg chg="add del mod">
          <ac:chgData name="Amy Peebles" userId="55df9692-3791-40ae-bd44-2b55daecbb6e" providerId="ADAL" clId="{E1CB839E-8C5E-40AC-8248-577D7FC143EA}" dt="2024-08-22T19:22:32.594" v="189" actId="478"/>
          <ac:spMkLst>
            <pc:docMk/>
            <pc:sldMk cId="3156341667" sldId="283"/>
            <ac:spMk id="36" creationId="{2183C522-962B-44C4-61C7-F98A8CD5F488}"/>
          </ac:spMkLst>
        </pc:spChg>
        <pc:spChg chg="add del mod">
          <ac:chgData name="Amy Peebles" userId="55df9692-3791-40ae-bd44-2b55daecbb6e" providerId="ADAL" clId="{E1CB839E-8C5E-40AC-8248-577D7FC143EA}" dt="2024-08-22T19:22:32.594" v="189" actId="478"/>
          <ac:spMkLst>
            <pc:docMk/>
            <pc:sldMk cId="3156341667" sldId="283"/>
            <ac:spMk id="38" creationId="{FB066E68-6C12-791E-9157-666E08BDA966}"/>
          </ac:spMkLst>
        </pc:spChg>
        <pc:spChg chg="add mod">
          <ac:chgData name="Amy Peebles" userId="55df9692-3791-40ae-bd44-2b55daecbb6e" providerId="ADAL" clId="{E1CB839E-8C5E-40AC-8248-577D7FC143EA}" dt="2024-08-22T19:22:33.924" v="190"/>
          <ac:spMkLst>
            <pc:docMk/>
            <pc:sldMk cId="3156341667" sldId="283"/>
            <ac:spMk id="39" creationId="{9B9E16CC-5725-F374-F2B3-DD2F7AB999CF}"/>
          </ac:spMkLst>
        </pc:spChg>
        <pc:spChg chg="add mod">
          <ac:chgData name="Amy Peebles" userId="55df9692-3791-40ae-bd44-2b55daecbb6e" providerId="ADAL" clId="{E1CB839E-8C5E-40AC-8248-577D7FC143EA}" dt="2024-08-22T19:22:33.924" v="190"/>
          <ac:spMkLst>
            <pc:docMk/>
            <pc:sldMk cId="3156341667" sldId="283"/>
            <ac:spMk id="40" creationId="{936C91FB-B8C9-E5A1-8215-4F9451CE03D3}"/>
          </ac:spMkLst>
        </pc:spChg>
        <pc:spChg chg="add mod">
          <ac:chgData name="Amy Peebles" userId="55df9692-3791-40ae-bd44-2b55daecbb6e" providerId="ADAL" clId="{E1CB839E-8C5E-40AC-8248-577D7FC143EA}" dt="2024-08-22T19:22:33.924" v="190"/>
          <ac:spMkLst>
            <pc:docMk/>
            <pc:sldMk cId="3156341667" sldId="283"/>
            <ac:spMk id="41" creationId="{EF35A3E0-77F4-EC81-2A7F-5DD16A4BDEB1}"/>
          </ac:spMkLst>
        </pc:spChg>
        <pc:spChg chg="add mod">
          <ac:chgData name="Amy Peebles" userId="55df9692-3791-40ae-bd44-2b55daecbb6e" providerId="ADAL" clId="{E1CB839E-8C5E-40AC-8248-577D7FC143EA}" dt="2024-08-22T19:22:33.924" v="190"/>
          <ac:spMkLst>
            <pc:docMk/>
            <pc:sldMk cId="3156341667" sldId="283"/>
            <ac:spMk id="42" creationId="{A6CF2E39-1218-C483-4EDE-4093A1C329BC}"/>
          </ac:spMkLst>
        </pc:spChg>
        <pc:spChg chg="add mod">
          <ac:chgData name="Amy Peebles" userId="55df9692-3791-40ae-bd44-2b55daecbb6e" providerId="ADAL" clId="{E1CB839E-8C5E-40AC-8248-577D7FC143EA}" dt="2024-08-22T19:23:54.636" v="337" actId="14100"/>
          <ac:spMkLst>
            <pc:docMk/>
            <pc:sldMk cId="3156341667" sldId="283"/>
            <ac:spMk id="43" creationId="{B40F291B-F9BC-A8CF-D09C-0A03ED7267D2}"/>
          </ac:spMkLst>
        </pc:spChg>
        <pc:grpChg chg="add mod">
          <ac:chgData name="Amy Peebles" userId="55df9692-3791-40ae-bd44-2b55daecbb6e" providerId="ADAL" clId="{E1CB839E-8C5E-40AC-8248-577D7FC143EA}" dt="2024-08-22T19:21:31.255" v="138" actId="1076"/>
          <ac:grpSpMkLst>
            <pc:docMk/>
            <pc:sldMk cId="3156341667" sldId="283"/>
            <ac:grpSpMk id="2" creationId="{07685463-139C-DF26-0885-DA64CD9FD561}"/>
          </ac:grpSpMkLst>
        </pc:grpChg>
        <pc:picChg chg="del">
          <ac:chgData name="Amy Peebles" userId="55df9692-3791-40ae-bd44-2b55daecbb6e" providerId="ADAL" clId="{E1CB839E-8C5E-40AC-8248-577D7FC143EA}" dt="2024-08-22T19:21:25.099" v="136" actId="478"/>
          <ac:picMkLst>
            <pc:docMk/>
            <pc:sldMk cId="3156341667" sldId="283"/>
            <ac:picMk id="15" creationId="{119BC33D-9B96-1DEE-8995-5CEDCAAEB8D3}"/>
          </ac:picMkLst>
        </pc:picChg>
        <pc:picChg chg="del">
          <ac:chgData name="Amy Peebles" userId="55df9692-3791-40ae-bd44-2b55daecbb6e" providerId="ADAL" clId="{E1CB839E-8C5E-40AC-8248-577D7FC143EA}" dt="2024-08-22T19:21:25.099" v="136" actId="478"/>
          <ac:picMkLst>
            <pc:docMk/>
            <pc:sldMk cId="3156341667" sldId="283"/>
            <ac:picMk id="18" creationId="{C777FC88-E51D-70D2-B9C3-E978DB7188BF}"/>
          </ac:picMkLst>
        </pc:picChg>
        <pc:cxnChg chg="del">
          <ac:chgData name="Amy Peebles" userId="55df9692-3791-40ae-bd44-2b55daecbb6e" providerId="ADAL" clId="{E1CB839E-8C5E-40AC-8248-577D7FC143EA}" dt="2024-08-22T19:21:25.099" v="136" actId="478"/>
          <ac:cxnSpMkLst>
            <pc:docMk/>
            <pc:sldMk cId="3156341667" sldId="283"/>
            <ac:cxnSpMk id="16" creationId="{7623B21F-2DE9-6153-AFFD-03C4D4A7C8A2}"/>
          </ac:cxnSpMkLst>
        </pc:cxnChg>
        <pc:cxnChg chg="del">
          <ac:chgData name="Amy Peebles" userId="55df9692-3791-40ae-bd44-2b55daecbb6e" providerId="ADAL" clId="{E1CB839E-8C5E-40AC-8248-577D7FC143EA}" dt="2024-08-22T19:21:25.099" v="136" actId="478"/>
          <ac:cxnSpMkLst>
            <pc:docMk/>
            <pc:sldMk cId="3156341667" sldId="283"/>
            <ac:cxnSpMk id="17" creationId="{5FD2F25C-804C-8E79-407C-B6DD7F2B6546}"/>
          </ac:cxnSpMkLst>
        </pc:cxnChg>
      </pc:sldChg>
      <pc:sldChg chg="del">
        <pc:chgData name="Amy Peebles" userId="55df9692-3791-40ae-bd44-2b55daecbb6e" providerId="ADAL" clId="{E1CB839E-8C5E-40AC-8248-577D7FC143EA}" dt="2024-08-22T19:24:17.187" v="341" actId="47"/>
        <pc:sldMkLst>
          <pc:docMk/>
          <pc:sldMk cId="1663648387" sldId="284"/>
        </pc:sldMkLst>
      </pc:sldChg>
      <pc:sldChg chg="add del">
        <pc:chgData name="Amy Peebles" userId="55df9692-3791-40ae-bd44-2b55daecbb6e" providerId="ADAL" clId="{E1CB839E-8C5E-40AC-8248-577D7FC143EA}" dt="2024-08-22T19:33:06.931" v="417" actId="47"/>
        <pc:sldMkLst>
          <pc:docMk/>
          <pc:sldMk cId="3584178047" sldId="285"/>
        </pc:sldMkLst>
      </pc:sldChg>
      <pc:sldChg chg="add del">
        <pc:chgData name="Amy Peebles" userId="55df9692-3791-40ae-bd44-2b55daecbb6e" providerId="ADAL" clId="{E1CB839E-8C5E-40AC-8248-577D7FC143EA}" dt="2024-08-22T19:34:18.311" v="430" actId="47"/>
        <pc:sldMkLst>
          <pc:docMk/>
          <pc:sldMk cId="3788873143" sldId="286"/>
        </pc:sldMkLst>
      </pc:sldChg>
      <pc:sldChg chg="del">
        <pc:chgData name="Amy Peebles" userId="55df9692-3791-40ae-bd44-2b55daecbb6e" providerId="ADAL" clId="{E1CB839E-8C5E-40AC-8248-577D7FC143EA}" dt="2024-08-22T19:34:20.431" v="433" actId="47"/>
        <pc:sldMkLst>
          <pc:docMk/>
          <pc:sldMk cId="4094161194" sldId="287"/>
        </pc:sldMkLst>
      </pc:sldChg>
      <pc:sldChg chg="add del">
        <pc:chgData name="Amy Peebles" userId="55df9692-3791-40ae-bd44-2b55daecbb6e" providerId="ADAL" clId="{E1CB839E-8C5E-40AC-8248-577D7FC143EA}" dt="2024-08-22T19:34:19.646" v="432" actId="47"/>
        <pc:sldMkLst>
          <pc:docMk/>
          <pc:sldMk cId="310987730" sldId="288"/>
        </pc:sldMkLst>
      </pc:sldChg>
      <pc:sldChg chg="add del">
        <pc:chgData name="Amy Peebles" userId="55df9692-3791-40ae-bd44-2b55daecbb6e" providerId="ADAL" clId="{E1CB839E-8C5E-40AC-8248-577D7FC143EA}" dt="2024-08-22T19:34:18.911" v="431" actId="47"/>
        <pc:sldMkLst>
          <pc:docMk/>
          <pc:sldMk cId="309531180" sldId="289"/>
        </pc:sldMkLst>
      </pc:sldChg>
      <pc:sldChg chg="addSp delSp modSp add mod delAnim modAnim">
        <pc:chgData name="Amy Peebles" userId="55df9692-3791-40ae-bd44-2b55daecbb6e" providerId="ADAL" clId="{E1CB839E-8C5E-40AC-8248-577D7FC143EA}" dt="2024-08-22T19:33:34.589" v="422"/>
        <pc:sldMkLst>
          <pc:docMk/>
          <pc:sldMk cId="1276953553" sldId="290"/>
        </pc:sldMkLst>
        <pc:spChg chg="del">
          <ac:chgData name="Amy Peebles" userId="55df9692-3791-40ae-bd44-2b55daecbb6e" providerId="ADAL" clId="{E1CB839E-8C5E-40AC-8248-577D7FC143EA}" dt="2024-08-22T19:25:15.441" v="349" actId="478"/>
          <ac:spMkLst>
            <pc:docMk/>
            <pc:sldMk cId="1276953553" sldId="290"/>
            <ac:spMk id="14" creationId="{BC64C88A-2054-CFAB-BC5E-FE7F9D6A0945}"/>
          </ac:spMkLst>
        </pc:spChg>
        <pc:spChg chg="add del">
          <ac:chgData name="Amy Peebles" userId="55df9692-3791-40ae-bd44-2b55daecbb6e" providerId="ADAL" clId="{E1CB839E-8C5E-40AC-8248-577D7FC143EA}" dt="2024-08-22T19:25:19.632" v="351" actId="22"/>
          <ac:spMkLst>
            <pc:docMk/>
            <pc:sldMk cId="1276953553" sldId="290"/>
            <ac:spMk id="15" creationId="{3D08D0AA-0EFC-53C9-E846-8309091F8123}"/>
          </ac:spMkLst>
        </pc:spChg>
        <pc:spChg chg="add del">
          <ac:chgData name="Amy Peebles" userId="55df9692-3791-40ae-bd44-2b55daecbb6e" providerId="ADAL" clId="{E1CB839E-8C5E-40AC-8248-577D7FC143EA}" dt="2024-08-22T19:25:22.989" v="357" actId="22"/>
          <ac:spMkLst>
            <pc:docMk/>
            <pc:sldMk cId="1276953553" sldId="290"/>
            <ac:spMk id="17" creationId="{FE0FE213-4B24-6719-1718-A495658A61D9}"/>
          </ac:spMkLst>
        </pc:spChg>
        <pc:spChg chg="add mod">
          <ac:chgData name="Amy Peebles" userId="55df9692-3791-40ae-bd44-2b55daecbb6e" providerId="ADAL" clId="{E1CB839E-8C5E-40AC-8248-577D7FC143EA}" dt="2024-08-22T19:25:28.166" v="359" actId="1076"/>
          <ac:spMkLst>
            <pc:docMk/>
            <pc:sldMk cId="1276953553" sldId="290"/>
            <ac:spMk id="19" creationId="{C6DE20E8-7FBA-50E4-4430-E0BC882C8625}"/>
          </ac:spMkLst>
        </pc:spChg>
        <pc:spChg chg="del">
          <ac:chgData name="Amy Peebles" userId="55df9692-3791-40ae-bd44-2b55daecbb6e" providerId="ADAL" clId="{E1CB839E-8C5E-40AC-8248-577D7FC143EA}" dt="2024-08-22T19:25:15.441" v="349" actId="478"/>
          <ac:spMkLst>
            <pc:docMk/>
            <pc:sldMk cId="1276953553" sldId="290"/>
            <ac:spMk id="21" creationId="{D9B6D48A-E42C-57AE-7524-83BD369BACEA}"/>
          </ac:spMkLst>
        </pc:spChg>
        <pc:spChg chg="del">
          <ac:chgData name="Amy Peebles" userId="55df9692-3791-40ae-bd44-2b55daecbb6e" providerId="ADAL" clId="{E1CB839E-8C5E-40AC-8248-577D7FC143EA}" dt="2024-08-22T19:25:15.441" v="349" actId="478"/>
          <ac:spMkLst>
            <pc:docMk/>
            <pc:sldMk cId="1276953553" sldId="290"/>
            <ac:spMk id="22" creationId="{9EDDF54A-9A4A-9DAD-5FEB-98A1925C0DC8}"/>
          </ac:spMkLst>
        </pc:spChg>
        <pc:spChg chg="del">
          <ac:chgData name="Amy Peebles" userId="55df9692-3791-40ae-bd44-2b55daecbb6e" providerId="ADAL" clId="{E1CB839E-8C5E-40AC-8248-577D7FC143EA}" dt="2024-08-22T19:25:15.441" v="349" actId="478"/>
          <ac:spMkLst>
            <pc:docMk/>
            <pc:sldMk cId="1276953553" sldId="290"/>
            <ac:spMk id="23" creationId="{E419F64B-7FD0-1F0E-A54E-C750CCEABF67}"/>
          </ac:spMkLst>
        </pc:spChg>
        <pc:spChg chg="mod">
          <ac:chgData name="Amy Peebles" userId="55df9692-3791-40ae-bd44-2b55daecbb6e" providerId="ADAL" clId="{E1CB839E-8C5E-40AC-8248-577D7FC143EA}" dt="2024-08-22T19:26:08.141" v="366" actId="1076"/>
          <ac:spMkLst>
            <pc:docMk/>
            <pc:sldMk cId="1276953553" sldId="290"/>
            <ac:spMk id="27" creationId="{87AE611F-80CD-3F09-FF43-AA10386D9BE3}"/>
          </ac:spMkLst>
        </pc:spChg>
        <pc:spChg chg="mod">
          <ac:chgData name="Amy Peebles" userId="55df9692-3791-40ae-bd44-2b55daecbb6e" providerId="ADAL" clId="{E1CB839E-8C5E-40AC-8248-577D7FC143EA}" dt="2024-08-22T19:26:08.141" v="366" actId="1076"/>
          <ac:spMkLst>
            <pc:docMk/>
            <pc:sldMk cId="1276953553" sldId="290"/>
            <ac:spMk id="28" creationId="{85AB86BD-120C-1238-3E80-C2EA87178D05}"/>
          </ac:spMkLst>
        </pc:spChg>
        <pc:spChg chg="mod">
          <ac:chgData name="Amy Peebles" userId="55df9692-3791-40ae-bd44-2b55daecbb6e" providerId="ADAL" clId="{E1CB839E-8C5E-40AC-8248-577D7FC143EA}" dt="2024-08-22T19:26:08.141" v="366" actId="1076"/>
          <ac:spMkLst>
            <pc:docMk/>
            <pc:sldMk cId="1276953553" sldId="290"/>
            <ac:spMk id="29" creationId="{F1FB5E41-FB5C-0DC4-E3BE-FDE8AD0E8460}"/>
          </ac:spMkLst>
        </pc:spChg>
        <pc:spChg chg="add mod">
          <ac:chgData name="Amy Peebles" userId="55df9692-3791-40ae-bd44-2b55daecbb6e" providerId="ADAL" clId="{E1CB839E-8C5E-40AC-8248-577D7FC143EA}" dt="2024-08-22T19:26:11.297" v="367" actId="1076"/>
          <ac:spMkLst>
            <pc:docMk/>
            <pc:sldMk cId="1276953553" sldId="290"/>
            <ac:spMk id="30" creationId="{E8499EF5-4A08-1463-A15B-E41A02B62EA8}"/>
          </ac:spMkLst>
        </pc:spChg>
        <pc:grpChg chg="del">
          <ac:chgData name="Amy Peebles" userId="55df9692-3791-40ae-bd44-2b55daecbb6e" providerId="ADAL" clId="{E1CB839E-8C5E-40AC-8248-577D7FC143EA}" dt="2024-08-22T19:25:15.441" v="349" actId="478"/>
          <ac:grpSpMkLst>
            <pc:docMk/>
            <pc:sldMk cId="1276953553" sldId="290"/>
            <ac:grpSpMk id="2" creationId="{07685463-139C-DF26-0885-DA64CD9FD561}"/>
          </ac:grpSpMkLst>
        </pc:grpChg>
        <pc:grpChg chg="add mod">
          <ac:chgData name="Amy Peebles" userId="55df9692-3791-40ae-bd44-2b55daecbb6e" providerId="ADAL" clId="{E1CB839E-8C5E-40AC-8248-577D7FC143EA}" dt="2024-08-22T19:26:08.141" v="366" actId="1076"/>
          <ac:grpSpMkLst>
            <pc:docMk/>
            <pc:sldMk cId="1276953553" sldId="290"/>
            <ac:grpSpMk id="24" creationId="{232186B6-83FE-A270-C38A-334071727F9E}"/>
          </ac:grpSpMkLst>
        </pc:grpChg>
        <pc:picChg chg="add mod">
          <ac:chgData name="Amy Peebles" userId="55df9692-3791-40ae-bd44-2b55daecbb6e" providerId="ADAL" clId="{E1CB839E-8C5E-40AC-8248-577D7FC143EA}" dt="2024-08-22T19:25:41.182" v="363" actId="1036"/>
          <ac:picMkLst>
            <pc:docMk/>
            <pc:sldMk cId="1276953553" sldId="290"/>
            <ac:picMk id="20" creationId="{B0D4E80D-EDCD-1FB6-DC87-99D28E7552B7}"/>
          </ac:picMkLst>
        </pc:picChg>
        <pc:picChg chg="mod">
          <ac:chgData name="Amy Peebles" userId="55df9692-3791-40ae-bd44-2b55daecbb6e" providerId="ADAL" clId="{E1CB839E-8C5E-40AC-8248-577D7FC143EA}" dt="2024-08-22T19:26:08.141" v="366" actId="1076"/>
          <ac:picMkLst>
            <pc:docMk/>
            <pc:sldMk cId="1276953553" sldId="290"/>
            <ac:picMk id="25" creationId="{78B47EF6-1EF1-7DD4-9D0B-B197E89BB4E8}"/>
          </ac:picMkLst>
        </pc:picChg>
        <pc:picChg chg="mod">
          <ac:chgData name="Amy Peebles" userId="55df9692-3791-40ae-bd44-2b55daecbb6e" providerId="ADAL" clId="{E1CB839E-8C5E-40AC-8248-577D7FC143EA}" dt="2024-08-22T19:26:08.141" v="366" actId="1076"/>
          <ac:picMkLst>
            <pc:docMk/>
            <pc:sldMk cId="1276953553" sldId="290"/>
            <ac:picMk id="26" creationId="{CE7F2C0D-AF98-A0B3-4C14-BF26BB64661B}"/>
          </ac:picMkLst>
        </pc:picChg>
        <pc:picChg chg="add mod">
          <ac:chgData name="Amy Peebles" userId="55df9692-3791-40ae-bd44-2b55daecbb6e" providerId="ADAL" clId="{E1CB839E-8C5E-40AC-8248-577D7FC143EA}" dt="2024-08-22T19:33:34.589" v="422"/>
          <ac:picMkLst>
            <pc:docMk/>
            <pc:sldMk cId="1276953553" sldId="290"/>
            <ac:picMk id="31" creationId="{0D4010C2-5725-1A3F-9E7E-01575A10E7CD}"/>
          </ac:picMkLst>
        </pc:picChg>
      </pc:sldChg>
      <pc:sldChg chg="addSp delSp modSp add mod modAnim">
        <pc:chgData name="Amy Peebles" userId="55df9692-3791-40ae-bd44-2b55daecbb6e" providerId="ADAL" clId="{E1CB839E-8C5E-40AC-8248-577D7FC143EA}" dt="2024-08-22T19:34:13.049" v="426"/>
        <pc:sldMkLst>
          <pc:docMk/>
          <pc:sldMk cId="3230798626" sldId="291"/>
        </pc:sldMkLst>
        <pc:spChg chg="add mod">
          <ac:chgData name="Amy Peebles" userId="55df9692-3791-40ae-bd44-2b55daecbb6e" providerId="ADAL" clId="{E1CB839E-8C5E-40AC-8248-577D7FC143EA}" dt="2024-08-22T19:29:47.095" v="374" actId="14100"/>
          <ac:spMkLst>
            <pc:docMk/>
            <pc:sldMk cId="3230798626" sldId="291"/>
            <ac:spMk id="2" creationId="{B1225F4A-6B13-319F-EDD5-514B6891C68F}"/>
          </ac:spMkLst>
        </pc:spChg>
        <pc:spChg chg="add mod">
          <ac:chgData name="Amy Peebles" userId="55df9692-3791-40ae-bd44-2b55daecbb6e" providerId="ADAL" clId="{E1CB839E-8C5E-40AC-8248-577D7FC143EA}" dt="2024-08-22T19:30:13.009" v="379" actId="1076"/>
          <ac:spMkLst>
            <pc:docMk/>
            <pc:sldMk cId="3230798626" sldId="291"/>
            <ac:spMk id="7" creationId="{8D4127BB-9EC6-3650-8199-1B22D917A7B0}"/>
          </ac:spMkLst>
        </pc:spChg>
        <pc:spChg chg="del">
          <ac:chgData name="Amy Peebles" userId="55df9692-3791-40ae-bd44-2b55daecbb6e" providerId="ADAL" clId="{E1CB839E-8C5E-40AC-8248-577D7FC143EA}" dt="2024-08-22T19:29:31.264" v="369" actId="478"/>
          <ac:spMkLst>
            <pc:docMk/>
            <pc:sldMk cId="3230798626" sldId="291"/>
            <ac:spMk id="12" creationId="{089AA196-B577-AAF6-6E22-4920BEE808AA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3" creationId="{9D2D9030-C7FF-D6DB-1EF8-F6A57C30E6EE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4" creationId="{4EB03732-8EC2-822E-4C4B-0D6A52F04F36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5" creationId="{C96F3BE6-C7D7-AEC2-4802-C6FD8E6C01F5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6" creationId="{F3DA171F-15B7-D13E-9EF4-99E9EDBE4F33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7" creationId="{0003D12F-025F-2CCE-32E3-919F0C70B610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18" creationId="{B4CF5393-76C4-427F-6CC9-275E96CEFC0F}"/>
          </ac:spMkLst>
        </pc:spChg>
        <pc:spChg chg="del">
          <ac:chgData name="Amy Peebles" userId="55df9692-3791-40ae-bd44-2b55daecbb6e" providerId="ADAL" clId="{E1CB839E-8C5E-40AC-8248-577D7FC143EA}" dt="2024-08-22T19:29:31.264" v="369" actId="478"/>
          <ac:spMkLst>
            <pc:docMk/>
            <pc:sldMk cId="3230798626" sldId="291"/>
            <ac:spMk id="19" creationId="{C6DE20E8-7FBA-50E4-4430-E0BC882C8625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21" creationId="{14942DB6-433A-5089-99DD-4EEE5F401C22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22" creationId="{00824649-1D0F-BDEE-3DAF-6B1A93F61D9C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23" creationId="{6A0630A0-5D08-EDB8-A62D-5836EA2BAB08}"/>
          </ac:spMkLst>
        </pc:spChg>
        <pc:spChg chg="del">
          <ac:chgData name="Amy Peebles" userId="55df9692-3791-40ae-bd44-2b55daecbb6e" providerId="ADAL" clId="{E1CB839E-8C5E-40AC-8248-577D7FC143EA}" dt="2024-08-22T19:29:31.264" v="369" actId="478"/>
          <ac:spMkLst>
            <pc:docMk/>
            <pc:sldMk cId="3230798626" sldId="291"/>
            <ac:spMk id="30" creationId="{E8499EF5-4A08-1463-A15B-E41A02B62EA8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31" creationId="{95BCA1F2-6148-7911-CC72-40D5AA46DE83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32" creationId="{1B632E9E-2EAF-AE62-9F46-0E60EA22C509}"/>
          </ac:spMkLst>
        </pc:spChg>
        <pc:spChg chg="mod">
          <ac:chgData name="Amy Peebles" userId="55df9692-3791-40ae-bd44-2b55daecbb6e" providerId="ADAL" clId="{E1CB839E-8C5E-40AC-8248-577D7FC143EA}" dt="2024-08-22T19:30:37.010" v="390" actId="1038"/>
          <ac:spMkLst>
            <pc:docMk/>
            <pc:sldMk cId="3230798626" sldId="291"/>
            <ac:spMk id="33" creationId="{36E1DD26-CA17-9E34-DCAF-E345FF1ABB03}"/>
          </ac:spMkLst>
        </pc:spChg>
        <pc:spChg chg="add mod">
          <ac:chgData name="Amy Peebles" userId="55df9692-3791-40ae-bd44-2b55daecbb6e" providerId="ADAL" clId="{E1CB839E-8C5E-40AC-8248-577D7FC143EA}" dt="2024-08-22T19:30:20.379" v="380" actId="1076"/>
          <ac:spMkLst>
            <pc:docMk/>
            <pc:sldMk cId="3230798626" sldId="291"/>
            <ac:spMk id="34" creationId="{9DCF022C-FEF7-F098-531A-7BCBCB2CC9BD}"/>
          </ac:spMkLst>
        </pc:spChg>
        <pc:spChg chg="add mod">
          <ac:chgData name="Amy Peebles" userId="55df9692-3791-40ae-bd44-2b55daecbb6e" providerId="ADAL" clId="{E1CB839E-8C5E-40AC-8248-577D7FC143EA}" dt="2024-08-22T19:30:20.379" v="380" actId="1076"/>
          <ac:spMkLst>
            <pc:docMk/>
            <pc:sldMk cId="3230798626" sldId="291"/>
            <ac:spMk id="35" creationId="{355952AE-5049-EA98-A463-9AFD8A34612F}"/>
          </ac:spMkLst>
        </pc:spChg>
        <pc:spChg chg="add mod">
          <ac:chgData name="Amy Peebles" userId="55df9692-3791-40ae-bd44-2b55daecbb6e" providerId="ADAL" clId="{E1CB839E-8C5E-40AC-8248-577D7FC143EA}" dt="2024-08-22T19:30:20.379" v="380" actId="1076"/>
          <ac:spMkLst>
            <pc:docMk/>
            <pc:sldMk cId="3230798626" sldId="291"/>
            <ac:spMk id="36" creationId="{34726C93-3A55-C64C-3A2C-2BCB883F4304}"/>
          </ac:spMkLst>
        </pc:spChg>
        <pc:spChg chg="mod">
          <ac:chgData name="Amy Peebles" userId="55df9692-3791-40ae-bd44-2b55daecbb6e" providerId="ADAL" clId="{E1CB839E-8C5E-40AC-8248-577D7FC143EA}" dt="2024-08-22T19:29:52.100" v="376" actId="1076"/>
          <ac:spMkLst>
            <pc:docMk/>
            <pc:sldMk cId="3230798626" sldId="291"/>
            <ac:spMk id="43" creationId="{B40F291B-F9BC-A8CF-D09C-0A03ED7267D2}"/>
          </ac:spMkLst>
        </pc:spChg>
        <pc:grpChg chg="add mod">
          <ac:chgData name="Amy Peebles" userId="55df9692-3791-40ae-bd44-2b55daecbb6e" providerId="ADAL" clId="{E1CB839E-8C5E-40AC-8248-577D7FC143EA}" dt="2024-08-22T19:30:37.010" v="390" actId="1038"/>
          <ac:grpSpMkLst>
            <pc:docMk/>
            <pc:sldMk cId="3230798626" sldId="291"/>
            <ac:grpSpMk id="10" creationId="{C308D094-204D-8A62-3A8C-6F13948087BE}"/>
          </ac:grpSpMkLst>
        </pc:grpChg>
        <pc:grpChg chg="mod">
          <ac:chgData name="Amy Peebles" userId="55df9692-3791-40ae-bd44-2b55daecbb6e" providerId="ADAL" clId="{E1CB839E-8C5E-40AC-8248-577D7FC143EA}" dt="2024-08-22T19:30:37.010" v="390" actId="1038"/>
          <ac:grpSpMkLst>
            <pc:docMk/>
            <pc:sldMk cId="3230798626" sldId="291"/>
            <ac:grpSpMk id="11" creationId="{F7265D9F-165F-895C-4A06-05113DD6D749}"/>
          </ac:grpSpMkLst>
        </pc:grpChg>
        <pc:grpChg chg="del">
          <ac:chgData name="Amy Peebles" userId="55df9692-3791-40ae-bd44-2b55daecbb6e" providerId="ADAL" clId="{E1CB839E-8C5E-40AC-8248-577D7FC143EA}" dt="2024-08-22T19:29:32.883" v="370" actId="478"/>
          <ac:grpSpMkLst>
            <pc:docMk/>
            <pc:sldMk cId="3230798626" sldId="291"/>
            <ac:grpSpMk id="24" creationId="{232186B6-83FE-A270-C38A-334071727F9E}"/>
          </ac:grpSpMkLst>
        </pc:grpChg>
        <pc:graphicFrameChg chg="add mod modGraphic">
          <ac:chgData name="Amy Peebles" userId="55df9692-3791-40ae-bd44-2b55daecbb6e" providerId="ADAL" clId="{E1CB839E-8C5E-40AC-8248-577D7FC143EA}" dt="2024-08-22T19:30:05.555" v="378" actId="14100"/>
          <ac:graphicFrameMkLst>
            <pc:docMk/>
            <pc:sldMk cId="3230798626" sldId="291"/>
            <ac:graphicFrameMk id="4" creationId="{F7525E6A-88C8-F307-C376-CA335E89D435}"/>
          </ac:graphicFrameMkLst>
        </pc:graphicFrameChg>
        <pc:picChg chg="del">
          <ac:chgData name="Amy Peebles" userId="55df9692-3791-40ae-bd44-2b55daecbb6e" providerId="ADAL" clId="{E1CB839E-8C5E-40AC-8248-577D7FC143EA}" dt="2024-08-22T19:29:33.607" v="371" actId="478"/>
          <ac:picMkLst>
            <pc:docMk/>
            <pc:sldMk cId="3230798626" sldId="291"/>
            <ac:picMk id="3" creationId="{E9BB0800-AD84-FD35-07F5-AC4269BE0A61}"/>
          </ac:picMkLst>
        </pc:picChg>
        <pc:picChg chg="add mod">
          <ac:chgData name="Amy Peebles" userId="55df9692-3791-40ae-bd44-2b55daecbb6e" providerId="ADAL" clId="{E1CB839E-8C5E-40AC-8248-577D7FC143EA}" dt="2024-08-22T19:30:13.009" v="379" actId="1076"/>
          <ac:picMkLst>
            <pc:docMk/>
            <pc:sldMk cId="3230798626" sldId="291"/>
            <ac:picMk id="5" creationId="{E0AC374B-9945-1D56-71F8-F9D4747B1CB9}"/>
          </ac:picMkLst>
        </pc:picChg>
        <pc:picChg chg="add mod">
          <ac:chgData name="Amy Peebles" userId="55df9692-3791-40ae-bd44-2b55daecbb6e" providerId="ADAL" clId="{E1CB839E-8C5E-40AC-8248-577D7FC143EA}" dt="2024-08-22T19:30:13.009" v="379" actId="1076"/>
          <ac:picMkLst>
            <pc:docMk/>
            <pc:sldMk cId="3230798626" sldId="291"/>
            <ac:picMk id="6" creationId="{3A09963A-8DDD-BD11-0EDE-20642234802F}"/>
          </ac:picMkLst>
        </pc:picChg>
        <pc:picChg chg="add mod">
          <ac:chgData name="Amy Peebles" userId="55df9692-3791-40ae-bd44-2b55daecbb6e" providerId="ADAL" clId="{E1CB839E-8C5E-40AC-8248-577D7FC143EA}" dt="2024-08-22T19:30:37.010" v="390" actId="1038"/>
          <ac:picMkLst>
            <pc:docMk/>
            <pc:sldMk cId="3230798626" sldId="291"/>
            <ac:picMk id="8" creationId="{2C192167-D211-AAE0-C2DC-4D08EDA5F1E9}"/>
          </ac:picMkLst>
        </pc:picChg>
        <pc:picChg chg="add mod">
          <ac:chgData name="Amy Peebles" userId="55df9692-3791-40ae-bd44-2b55daecbb6e" providerId="ADAL" clId="{E1CB839E-8C5E-40AC-8248-577D7FC143EA}" dt="2024-08-22T19:30:37.010" v="390" actId="1038"/>
          <ac:picMkLst>
            <pc:docMk/>
            <pc:sldMk cId="3230798626" sldId="291"/>
            <ac:picMk id="9" creationId="{C3907659-645A-0F30-DCE4-BF598715A9EF}"/>
          </ac:picMkLst>
        </pc:picChg>
        <pc:picChg chg="del">
          <ac:chgData name="Amy Peebles" userId="55df9692-3791-40ae-bd44-2b55daecbb6e" providerId="ADAL" clId="{E1CB839E-8C5E-40AC-8248-577D7FC143EA}" dt="2024-08-22T19:29:31.264" v="369" actId="478"/>
          <ac:picMkLst>
            <pc:docMk/>
            <pc:sldMk cId="3230798626" sldId="291"/>
            <ac:picMk id="20" creationId="{B0D4E80D-EDCD-1FB6-DC87-99D28E7552B7}"/>
          </ac:picMkLst>
        </pc:picChg>
        <pc:picChg chg="add mod">
          <ac:chgData name="Amy Peebles" userId="55df9692-3791-40ae-bd44-2b55daecbb6e" providerId="ADAL" clId="{E1CB839E-8C5E-40AC-8248-577D7FC143EA}" dt="2024-08-22T19:34:12.197" v="425"/>
          <ac:picMkLst>
            <pc:docMk/>
            <pc:sldMk cId="3230798626" sldId="291"/>
            <ac:picMk id="37" creationId="{C3213020-8670-CB62-6AB6-4F2B647EBF6F}"/>
          </ac:picMkLst>
        </pc:picChg>
      </pc:sldChg>
      <pc:sldChg chg="addSp modSp add mod modAnim">
        <pc:chgData name="Amy Peebles" userId="55df9692-3791-40ae-bd44-2b55daecbb6e" providerId="ADAL" clId="{E1CB839E-8C5E-40AC-8248-577D7FC143EA}" dt="2024-08-22T19:34:15.203" v="428"/>
        <pc:sldMkLst>
          <pc:docMk/>
          <pc:sldMk cId="4237146122" sldId="292"/>
        </pc:sldMkLst>
        <pc:spChg chg="mod">
          <ac:chgData name="Amy Peebles" userId="55df9692-3791-40ae-bd44-2b55daecbb6e" providerId="ADAL" clId="{E1CB839E-8C5E-40AC-8248-577D7FC143EA}" dt="2024-08-22T19:31:50.783" v="401" actId="255"/>
          <ac:spMkLst>
            <pc:docMk/>
            <pc:sldMk cId="4237146122" sldId="292"/>
            <ac:spMk id="2" creationId="{B1225F4A-6B13-319F-EDD5-514B6891C68F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7" creationId="{8D4127BB-9EC6-3650-8199-1B22D917A7B0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3" creationId="{9D2D9030-C7FF-D6DB-1EF8-F6A57C30E6EE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4" creationId="{4EB03732-8EC2-822E-4C4B-0D6A52F04F36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5" creationId="{C96F3BE6-C7D7-AEC2-4802-C6FD8E6C01F5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6" creationId="{F3DA171F-15B7-D13E-9EF4-99E9EDBE4F33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7" creationId="{0003D12F-025F-2CCE-32E3-919F0C70B610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18" creationId="{B4CF5393-76C4-427F-6CC9-275E96CEFC0F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21" creationId="{14942DB6-433A-5089-99DD-4EEE5F401C22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22" creationId="{00824649-1D0F-BDEE-3DAF-6B1A93F61D9C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23" creationId="{6A0630A0-5D08-EDB8-A62D-5836EA2BAB08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1" creationId="{95BCA1F2-6148-7911-CC72-40D5AA46DE83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2" creationId="{1B632E9E-2EAF-AE62-9F46-0E60EA22C509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3" creationId="{36E1DD26-CA17-9E34-DCAF-E345FF1ABB03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4" creationId="{9DCF022C-FEF7-F098-531A-7BCBCB2CC9BD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5" creationId="{355952AE-5049-EA98-A463-9AFD8A34612F}"/>
          </ac:spMkLst>
        </pc:spChg>
        <pc:spChg chg="mod">
          <ac:chgData name="Amy Peebles" userId="55df9692-3791-40ae-bd44-2b55daecbb6e" providerId="ADAL" clId="{E1CB839E-8C5E-40AC-8248-577D7FC143EA}" dt="2024-08-22T19:31:55.171" v="402" actId="1076"/>
          <ac:spMkLst>
            <pc:docMk/>
            <pc:sldMk cId="4237146122" sldId="292"/>
            <ac:spMk id="36" creationId="{34726C93-3A55-C64C-3A2C-2BCB883F4304}"/>
          </ac:spMkLst>
        </pc:spChg>
        <pc:grpChg chg="mod">
          <ac:chgData name="Amy Peebles" userId="55df9692-3791-40ae-bd44-2b55daecbb6e" providerId="ADAL" clId="{E1CB839E-8C5E-40AC-8248-577D7FC143EA}" dt="2024-08-22T19:31:55.171" v="402" actId="1076"/>
          <ac:grpSpMkLst>
            <pc:docMk/>
            <pc:sldMk cId="4237146122" sldId="292"/>
            <ac:grpSpMk id="10" creationId="{C308D094-204D-8A62-3A8C-6F13948087BE}"/>
          </ac:grpSpMkLst>
        </pc:grpChg>
        <pc:grpChg chg="mod">
          <ac:chgData name="Amy Peebles" userId="55df9692-3791-40ae-bd44-2b55daecbb6e" providerId="ADAL" clId="{E1CB839E-8C5E-40AC-8248-577D7FC143EA}" dt="2024-08-22T19:31:55.171" v="402" actId="1076"/>
          <ac:grpSpMkLst>
            <pc:docMk/>
            <pc:sldMk cId="4237146122" sldId="292"/>
            <ac:grpSpMk id="11" creationId="{F7265D9F-165F-895C-4A06-05113DD6D749}"/>
          </ac:grpSpMkLst>
        </pc:grpChg>
        <pc:graphicFrameChg chg="mod modGraphic">
          <ac:chgData name="Amy Peebles" userId="55df9692-3791-40ae-bd44-2b55daecbb6e" providerId="ADAL" clId="{E1CB839E-8C5E-40AC-8248-577D7FC143EA}" dt="2024-08-22T19:31:55.171" v="402" actId="1076"/>
          <ac:graphicFrameMkLst>
            <pc:docMk/>
            <pc:sldMk cId="4237146122" sldId="292"/>
            <ac:graphicFrameMk id="4" creationId="{F7525E6A-88C8-F307-C376-CA335E89D435}"/>
          </ac:graphicFrameMkLst>
        </pc:graphicFrameChg>
        <pc:picChg chg="add mod">
          <ac:chgData name="Amy Peebles" userId="55df9692-3791-40ae-bd44-2b55daecbb6e" providerId="ADAL" clId="{E1CB839E-8C5E-40AC-8248-577D7FC143EA}" dt="2024-08-22T19:34:00.306" v="423"/>
          <ac:picMkLst>
            <pc:docMk/>
            <pc:sldMk cId="4237146122" sldId="292"/>
            <ac:picMk id="3" creationId="{B57659C5-BB09-D618-4C84-BCAEC6033C93}"/>
          </ac:picMkLst>
        </pc:picChg>
        <pc:picChg chg="mod">
          <ac:chgData name="Amy Peebles" userId="55df9692-3791-40ae-bd44-2b55daecbb6e" providerId="ADAL" clId="{E1CB839E-8C5E-40AC-8248-577D7FC143EA}" dt="2024-08-22T19:31:55.171" v="402" actId="1076"/>
          <ac:picMkLst>
            <pc:docMk/>
            <pc:sldMk cId="4237146122" sldId="292"/>
            <ac:picMk id="5" creationId="{E0AC374B-9945-1D56-71F8-F9D4747B1CB9}"/>
          </ac:picMkLst>
        </pc:picChg>
        <pc:picChg chg="mod">
          <ac:chgData name="Amy Peebles" userId="55df9692-3791-40ae-bd44-2b55daecbb6e" providerId="ADAL" clId="{E1CB839E-8C5E-40AC-8248-577D7FC143EA}" dt="2024-08-22T19:31:55.171" v="402" actId="1076"/>
          <ac:picMkLst>
            <pc:docMk/>
            <pc:sldMk cId="4237146122" sldId="292"/>
            <ac:picMk id="6" creationId="{3A09963A-8DDD-BD11-0EDE-20642234802F}"/>
          </ac:picMkLst>
        </pc:picChg>
        <pc:picChg chg="mod">
          <ac:chgData name="Amy Peebles" userId="55df9692-3791-40ae-bd44-2b55daecbb6e" providerId="ADAL" clId="{E1CB839E-8C5E-40AC-8248-577D7FC143EA}" dt="2024-08-22T19:31:55.171" v="402" actId="1076"/>
          <ac:picMkLst>
            <pc:docMk/>
            <pc:sldMk cId="4237146122" sldId="292"/>
            <ac:picMk id="8" creationId="{2C192167-D211-AAE0-C2DC-4D08EDA5F1E9}"/>
          </ac:picMkLst>
        </pc:picChg>
        <pc:picChg chg="mod">
          <ac:chgData name="Amy Peebles" userId="55df9692-3791-40ae-bd44-2b55daecbb6e" providerId="ADAL" clId="{E1CB839E-8C5E-40AC-8248-577D7FC143EA}" dt="2024-08-22T19:31:55.171" v="402" actId="1076"/>
          <ac:picMkLst>
            <pc:docMk/>
            <pc:sldMk cId="4237146122" sldId="292"/>
            <ac:picMk id="9" creationId="{C3907659-645A-0F30-DCE4-BF598715A9EF}"/>
          </ac:picMkLst>
        </pc:picChg>
        <pc:picChg chg="add mod">
          <ac:chgData name="Amy Peebles" userId="55df9692-3791-40ae-bd44-2b55daecbb6e" providerId="ADAL" clId="{E1CB839E-8C5E-40AC-8248-577D7FC143EA}" dt="2024-08-22T19:34:06.264" v="424"/>
          <ac:picMkLst>
            <pc:docMk/>
            <pc:sldMk cId="4237146122" sldId="292"/>
            <ac:picMk id="12" creationId="{AE8C16E8-D659-8812-A303-D268FCA2F128}"/>
          </ac:picMkLst>
        </pc:picChg>
        <pc:picChg chg="add mod">
          <ac:chgData name="Amy Peebles" userId="55df9692-3791-40ae-bd44-2b55daecbb6e" providerId="ADAL" clId="{E1CB839E-8C5E-40AC-8248-577D7FC143EA}" dt="2024-08-22T19:34:14.610" v="427"/>
          <ac:picMkLst>
            <pc:docMk/>
            <pc:sldMk cId="4237146122" sldId="292"/>
            <ac:picMk id="19" creationId="{EEF44F7C-93DB-1A2D-00CD-501331DB33F4}"/>
          </ac:picMkLst>
        </pc:picChg>
      </pc:sldChg>
      <pc:sldChg chg="modSp add del mod">
        <pc:chgData name="Amy Peebles" userId="55df9692-3791-40ae-bd44-2b55daecbb6e" providerId="ADAL" clId="{E1CB839E-8C5E-40AC-8248-577D7FC143EA}" dt="2024-08-22T19:34:17.893" v="429" actId="47"/>
        <pc:sldMkLst>
          <pc:docMk/>
          <pc:sldMk cId="2095382531" sldId="293"/>
        </pc:sldMkLst>
        <pc:spChg chg="mod">
          <ac:chgData name="Amy Peebles" userId="55df9692-3791-40ae-bd44-2b55daecbb6e" providerId="ADAL" clId="{E1CB839E-8C5E-40AC-8248-577D7FC143EA}" dt="2024-08-22T19:32:34.238" v="407" actId="255"/>
          <ac:spMkLst>
            <pc:docMk/>
            <pc:sldMk cId="2095382531" sldId="293"/>
            <ac:spMk id="2" creationId="{B1225F4A-6B13-319F-EDD5-514B6891C68F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7" creationId="{8D4127BB-9EC6-3650-8199-1B22D917A7B0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3" creationId="{9D2D9030-C7FF-D6DB-1EF8-F6A57C30E6EE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4" creationId="{4EB03732-8EC2-822E-4C4B-0D6A52F04F36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5" creationId="{C96F3BE6-C7D7-AEC2-4802-C6FD8E6C01F5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6" creationId="{F3DA171F-15B7-D13E-9EF4-99E9EDBE4F33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7" creationId="{0003D12F-025F-2CCE-32E3-919F0C70B610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18" creationId="{B4CF5393-76C4-427F-6CC9-275E96CEFC0F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21" creationId="{14942DB6-433A-5089-99DD-4EEE5F401C22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22" creationId="{00824649-1D0F-BDEE-3DAF-6B1A93F61D9C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23" creationId="{6A0630A0-5D08-EDB8-A62D-5836EA2BAB08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1" creationId="{95BCA1F2-6148-7911-CC72-40D5AA46DE83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2" creationId="{1B632E9E-2EAF-AE62-9F46-0E60EA22C509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3" creationId="{36E1DD26-CA17-9E34-DCAF-E345FF1ABB03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4" creationId="{9DCF022C-FEF7-F098-531A-7BCBCB2CC9BD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5" creationId="{355952AE-5049-EA98-A463-9AFD8A34612F}"/>
          </ac:spMkLst>
        </pc:spChg>
        <pc:spChg chg="mod">
          <ac:chgData name="Amy Peebles" userId="55df9692-3791-40ae-bd44-2b55daecbb6e" providerId="ADAL" clId="{E1CB839E-8C5E-40AC-8248-577D7FC143EA}" dt="2024-08-22T19:32:46.832" v="413" actId="1037"/>
          <ac:spMkLst>
            <pc:docMk/>
            <pc:sldMk cId="2095382531" sldId="293"/>
            <ac:spMk id="36" creationId="{34726C93-3A55-C64C-3A2C-2BCB883F4304}"/>
          </ac:spMkLst>
        </pc:spChg>
        <pc:grpChg chg="mod">
          <ac:chgData name="Amy Peebles" userId="55df9692-3791-40ae-bd44-2b55daecbb6e" providerId="ADAL" clId="{E1CB839E-8C5E-40AC-8248-577D7FC143EA}" dt="2024-08-22T19:32:46.832" v="413" actId="1037"/>
          <ac:grpSpMkLst>
            <pc:docMk/>
            <pc:sldMk cId="2095382531" sldId="293"/>
            <ac:grpSpMk id="10" creationId="{C308D094-204D-8A62-3A8C-6F13948087BE}"/>
          </ac:grpSpMkLst>
        </pc:grpChg>
        <pc:grpChg chg="mod">
          <ac:chgData name="Amy Peebles" userId="55df9692-3791-40ae-bd44-2b55daecbb6e" providerId="ADAL" clId="{E1CB839E-8C5E-40AC-8248-577D7FC143EA}" dt="2024-08-22T19:32:46.832" v="413" actId="1037"/>
          <ac:grpSpMkLst>
            <pc:docMk/>
            <pc:sldMk cId="2095382531" sldId="293"/>
            <ac:grpSpMk id="11" creationId="{F7265D9F-165F-895C-4A06-05113DD6D749}"/>
          </ac:grpSpMkLst>
        </pc:grpChg>
        <pc:graphicFrameChg chg="mod modGraphic">
          <ac:chgData name="Amy Peebles" userId="55df9692-3791-40ae-bd44-2b55daecbb6e" providerId="ADAL" clId="{E1CB839E-8C5E-40AC-8248-577D7FC143EA}" dt="2024-08-22T19:32:58.936" v="416" actId="404"/>
          <ac:graphicFrameMkLst>
            <pc:docMk/>
            <pc:sldMk cId="2095382531" sldId="293"/>
            <ac:graphicFrameMk id="4" creationId="{F7525E6A-88C8-F307-C376-CA335E89D435}"/>
          </ac:graphicFrameMkLst>
        </pc:graphicFrameChg>
        <pc:picChg chg="mod">
          <ac:chgData name="Amy Peebles" userId="55df9692-3791-40ae-bd44-2b55daecbb6e" providerId="ADAL" clId="{E1CB839E-8C5E-40AC-8248-577D7FC143EA}" dt="2024-08-22T19:32:46.832" v="413" actId="1037"/>
          <ac:picMkLst>
            <pc:docMk/>
            <pc:sldMk cId="2095382531" sldId="293"/>
            <ac:picMk id="5" creationId="{E0AC374B-9945-1D56-71F8-F9D4747B1CB9}"/>
          </ac:picMkLst>
        </pc:picChg>
        <pc:picChg chg="mod">
          <ac:chgData name="Amy Peebles" userId="55df9692-3791-40ae-bd44-2b55daecbb6e" providerId="ADAL" clId="{E1CB839E-8C5E-40AC-8248-577D7FC143EA}" dt="2024-08-22T19:32:46.832" v="413" actId="1037"/>
          <ac:picMkLst>
            <pc:docMk/>
            <pc:sldMk cId="2095382531" sldId="293"/>
            <ac:picMk id="6" creationId="{3A09963A-8DDD-BD11-0EDE-20642234802F}"/>
          </ac:picMkLst>
        </pc:picChg>
        <pc:picChg chg="mod">
          <ac:chgData name="Amy Peebles" userId="55df9692-3791-40ae-bd44-2b55daecbb6e" providerId="ADAL" clId="{E1CB839E-8C5E-40AC-8248-577D7FC143EA}" dt="2024-08-22T19:32:46.832" v="413" actId="1037"/>
          <ac:picMkLst>
            <pc:docMk/>
            <pc:sldMk cId="2095382531" sldId="293"/>
            <ac:picMk id="8" creationId="{2C192167-D211-AAE0-C2DC-4D08EDA5F1E9}"/>
          </ac:picMkLst>
        </pc:picChg>
        <pc:picChg chg="mod">
          <ac:chgData name="Amy Peebles" userId="55df9692-3791-40ae-bd44-2b55daecbb6e" providerId="ADAL" clId="{E1CB839E-8C5E-40AC-8248-577D7FC143EA}" dt="2024-08-22T19:32:46.832" v="413" actId="1037"/>
          <ac:picMkLst>
            <pc:docMk/>
            <pc:sldMk cId="2095382531" sldId="293"/>
            <ac:picMk id="9" creationId="{C3907659-645A-0F30-DCE4-BF598715A9EF}"/>
          </ac:picMkLst>
        </pc:picChg>
      </pc:sldChg>
    </pc:docChg>
  </pc:docChgLst>
  <pc:docChgLst>
    <pc:chgData name="Amy Peebles" userId="55df9692-3791-40ae-bd44-2b55daecbb6e" providerId="ADAL" clId="{981A2F72-B18A-4CA7-BE0C-759DBF5671FF}"/>
    <pc:docChg chg="undo redo custSel modSld modMainMaster">
      <pc:chgData name="Amy Peebles" userId="55df9692-3791-40ae-bd44-2b55daecbb6e" providerId="ADAL" clId="{981A2F72-B18A-4CA7-BE0C-759DBF5671FF}" dt="2024-07-01T15:12:46.920" v="74"/>
      <pc:docMkLst>
        <pc:docMk/>
      </pc:docMkLst>
      <pc:sldChg chg="modSp modAnim">
        <pc:chgData name="Amy Peebles" userId="55df9692-3791-40ae-bd44-2b55daecbb6e" providerId="ADAL" clId="{981A2F72-B18A-4CA7-BE0C-759DBF5671FF}" dt="2024-07-01T15:12:46.920" v="74"/>
        <pc:sldMkLst>
          <pc:docMk/>
          <pc:sldMk cId="25634001" sldId="269"/>
        </pc:sldMkLst>
        <pc:picChg chg="mod">
          <ac:chgData name="Amy Peebles" userId="55df9692-3791-40ae-bd44-2b55daecbb6e" providerId="ADAL" clId="{981A2F72-B18A-4CA7-BE0C-759DBF5671FF}" dt="2024-07-01T15:12:38.446" v="73" actId="1076"/>
          <ac:picMkLst>
            <pc:docMk/>
            <pc:sldMk cId="25634001" sldId="269"/>
            <ac:picMk id="31" creationId="{67A12781-E855-2BDD-A455-09790D92823B}"/>
          </ac:picMkLst>
        </pc:picChg>
      </pc:sldChg>
      <pc:sldMasterChg chg="modSldLayout">
        <pc:chgData name="Amy Peebles" userId="55df9692-3791-40ae-bd44-2b55daecbb6e" providerId="ADAL" clId="{981A2F72-B18A-4CA7-BE0C-759DBF5671FF}" dt="2024-07-01T15:09:35.135" v="71" actId="207"/>
        <pc:sldMasterMkLst>
          <pc:docMk/>
          <pc:sldMasterMk cId="2460954070" sldId="2147483660"/>
        </pc:sldMasterMkLst>
        <pc:sldLayoutChg chg="modSp mod">
          <pc:chgData name="Amy Peebles" userId="55df9692-3791-40ae-bd44-2b55daecbb6e" providerId="ADAL" clId="{981A2F72-B18A-4CA7-BE0C-759DBF5671FF}" dt="2024-07-01T15:09:35.135" v="71" actId="207"/>
          <pc:sldLayoutMkLst>
            <pc:docMk/>
            <pc:sldMasterMk cId="2460954070" sldId="2147483660"/>
            <pc:sldLayoutMk cId="1248076482" sldId="2147483662"/>
          </pc:sldLayoutMkLst>
          <pc:spChg chg="mod">
            <ac:chgData name="Amy Peebles" userId="55df9692-3791-40ae-bd44-2b55daecbb6e" providerId="ADAL" clId="{981A2F72-B18A-4CA7-BE0C-759DBF5671FF}" dt="2024-07-01T15:09:35.135" v="71" actId="207"/>
            <ac:spMkLst>
              <pc:docMk/>
              <pc:sldMasterMk cId="2460954070" sldId="2147483660"/>
              <pc:sldLayoutMk cId="1248076482" sldId="2147483662"/>
              <ac:spMk id="2" creationId="{D98B81D4-75D3-B325-AE1F-F67199350927}"/>
            </ac:spMkLst>
          </pc:spChg>
        </pc:sldLayoutChg>
      </pc:sldMasterChg>
    </pc:docChg>
  </pc:docChgLst>
  <pc:docChgLst>
    <pc:chgData name="Amy Peebles" userId="55df9692-3791-40ae-bd44-2b55daecbb6e" providerId="ADAL" clId="{311D53F7-1A4C-4C0A-8367-0BCF3383E5CE}"/>
    <pc:docChg chg="undo custSel addSld modSld modMainMaster">
      <pc:chgData name="Amy Peebles" userId="55df9692-3791-40ae-bd44-2b55daecbb6e" providerId="ADAL" clId="{311D53F7-1A4C-4C0A-8367-0BCF3383E5CE}" dt="2024-07-07T20:44:02.263" v="796" actId="1076"/>
      <pc:docMkLst>
        <pc:docMk/>
      </pc:docMkLst>
      <pc:sldChg chg="modSp mod">
        <pc:chgData name="Amy Peebles" userId="55df9692-3791-40ae-bd44-2b55daecbb6e" providerId="ADAL" clId="{311D53F7-1A4C-4C0A-8367-0BCF3383E5CE}" dt="2023-09-21T19:52:30.634" v="33" actId="20577"/>
        <pc:sldMkLst>
          <pc:docMk/>
          <pc:sldMk cId="1525812660" sldId="256"/>
        </pc:sldMkLst>
        <pc:spChg chg="mod">
          <ac:chgData name="Amy Peebles" userId="55df9692-3791-40ae-bd44-2b55daecbb6e" providerId="ADAL" clId="{311D53F7-1A4C-4C0A-8367-0BCF3383E5CE}" dt="2023-09-21T19:52:30.634" v="33" actId="20577"/>
          <ac:spMkLst>
            <pc:docMk/>
            <pc:sldMk cId="1525812660" sldId="256"/>
            <ac:spMk id="10" creationId="{C5CAA717-AED2-1D78-045A-E629CA1B868B}"/>
          </ac:spMkLst>
        </pc:spChg>
      </pc:sldChg>
      <pc:sldChg chg="addSp delSp modSp mod">
        <pc:chgData name="Amy Peebles" userId="55df9692-3791-40ae-bd44-2b55daecbb6e" providerId="ADAL" clId="{311D53F7-1A4C-4C0A-8367-0BCF3383E5CE}" dt="2024-07-07T13:19:43.544" v="651"/>
        <pc:sldMkLst>
          <pc:docMk/>
          <pc:sldMk cId="3001956803" sldId="258"/>
        </pc:sldMkLst>
        <pc:spChg chg="add mod">
          <ac:chgData name="Amy Peebles" userId="55df9692-3791-40ae-bd44-2b55daecbb6e" providerId="ADAL" clId="{311D53F7-1A4C-4C0A-8367-0BCF3383E5CE}" dt="2024-07-07T13:14:50.863" v="463" actId="404"/>
          <ac:spMkLst>
            <pc:docMk/>
            <pc:sldMk cId="3001956803" sldId="258"/>
            <ac:spMk id="6" creationId="{E8C238C8-0768-4B16-9C70-847DCEE79A24}"/>
          </ac:spMkLst>
        </pc:spChg>
        <pc:spChg chg="del">
          <ac:chgData name="Amy Peebles" userId="55df9692-3791-40ae-bd44-2b55daecbb6e" providerId="ADAL" clId="{311D53F7-1A4C-4C0A-8367-0BCF3383E5CE}" dt="2024-07-07T12:48:34.371" v="128" actId="21"/>
          <ac:spMkLst>
            <pc:docMk/>
            <pc:sldMk cId="3001956803" sldId="258"/>
            <ac:spMk id="8" creationId="{E8C238C8-0768-4B16-9C70-847DCEE79A24}"/>
          </ac:spMkLst>
        </pc:spChg>
        <pc:picChg chg="add mod">
          <ac:chgData name="Amy Peebles" userId="55df9692-3791-40ae-bd44-2b55daecbb6e" providerId="ADAL" clId="{311D53F7-1A4C-4C0A-8367-0BCF3383E5CE}" dt="2024-07-07T13:17:46.183" v="625"/>
          <ac:picMkLst>
            <pc:docMk/>
            <pc:sldMk cId="3001956803" sldId="258"/>
            <ac:picMk id="9" creationId="{97B4684A-694F-91CB-6ECA-77AB65301BD8}"/>
          </ac:picMkLst>
        </pc:picChg>
        <pc:picChg chg="add mod">
          <ac:chgData name="Amy Peebles" userId="55df9692-3791-40ae-bd44-2b55daecbb6e" providerId="ADAL" clId="{311D53F7-1A4C-4C0A-8367-0BCF3383E5CE}" dt="2024-07-07T13:19:27.309" v="645"/>
          <ac:picMkLst>
            <pc:docMk/>
            <pc:sldMk cId="3001956803" sldId="258"/>
            <ac:picMk id="12" creationId="{EBA672A8-884F-E14B-3D9C-85BB6ECF131F}"/>
          </ac:picMkLst>
        </pc:picChg>
        <pc:picChg chg="add mod">
          <ac:chgData name="Amy Peebles" userId="55df9692-3791-40ae-bd44-2b55daecbb6e" providerId="ADAL" clId="{311D53F7-1A4C-4C0A-8367-0BCF3383E5CE}" dt="2024-07-07T13:19:43.544" v="651"/>
          <ac:picMkLst>
            <pc:docMk/>
            <pc:sldMk cId="3001956803" sldId="258"/>
            <ac:picMk id="13" creationId="{53455961-410A-24AE-CBF5-0CEF35F7BE2D}"/>
          </ac:picMkLst>
        </pc:picChg>
      </pc:sldChg>
      <pc:sldChg chg="addSp delSp modSp mod">
        <pc:chgData name="Amy Peebles" userId="55df9692-3791-40ae-bd44-2b55daecbb6e" providerId="ADAL" clId="{311D53F7-1A4C-4C0A-8367-0BCF3383E5CE}" dt="2024-07-07T13:19:44.236" v="652"/>
        <pc:sldMkLst>
          <pc:docMk/>
          <pc:sldMk cId="680552496" sldId="259"/>
        </pc:sldMkLst>
        <pc:spChg chg="add mod">
          <ac:chgData name="Amy Peebles" userId="55df9692-3791-40ae-bd44-2b55daecbb6e" providerId="ADAL" clId="{311D53F7-1A4C-4C0A-8367-0BCF3383E5CE}" dt="2024-07-07T13:14:56.327" v="465" actId="404"/>
          <ac:spMkLst>
            <pc:docMk/>
            <pc:sldMk cId="680552496" sldId="259"/>
            <ac:spMk id="7" creationId="{DD9D4372-E58F-051C-9A57-0E81DC13CF85}"/>
          </ac:spMkLst>
        </pc:spChg>
        <pc:spChg chg="del">
          <ac:chgData name="Amy Peebles" userId="55df9692-3791-40ae-bd44-2b55daecbb6e" providerId="ADAL" clId="{311D53F7-1A4C-4C0A-8367-0BCF3383E5CE}" dt="2024-07-07T12:48:27.834" v="126" actId="478"/>
          <ac:spMkLst>
            <pc:docMk/>
            <pc:sldMk cId="680552496" sldId="259"/>
            <ac:spMk id="8" creationId="{E8C238C8-0768-4B16-9C70-847DCEE79A24}"/>
          </ac:spMkLst>
        </pc:spChg>
        <pc:picChg chg="add mod">
          <ac:chgData name="Amy Peebles" userId="55df9692-3791-40ae-bd44-2b55daecbb6e" providerId="ADAL" clId="{311D53F7-1A4C-4C0A-8367-0BCF3383E5CE}" dt="2024-07-07T13:17:47.532" v="626"/>
          <ac:picMkLst>
            <pc:docMk/>
            <pc:sldMk cId="680552496" sldId="259"/>
            <ac:picMk id="9" creationId="{F35417A1-CEDB-257B-05BA-2DE719F4733E}"/>
          </ac:picMkLst>
        </pc:picChg>
        <pc:picChg chg="add mod">
          <ac:chgData name="Amy Peebles" userId="55df9692-3791-40ae-bd44-2b55daecbb6e" providerId="ADAL" clId="{311D53F7-1A4C-4C0A-8367-0BCF3383E5CE}" dt="2024-07-07T13:19:28.839" v="646"/>
          <ac:picMkLst>
            <pc:docMk/>
            <pc:sldMk cId="680552496" sldId="259"/>
            <ac:picMk id="12" creationId="{62FCBFF0-E7A5-E4BD-FA66-F5BF283BDB4B}"/>
          </ac:picMkLst>
        </pc:picChg>
        <pc:picChg chg="add mod">
          <ac:chgData name="Amy Peebles" userId="55df9692-3791-40ae-bd44-2b55daecbb6e" providerId="ADAL" clId="{311D53F7-1A4C-4C0A-8367-0BCF3383E5CE}" dt="2024-07-07T13:19:44.236" v="652"/>
          <ac:picMkLst>
            <pc:docMk/>
            <pc:sldMk cId="680552496" sldId="259"/>
            <ac:picMk id="13" creationId="{4AB496C0-F6FF-8D97-0D15-4E1CE75ED31C}"/>
          </ac:picMkLst>
        </pc:picChg>
      </pc:sldChg>
      <pc:sldChg chg="addSp delSp modSp mod">
        <pc:chgData name="Amy Peebles" userId="55df9692-3791-40ae-bd44-2b55daecbb6e" providerId="ADAL" clId="{311D53F7-1A4C-4C0A-8367-0BCF3383E5CE}" dt="2024-07-07T13:19:45.268" v="653"/>
        <pc:sldMkLst>
          <pc:docMk/>
          <pc:sldMk cId="584674306" sldId="260"/>
        </pc:sldMkLst>
        <pc:spChg chg="add mod">
          <ac:chgData name="Amy Peebles" userId="55df9692-3791-40ae-bd44-2b55daecbb6e" providerId="ADAL" clId="{311D53F7-1A4C-4C0A-8367-0BCF3383E5CE}" dt="2024-07-07T13:15:04.857" v="468" actId="14100"/>
          <ac:spMkLst>
            <pc:docMk/>
            <pc:sldMk cId="584674306" sldId="260"/>
            <ac:spMk id="6" creationId="{FEB73491-754B-58A5-CC8B-B805517C0EAB}"/>
          </ac:spMkLst>
        </pc:spChg>
        <pc:spChg chg="del">
          <ac:chgData name="Amy Peebles" userId="55df9692-3791-40ae-bd44-2b55daecbb6e" providerId="ADAL" clId="{311D53F7-1A4C-4C0A-8367-0BCF3383E5CE}" dt="2024-07-07T12:48:29.983" v="127" actId="478"/>
          <ac:spMkLst>
            <pc:docMk/>
            <pc:sldMk cId="584674306" sldId="260"/>
            <ac:spMk id="8" creationId="{E8C238C8-0768-4B16-9C70-847DCEE79A24}"/>
          </ac:spMkLst>
        </pc:spChg>
        <pc:picChg chg="add mod">
          <ac:chgData name="Amy Peebles" userId="55df9692-3791-40ae-bd44-2b55daecbb6e" providerId="ADAL" clId="{311D53F7-1A4C-4C0A-8367-0BCF3383E5CE}" dt="2024-07-07T13:17:48.668" v="627"/>
          <ac:picMkLst>
            <pc:docMk/>
            <pc:sldMk cId="584674306" sldId="260"/>
            <ac:picMk id="7" creationId="{56542EC7-434E-DDB8-506B-B56CA86E3118}"/>
          </ac:picMkLst>
        </pc:picChg>
        <pc:picChg chg="add mod">
          <ac:chgData name="Amy Peebles" userId="55df9692-3791-40ae-bd44-2b55daecbb6e" providerId="ADAL" clId="{311D53F7-1A4C-4C0A-8367-0BCF3383E5CE}" dt="2024-07-07T13:19:29.429" v="647"/>
          <ac:picMkLst>
            <pc:docMk/>
            <pc:sldMk cId="584674306" sldId="260"/>
            <ac:picMk id="11" creationId="{F94DE50E-F1A2-5750-BBD6-90E489A27CBA}"/>
          </ac:picMkLst>
        </pc:picChg>
        <pc:picChg chg="add mod">
          <ac:chgData name="Amy Peebles" userId="55df9692-3791-40ae-bd44-2b55daecbb6e" providerId="ADAL" clId="{311D53F7-1A4C-4C0A-8367-0BCF3383E5CE}" dt="2024-07-07T13:19:45.268" v="653"/>
          <ac:picMkLst>
            <pc:docMk/>
            <pc:sldMk cId="584674306" sldId="260"/>
            <ac:picMk id="12" creationId="{449DC34B-C6A6-E967-8630-BC1F2F321DAC}"/>
          </ac:picMkLst>
        </pc:picChg>
      </pc:sldChg>
      <pc:sldChg chg="addSp delSp modSp mod modAnim">
        <pc:chgData name="Amy Peebles" userId="55df9692-3791-40ae-bd44-2b55daecbb6e" providerId="ADAL" clId="{311D53F7-1A4C-4C0A-8367-0BCF3383E5CE}" dt="2024-07-07T13:19:24.811" v="643"/>
        <pc:sldMkLst>
          <pc:docMk/>
          <pc:sldMk cId="4236111006" sldId="261"/>
        </pc:sldMkLst>
        <pc:spChg chg="add del mod">
          <ac:chgData name="Amy Peebles" userId="55df9692-3791-40ae-bd44-2b55daecbb6e" providerId="ADAL" clId="{311D53F7-1A4C-4C0A-8367-0BCF3383E5CE}" dt="2024-07-07T12:48:44.251" v="131" actId="21"/>
          <ac:spMkLst>
            <pc:docMk/>
            <pc:sldMk cId="4236111006" sldId="261"/>
            <ac:spMk id="6" creationId="{E8C238C8-0768-4B16-9C70-847DCEE79A24}"/>
          </ac:spMkLst>
        </pc:spChg>
        <pc:spChg chg="mod">
          <ac:chgData name="Amy Peebles" userId="55df9692-3791-40ae-bd44-2b55daecbb6e" providerId="ADAL" clId="{311D53F7-1A4C-4C0A-8367-0BCF3383E5CE}" dt="2024-07-07T13:16:01.129" v="585" actId="20577"/>
          <ac:spMkLst>
            <pc:docMk/>
            <pc:sldMk cId="4236111006" sldId="261"/>
            <ac:spMk id="8" creationId="{E8C238C8-0768-4B16-9C70-847DCEE79A24}"/>
          </ac:spMkLst>
        </pc:spChg>
        <pc:picChg chg="add mod modVis">
          <ac:chgData name="Amy Peebles" userId="55df9692-3791-40ae-bd44-2b55daecbb6e" providerId="ADAL" clId="{311D53F7-1A4C-4C0A-8367-0BCF3383E5CE}" dt="2024-07-07T13:17:01.693" v="615" actId="962"/>
          <ac:picMkLst>
            <pc:docMk/>
            <pc:sldMk cId="4236111006" sldId="261"/>
            <ac:picMk id="9" creationId="{57F3F9B1-BEB5-5F09-CD1E-6A03B3070908}"/>
          </ac:picMkLst>
        </pc:picChg>
        <pc:picChg chg="add mod">
          <ac:chgData name="Amy Peebles" userId="55df9692-3791-40ae-bd44-2b55daecbb6e" providerId="ADAL" clId="{311D53F7-1A4C-4C0A-8367-0BCF3383E5CE}" dt="2024-07-07T13:17:07.311" v="616"/>
          <ac:picMkLst>
            <pc:docMk/>
            <pc:sldMk cId="4236111006" sldId="261"/>
            <ac:picMk id="10" creationId="{9A94FD8D-10DF-17E3-5345-2E5B86755265}"/>
          </ac:picMkLst>
        </pc:picChg>
        <pc:picChg chg="add mod">
          <ac:chgData name="Amy Peebles" userId="55df9692-3791-40ae-bd44-2b55daecbb6e" providerId="ADAL" clId="{311D53F7-1A4C-4C0A-8367-0BCF3383E5CE}" dt="2024-07-07T13:17:42.766" v="623"/>
          <ac:picMkLst>
            <pc:docMk/>
            <pc:sldMk cId="4236111006" sldId="261"/>
            <ac:picMk id="11" creationId="{AF2CE590-BC3C-FF6B-0B01-C11FDB5D236B}"/>
          </ac:picMkLst>
        </pc:picChg>
        <pc:picChg chg="add mod">
          <ac:chgData name="Amy Peebles" userId="55df9692-3791-40ae-bd44-2b55daecbb6e" providerId="ADAL" clId="{311D53F7-1A4C-4C0A-8367-0BCF3383E5CE}" dt="2024-07-07T13:19:24.811" v="643"/>
          <ac:picMkLst>
            <pc:docMk/>
            <pc:sldMk cId="4236111006" sldId="261"/>
            <ac:picMk id="12" creationId="{1678A00D-FC14-0996-D074-8F30C57AC246}"/>
          </ac:picMkLst>
        </pc:picChg>
      </pc:sldChg>
      <pc:sldChg chg="addSp modSp mod">
        <pc:chgData name="Amy Peebles" userId="55df9692-3791-40ae-bd44-2b55daecbb6e" providerId="ADAL" clId="{311D53F7-1A4C-4C0A-8367-0BCF3383E5CE}" dt="2024-07-07T13:19:45.900" v="654"/>
        <pc:sldMkLst>
          <pc:docMk/>
          <pc:sldMk cId="3507801396" sldId="262"/>
        </pc:sldMkLst>
        <pc:spChg chg="mod">
          <ac:chgData name="Amy Peebles" userId="55df9692-3791-40ae-bd44-2b55daecbb6e" providerId="ADAL" clId="{311D53F7-1A4C-4C0A-8367-0BCF3383E5CE}" dt="2024-07-07T12:48:04.646" v="125" actId="404"/>
          <ac:spMkLst>
            <pc:docMk/>
            <pc:sldMk cId="3507801396" sldId="262"/>
            <ac:spMk id="8" creationId="{E8C238C8-0768-4B16-9C70-847DCEE79A24}"/>
          </ac:spMkLst>
        </pc:spChg>
        <pc:picChg chg="add mod">
          <ac:chgData name="Amy Peebles" userId="55df9692-3791-40ae-bd44-2b55daecbb6e" providerId="ADAL" clId="{311D53F7-1A4C-4C0A-8367-0BCF3383E5CE}" dt="2024-07-07T13:17:52.747" v="632" actId="1035"/>
          <ac:picMkLst>
            <pc:docMk/>
            <pc:sldMk cId="3507801396" sldId="262"/>
            <ac:picMk id="7" creationId="{36A329E5-FBC5-1807-5800-8575E8FFE1CC}"/>
          </ac:picMkLst>
        </pc:picChg>
        <pc:picChg chg="add mod">
          <ac:chgData name="Amy Peebles" userId="55df9692-3791-40ae-bd44-2b55daecbb6e" providerId="ADAL" clId="{311D53F7-1A4C-4C0A-8367-0BCF3383E5CE}" dt="2024-07-07T13:17:54.750" v="633"/>
          <ac:picMkLst>
            <pc:docMk/>
            <pc:sldMk cId="3507801396" sldId="262"/>
            <ac:picMk id="9" creationId="{67ED50AE-ABC1-275F-1D9C-0BC3CDB81186}"/>
          </ac:picMkLst>
        </pc:picChg>
        <pc:picChg chg="add mod">
          <ac:chgData name="Amy Peebles" userId="55df9692-3791-40ae-bd44-2b55daecbb6e" providerId="ADAL" clId="{311D53F7-1A4C-4C0A-8367-0BCF3383E5CE}" dt="2024-07-07T13:19:30.332" v="648"/>
          <ac:picMkLst>
            <pc:docMk/>
            <pc:sldMk cId="3507801396" sldId="262"/>
            <ac:picMk id="10" creationId="{2281259C-FF80-E1D3-CC9F-495FF08C29F3}"/>
          </ac:picMkLst>
        </pc:picChg>
        <pc:picChg chg="add mod">
          <ac:chgData name="Amy Peebles" userId="55df9692-3791-40ae-bd44-2b55daecbb6e" providerId="ADAL" clId="{311D53F7-1A4C-4C0A-8367-0BCF3383E5CE}" dt="2024-07-07T13:19:45.900" v="654"/>
          <ac:picMkLst>
            <pc:docMk/>
            <pc:sldMk cId="3507801396" sldId="262"/>
            <ac:picMk id="12" creationId="{FA1BE13C-73ED-A2D3-7850-4D78D52FF161}"/>
          </ac:picMkLst>
        </pc:picChg>
      </pc:sldChg>
      <pc:sldChg chg="modSp mod">
        <pc:chgData name="Amy Peebles" userId="55df9692-3791-40ae-bd44-2b55daecbb6e" providerId="ADAL" clId="{311D53F7-1A4C-4C0A-8367-0BCF3383E5CE}" dt="2023-09-21T19:50:49.511" v="11" actId="20577"/>
        <pc:sldMkLst>
          <pc:docMk/>
          <pc:sldMk cId="565007703" sldId="263"/>
        </pc:sldMkLst>
        <pc:spChg chg="mod">
          <ac:chgData name="Amy Peebles" userId="55df9692-3791-40ae-bd44-2b55daecbb6e" providerId="ADAL" clId="{311D53F7-1A4C-4C0A-8367-0BCF3383E5CE}" dt="2023-09-21T19:50:49.511" v="11" actId="20577"/>
          <ac:spMkLst>
            <pc:docMk/>
            <pc:sldMk cId="565007703" sldId="263"/>
            <ac:spMk id="10" creationId="{5B0B0C20-B733-426C-8121-CC4D8297C435}"/>
          </ac:spMkLst>
        </pc:spChg>
      </pc:sldChg>
      <pc:sldChg chg="addSp delSp modSp mod modAnim">
        <pc:chgData name="Amy Peebles" userId="55df9692-3791-40ae-bd44-2b55daecbb6e" providerId="ADAL" clId="{311D53F7-1A4C-4C0A-8367-0BCF3383E5CE}" dt="2024-07-07T13:21:41.717" v="665"/>
        <pc:sldMkLst>
          <pc:docMk/>
          <pc:sldMk cId="25634001" sldId="269"/>
        </pc:sldMkLst>
        <pc:spChg chg="del">
          <ac:chgData name="Amy Peebles" userId="55df9692-3791-40ae-bd44-2b55daecbb6e" providerId="ADAL" clId="{311D53F7-1A4C-4C0A-8367-0BCF3383E5CE}" dt="2023-09-24T21:04:23.220" v="35" actId="478"/>
          <ac:spMkLst>
            <pc:docMk/>
            <pc:sldMk cId="25634001" sldId="269"/>
            <ac:spMk id="10" creationId="{5B0B0C20-B733-426C-8121-CC4D8297C435}"/>
          </ac:spMkLst>
        </pc:spChg>
        <pc:spChg chg="add del mod">
          <ac:chgData name="Amy Peebles" userId="55df9692-3791-40ae-bd44-2b55daecbb6e" providerId="ADAL" clId="{311D53F7-1A4C-4C0A-8367-0BCF3383E5CE}" dt="2023-09-24T21:04:24.425" v="36" actId="478"/>
          <ac:spMkLst>
            <pc:docMk/>
            <pc:sldMk cId="25634001" sldId="269"/>
            <ac:spMk id="11" creationId="{9C6A9F70-0C1C-30D0-C871-E46222D0C5AB}"/>
          </ac:spMkLst>
        </pc:spChg>
        <pc:spChg chg="add mod">
          <ac:chgData name="Amy Peebles" userId="55df9692-3791-40ae-bd44-2b55daecbb6e" providerId="ADAL" clId="{311D53F7-1A4C-4C0A-8367-0BCF3383E5CE}" dt="2023-09-24T21:05:35.776" v="38"/>
          <ac:spMkLst>
            <pc:docMk/>
            <pc:sldMk cId="25634001" sldId="269"/>
            <ac:spMk id="12" creationId="{CA0B877B-3C3E-4423-65A3-DF0580ED2B37}"/>
          </ac:spMkLst>
        </pc:spChg>
        <pc:spChg chg="add mod">
          <ac:chgData name="Amy Peebles" userId="55df9692-3791-40ae-bd44-2b55daecbb6e" providerId="ADAL" clId="{311D53F7-1A4C-4C0A-8367-0BCF3383E5CE}" dt="2023-09-24T21:05:35.776" v="38"/>
          <ac:spMkLst>
            <pc:docMk/>
            <pc:sldMk cId="25634001" sldId="269"/>
            <ac:spMk id="13" creationId="{923CE39A-D1B0-2517-9E31-94286E5E8DBD}"/>
          </ac:spMkLst>
        </pc:spChg>
        <pc:spChg chg="add mod">
          <ac:chgData name="Amy Peebles" userId="55df9692-3791-40ae-bd44-2b55daecbb6e" providerId="ADAL" clId="{311D53F7-1A4C-4C0A-8367-0BCF3383E5CE}" dt="2023-09-24T21:05:35.776" v="38"/>
          <ac:spMkLst>
            <pc:docMk/>
            <pc:sldMk cId="25634001" sldId="269"/>
            <ac:spMk id="14" creationId="{77B710A8-DBAC-8543-BAB7-7531B0BDF292}"/>
          </ac:spMkLst>
        </pc:spChg>
        <pc:spChg chg="add mod">
          <ac:chgData name="Amy Peebles" userId="55df9692-3791-40ae-bd44-2b55daecbb6e" providerId="ADAL" clId="{311D53F7-1A4C-4C0A-8367-0BCF3383E5CE}" dt="2023-09-24T21:05:35.776" v="38"/>
          <ac:spMkLst>
            <pc:docMk/>
            <pc:sldMk cId="25634001" sldId="269"/>
            <ac:spMk id="15" creationId="{0A65100E-A199-4D42-F57C-C7270D7FE085}"/>
          </ac:spMkLst>
        </pc:spChg>
        <pc:spChg chg="add mod">
          <ac:chgData name="Amy Peebles" userId="55df9692-3791-40ae-bd44-2b55daecbb6e" providerId="ADAL" clId="{311D53F7-1A4C-4C0A-8367-0BCF3383E5CE}" dt="2023-09-24T21:05:35.776" v="38"/>
          <ac:spMkLst>
            <pc:docMk/>
            <pc:sldMk cId="25634001" sldId="269"/>
            <ac:spMk id="16" creationId="{E58250EA-D177-4202-3139-ED76339EB8AF}"/>
          </ac:spMkLst>
        </pc:spChg>
        <pc:picChg chg="del">
          <ac:chgData name="Amy Peebles" userId="55df9692-3791-40ae-bd44-2b55daecbb6e" providerId="ADAL" clId="{311D53F7-1A4C-4C0A-8367-0BCF3383E5CE}" dt="2023-09-24T21:04:23.220" v="35" actId="478"/>
          <ac:picMkLst>
            <pc:docMk/>
            <pc:sldMk cId="25634001" sldId="269"/>
            <ac:picMk id="2" creationId="{38BC4656-125A-155F-3D5C-A5AB1A6039A3}"/>
          </ac:picMkLst>
        </pc:picChg>
        <pc:picChg chg="add mod">
          <ac:chgData name="Amy Peebles" userId="55df9692-3791-40ae-bd44-2b55daecbb6e" providerId="ADAL" clId="{311D53F7-1A4C-4C0A-8367-0BCF3383E5CE}" dt="2024-07-07T13:20:07.528" v="655"/>
          <ac:picMkLst>
            <pc:docMk/>
            <pc:sldMk cId="25634001" sldId="269"/>
            <ac:picMk id="2" creationId="{512CEF38-7965-4142-1DF8-913099B34E86}"/>
          </ac:picMkLst>
        </pc:picChg>
        <pc:picChg chg="add del mod">
          <ac:chgData name="Amy Peebles" userId="55df9692-3791-40ae-bd44-2b55daecbb6e" providerId="ADAL" clId="{311D53F7-1A4C-4C0A-8367-0BCF3383E5CE}" dt="2023-09-24T21:05:35.376" v="37" actId="478"/>
          <ac:picMkLst>
            <pc:docMk/>
            <pc:sldMk cId="25634001" sldId="269"/>
            <ac:picMk id="3" creationId="{440D8E42-2CC4-F54D-C291-8907165DECA7}"/>
          </ac:picMkLst>
        </pc:picChg>
        <pc:picChg chg="add mod">
          <ac:chgData name="Amy Peebles" userId="55df9692-3791-40ae-bd44-2b55daecbb6e" providerId="ADAL" clId="{311D53F7-1A4C-4C0A-8367-0BCF3383E5CE}" dt="2024-07-07T13:20:07.528" v="655"/>
          <ac:picMkLst>
            <pc:docMk/>
            <pc:sldMk cId="25634001" sldId="269"/>
            <ac:picMk id="3" creationId="{AE79B9F9-E900-36A6-B602-DB8CE4DE5961}"/>
          </ac:picMkLst>
        </pc:picChg>
        <pc:picChg chg="add mod">
          <ac:chgData name="Amy Peebles" userId="55df9692-3791-40ae-bd44-2b55daecbb6e" providerId="ADAL" clId="{311D53F7-1A4C-4C0A-8367-0BCF3383E5CE}" dt="2024-07-07T13:20:07.528" v="655"/>
          <ac:picMkLst>
            <pc:docMk/>
            <pc:sldMk cId="25634001" sldId="269"/>
            <ac:picMk id="4" creationId="{17F4BD0D-8B24-C046-BFA4-6AE8507E69F1}"/>
          </ac:picMkLst>
        </pc:picChg>
        <pc:picChg chg="add mod">
          <ac:chgData name="Amy Peebles" userId="55df9692-3791-40ae-bd44-2b55daecbb6e" providerId="ADAL" clId="{311D53F7-1A4C-4C0A-8367-0BCF3383E5CE}" dt="2023-09-24T21:05:35.776" v="38"/>
          <ac:picMkLst>
            <pc:docMk/>
            <pc:sldMk cId="25634001" sldId="269"/>
            <ac:picMk id="17" creationId="{086F06A2-5F31-9653-138A-336383186E33}"/>
          </ac:picMkLst>
        </pc:picChg>
        <pc:picChg chg="add mod">
          <ac:chgData name="Amy Peebles" userId="55df9692-3791-40ae-bd44-2b55daecbb6e" providerId="ADAL" clId="{311D53F7-1A4C-4C0A-8367-0BCF3383E5CE}" dt="2023-09-24T21:05:35.776" v="38"/>
          <ac:picMkLst>
            <pc:docMk/>
            <pc:sldMk cId="25634001" sldId="269"/>
            <ac:picMk id="18" creationId="{25B2DE70-0EDF-690F-2DD8-4C564A1EEC02}"/>
          </ac:picMkLst>
        </pc:picChg>
        <pc:picChg chg="add mod">
          <ac:chgData name="Amy Peebles" userId="55df9692-3791-40ae-bd44-2b55daecbb6e" providerId="ADAL" clId="{311D53F7-1A4C-4C0A-8367-0BCF3383E5CE}" dt="2023-09-24T21:05:35.776" v="38"/>
          <ac:picMkLst>
            <pc:docMk/>
            <pc:sldMk cId="25634001" sldId="269"/>
            <ac:picMk id="19" creationId="{142E6507-22EA-CEE8-80E9-415CEB6FF96B}"/>
          </ac:picMkLst>
        </pc:picChg>
      </pc:sldChg>
      <pc:sldChg chg="addSp delSp modSp mod delAnim modAnim">
        <pc:chgData name="Amy Peebles" userId="55df9692-3791-40ae-bd44-2b55daecbb6e" providerId="ADAL" clId="{311D53F7-1A4C-4C0A-8367-0BCF3383E5CE}" dt="2024-07-07T13:18:15.546" v="638" actId="478"/>
        <pc:sldMkLst>
          <pc:docMk/>
          <pc:sldMk cId="2543602289" sldId="271"/>
        </pc:sldMkLst>
        <pc:spChg chg="add mod">
          <ac:chgData name="Amy Peebles" userId="55df9692-3791-40ae-bd44-2b55daecbb6e" providerId="ADAL" clId="{311D53F7-1A4C-4C0A-8367-0BCF3383E5CE}" dt="2024-07-07T13:09:24.232" v="333" actId="14100"/>
          <ac:spMkLst>
            <pc:docMk/>
            <pc:sldMk cId="2543602289" sldId="271"/>
            <ac:spMk id="6" creationId="{A09B9E61-0904-0D75-464D-FB63FF486B55}"/>
          </ac:spMkLst>
        </pc:spChg>
        <pc:spChg chg="mod">
          <ac:chgData name="Amy Peebles" userId="55df9692-3791-40ae-bd44-2b55daecbb6e" providerId="ADAL" clId="{311D53F7-1A4C-4C0A-8367-0BCF3383E5CE}" dt="2024-07-07T13:08:35.847" v="201" actId="6549"/>
          <ac:spMkLst>
            <pc:docMk/>
            <pc:sldMk cId="2543602289" sldId="271"/>
            <ac:spMk id="33" creationId="{91A506E0-FD8D-FD7A-C574-C5F3BA80698D}"/>
          </ac:spMkLst>
        </pc:spChg>
        <pc:spChg chg="mod">
          <ac:chgData name="Amy Peebles" userId="55df9692-3791-40ae-bd44-2b55daecbb6e" providerId="ADAL" clId="{311D53F7-1A4C-4C0A-8367-0BCF3383E5CE}" dt="2024-07-07T13:08:38.167" v="203" actId="6549"/>
          <ac:spMkLst>
            <pc:docMk/>
            <pc:sldMk cId="2543602289" sldId="271"/>
            <ac:spMk id="37" creationId="{6803376F-0552-338F-7EB3-900C39E962F9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2" creationId="{FF90032C-6D10-105E-D6D3-C3295F10E8AD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3" creationId="{F1434095-2B41-5F61-13AC-395DE7620382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4" creationId="{51DF592E-A29F-C4E0-6953-E4E070CD104C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5" creationId="{61C1037F-0FAB-A86C-A117-8DE680480FEA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6" creationId="{4A482400-0083-3D9A-E261-499D8029EA02}"/>
          </ac:spMkLst>
        </pc:spChg>
        <pc:spChg chg="mod">
          <ac:chgData name="Amy Peebles" userId="55df9692-3791-40ae-bd44-2b55daecbb6e" providerId="ADAL" clId="{311D53F7-1A4C-4C0A-8367-0BCF3383E5CE}" dt="2024-07-07T13:08:45.812" v="205" actId="1076"/>
          <ac:spMkLst>
            <pc:docMk/>
            <pc:sldMk cId="2543602289" sldId="271"/>
            <ac:spMk id="49" creationId="{21359D10-7FCB-7EBC-D4AB-D7509C209019}"/>
          </ac:spMkLst>
        </pc:spChg>
        <pc:grpChg chg="mod">
          <ac:chgData name="Amy Peebles" userId="55df9692-3791-40ae-bd44-2b55daecbb6e" providerId="ADAL" clId="{311D53F7-1A4C-4C0A-8367-0BCF3383E5CE}" dt="2024-07-07T13:08:45.812" v="205" actId="1076"/>
          <ac:grpSpMkLst>
            <pc:docMk/>
            <pc:sldMk cId="2543602289" sldId="271"/>
            <ac:grpSpMk id="31" creationId="{BB444119-8E6F-6651-A5D6-8C00C22138B0}"/>
          </ac:grpSpMkLst>
        </pc:grpChg>
        <pc:picChg chg="add del mod">
          <ac:chgData name="Amy Peebles" userId="55df9692-3791-40ae-bd44-2b55daecbb6e" providerId="ADAL" clId="{311D53F7-1A4C-4C0A-8367-0BCF3383E5CE}" dt="2024-07-07T13:18:15.546" v="638" actId="478"/>
          <ac:picMkLst>
            <pc:docMk/>
            <pc:sldMk cId="2543602289" sldId="271"/>
            <ac:picMk id="8" creationId="{E7FE77EB-1E50-9291-622E-880322FFC1BB}"/>
          </ac:picMkLst>
        </pc:picChg>
        <pc:cxnChg chg="mod">
          <ac:chgData name="Amy Peebles" userId="55df9692-3791-40ae-bd44-2b55daecbb6e" providerId="ADAL" clId="{311D53F7-1A4C-4C0A-8367-0BCF3383E5CE}" dt="2024-07-07T13:08:45.812" v="205" actId="1076"/>
          <ac:cxnSpMkLst>
            <pc:docMk/>
            <pc:sldMk cId="2543602289" sldId="271"/>
            <ac:cxnSpMk id="47" creationId="{A3BC1E19-3C7E-B112-4EE7-72CE0CE01ABA}"/>
          </ac:cxnSpMkLst>
        </pc:cxnChg>
        <pc:cxnChg chg="mod">
          <ac:chgData name="Amy Peebles" userId="55df9692-3791-40ae-bd44-2b55daecbb6e" providerId="ADAL" clId="{311D53F7-1A4C-4C0A-8367-0BCF3383E5CE}" dt="2024-07-07T13:08:45.812" v="205" actId="1076"/>
          <ac:cxnSpMkLst>
            <pc:docMk/>
            <pc:sldMk cId="2543602289" sldId="271"/>
            <ac:cxnSpMk id="48" creationId="{68214180-2BA9-2ECA-60CA-2EB28ED912E5}"/>
          </ac:cxnSpMkLst>
        </pc:cxnChg>
      </pc:sldChg>
      <pc:sldChg chg="addSp modSp mod">
        <pc:chgData name="Amy Peebles" userId="55df9692-3791-40ae-bd44-2b55daecbb6e" providerId="ADAL" clId="{311D53F7-1A4C-4C0A-8367-0BCF3383E5CE}" dt="2024-07-07T20:44:02.263" v="796" actId="1076"/>
        <pc:sldMkLst>
          <pc:docMk/>
          <pc:sldMk cId="4182502383" sldId="272"/>
        </pc:sldMkLst>
        <pc:spChg chg="mod">
          <ac:chgData name="Amy Peebles" userId="55df9692-3791-40ae-bd44-2b55daecbb6e" providerId="ADAL" clId="{311D53F7-1A4C-4C0A-8367-0BCF3383E5CE}" dt="2024-07-07T20:42:54.969" v="787" actId="20577"/>
          <ac:spMkLst>
            <pc:docMk/>
            <pc:sldMk cId="4182502383" sldId="272"/>
            <ac:spMk id="2" creationId="{3AFFD35C-31D7-48B1-6CAB-CE0ECCF34D2C}"/>
          </ac:spMkLst>
        </pc:spChg>
        <pc:picChg chg="add mod">
          <ac:chgData name="Amy Peebles" userId="55df9692-3791-40ae-bd44-2b55daecbb6e" providerId="ADAL" clId="{311D53F7-1A4C-4C0A-8367-0BCF3383E5CE}" dt="2024-07-07T20:43:29.568" v="794" actId="11530"/>
          <ac:picMkLst>
            <pc:docMk/>
            <pc:sldMk cId="4182502383" sldId="272"/>
            <ac:picMk id="9" creationId="{CAA6E57D-EFD9-3546-396B-CB893B230BDF}"/>
          </ac:picMkLst>
        </pc:picChg>
        <pc:picChg chg="add mod">
          <ac:chgData name="Amy Peebles" userId="55df9692-3791-40ae-bd44-2b55daecbb6e" providerId="ADAL" clId="{311D53F7-1A4C-4C0A-8367-0BCF3383E5CE}" dt="2024-07-07T20:44:02.263" v="796" actId="1076"/>
          <ac:picMkLst>
            <pc:docMk/>
            <pc:sldMk cId="4182502383" sldId="272"/>
            <ac:picMk id="10" creationId="{327BA58B-D3A5-4544-AFE6-CF9B06684B86}"/>
          </ac:picMkLst>
        </pc:picChg>
      </pc:sldChg>
      <pc:sldChg chg="addSp delSp modSp mod modAnim">
        <pc:chgData name="Amy Peebles" userId="55df9692-3791-40ae-bd44-2b55daecbb6e" providerId="ADAL" clId="{311D53F7-1A4C-4C0A-8367-0BCF3383E5CE}" dt="2024-07-07T13:17:32.048" v="618"/>
        <pc:sldMkLst>
          <pc:docMk/>
          <pc:sldMk cId="4011008521" sldId="276"/>
        </pc:sldMkLst>
        <pc:spChg chg="mod">
          <ac:chgData name="Amy Peebles" userId="55df9692-3791-40ae-bd44-2b55daecbb6e" providerId="ADAL" clId="{311D53F7-1A4C-4C0A-8367-0BCF3383E5CE}" dt="2024-07-07T13:15:32.118" v="481" actId="20577"/>
          <ac:spMkLst>
            <pc:docMk/>
            <pc:sldMk cId="4011008521" sldId="276"/>
            <ac:spMk id="29" creationId="{B280935B-08B7-604A-699F-C72E7E878529}"/>
          </ac:spMkLst>
        </pc:spChg>
        <pc:picChg chg="add del mod">
          <ac:chgData name="Amy Peebles" userId="55df9692-3791-40ae-bd44-2b55daecbb6e" providerId="ADAL" clId="{311D53F7-1A4C-4C0A-8367-0BCF3383E5CE}" dt="2024-07-07T13:17:31.263" v="617" actId="478"/>
          <ac:picMkLst>
            <pc:docMk/>
            <pc:sldMk cId="4011008521" sldId="276"/>
            <ac:picMk id="2" creationId="{7DD682D3-8A09-B07D-7F4B-9AD79C019E11}"/>
          </ac:picMkLst>
        </pc:picChg>
        <pc:picChg chg="add mod">
          <ac:chgData name="Amy Peebles" userId="55df9692-3791-40ae-bd44-2b55daecbb6e" providerId="ADAL" clId="{311D53F7-1A4C-4C0A-8367-0BCF3383E5CE}" dt="2024-07-07T12:55:14.443" v="182"/>
          <ac:picMkLst>
            <pc:docMk/>
            <pc:sldMk cId="4011008521" sldId="276"/>
            <ac:picMk id="3" creationId="{F1F9C614-7525-7F80-0838-A0007A0A1DE2}"/>
          </ac:picMkLst>
        </pc:picChg>
        <pc:picChg chg="add del mod">
          <ac:chgData name="Amy Peebles" userId="55df9692-3791-40ae-bd44-2b55daecbb6e" providerId="ADAL" clId="{311D53F7-1A4C-4C0A-8367-0BCF3383E5CE}" dt="2024-07-07T13:10:56.068" v="370" actId="478"/>
          <ac:picMkLst>
            <pc:docMk/>
            <pc:sldMk cId="4011008521" sldId="276"/>
            <ac:picMk id="4" creationId="{D8377FAB-5CBC-40B3-4FC9-83C115855144}"/>
          </ac:picMkLst>
        </pc:picChg>
        <pc:picChg chg="add mod">
          <ac:chgData name="Amy Peebles" userId="55df9692-3791-40ae-bd44-2b55daecbb6e" providerId="ADAL" clId="{311D53F7-1A4C-4C0A-8367-0BCF3383E5CE}" dt="2024-07-07T13:16:14.195" v="586"/>
          <ac:picMkLst>
            <pc:docMk/>
            <pc:sldMk cId="4011008521" sldId="276"/>
            <ac:picMk id="5" creationId="{1E8F3FAC-8808-FC7F-FDC7-BCA0AD13F287}"/>
          </ac:picMkLst>
        </pc:picChg>
        <pc:picChg chg="add mod">
          <ac:chgData name="Amy Peebles" userId="55df9692-3791-40ae-bd44-2b55daecbb6e" providerId="ADAL" clId="{311D53F7-1A4C-4C0A-8367-0BCF3383E5CE}" dt="2024-07-07T13:17:32.048" v="618"/>
          <ac:picMkLst>
            <pc:docMk/>
            <pc:sldMk cId="4011008521" sldId="276"/>
            <ac:picMk id="8" creationId="{E8626A89-4C81-87C9-5D5C-3309D57E5762}"/>
          </ac:picMkLst>
        </pc:picChg>
      </pc:sldChg>
      <pc:sldChg chg="addSp delSp modSp mod delAnim modAnim">
        <pc:chgData name="Amy Peebles" userId="55df9692-3791-40ae-bd44-2b55daecbb6e" providerId="ADAL" clId="{311D53F7-1A4C-4C0A-8367-0BCF3383E5CE}" dt="2024-07-07T13:16:30.031" v="592"/>
        <pc:sldMkLst>
          <pc:docMk/>
          <pc:sldMk cId="4143958825" sldId="277"/>
        </pc:sldMkLst>
        <pc:spChg chg="mod modVis">
          <ac:chgData name="Amy Peebles" userId="55df9692-3791-40ae-bd44-2b55daecbb6e" providerId="ADAL" clId="{311D53F7-1A4C-4C0A-8367-0BCF3383E5CE}" dt="2024-07-07T13:12:37.974" v="414" actId="962"/>
          <ac:spMkLst>
            <pc:docMk/>
            <pc:sldMk cId="4143958825" sldId="277"/>
            <ac:spMk id="2" creationId="{FAEC7B37-C275-C426-92F2-C58D89CE2F80}"/>
          </ac:spMkLst>
        </pc:spChg>
        <pc:spChg chg="mod ord modVis">
          <ac:chgData name="Amy Peebles" userId="55df9692-3791-40ae-bd44-2b55daecbb6e" providerId="ADAL" clId="{311D53F7-1A4C-4C0A-8367-0BCF3383E5CE}" dt="2024-07-07T13:13:00.556" v="418" actId="13244"/>
          <ac:spMkLst>
            <pc:docMk/>
            <pc:sldMk cId="4143958825" sldId="277"/>
            <ac:spMk id="3" creationId="{1BCC81D4-417E-A085-7AC7-582C9A3EF1A9}"/>
          </ac:spMkLst>
        </pc:spChg>
        <pc:spChg chg="mod ord modVis">
          <ac:chgData name="Amy Peebles" userId="55df9692-3791-40ae-bd44-2b55daecbb6e" providerId="ADAL" clId="{311D53F7-1A4C-4C0A-8367-0BCF3383E5CE}" dt="2024-07-07T13:12:58.633" v="417" actId="13244"/>
          <ac:spMkLst>
            <pc:docMk/>
            <pc:sldMk cId="4143958825" sldId="277"/>
            <ac:spMk id="4" creationId="{6A8343AC-3FF3-063B-E815-6F415C75E661}"/>
          </ac:spMkLst>
        </pc:spChg>
        <pc:spChg chg="del mod modVis">
          <ac:chgData name="Amy Peebles" userId="55df9692-3791-40ae-bd44-2b55daecbb6e" providerId="ADAL" clId="{311D53F7-1A4C-4C0A-8367-0BCF3383E5CE}" dt="2024-07-07T13:11:52.985" v="401" actId="478"/>
          <ac:spMkLst>
            <pc:docMk/>
            <pc:sldMk cId="4143958825" sldId="277"/>
            <ac:spMk id="5" creationId="{19A54B5B-5C57-97FA-C524-6DD33AB596B7}"/>
          </ac:spMkLst>
        </pc:spChg>
        <pc:spChg chg="mod modVis">
          <ac:chgData name="Amy Peebles" userId="55df9692-3791-40ae-bd44-2b55daecbb6e" providerId="ADAL" clId="{311D53F7-1A4C-4C0A-8367-0BCF3383E5CE}" dt="2024-07-07T13:11:21.443" v="379" actId="14429"/>
          <ac:spMkLst>
            <pc:docMk/>
            <pc:sldMk cId="4143958825" sldId="277"/>
            <ac:spMk id="35" creationId="{F4FC3D2E-9923-0DC9-3AC0-A44A4580DC7B}"/>
          </ac:spMkLst>
        </pc:spChg>
        <pc:picChg chg="add del mod">
          <ac:chgData name="Amy Peebles" userId="55df9692-3791-40ae-bd44-2b55daecbb6e" providerId="ADAL" clId="{311D53F7-1A4C-4C0A-8367-0BCF3383E5CE}" dt="2024-07-07T13:09:57.588" v="339" actId="478"/>
          <ac:picMkLst>
            <pc:docMk/>
            <pc:sldMk cId="4143958825" sldId="277"/>
            <ac:picMk id="6" creationId="{85E3217D-E074-4A0F-4916-303DF95339C7}"/>
          </ac:picMkLst>
        </pc:picChg>
        <pc:picChg chg="add del mod ord modVis">
          <ac:chgData name="Amy Peebles" userId="55df9692-3791-40ae-bd44-2b55daecbb6e" providerId="ADAL" clId="{311D53F7-1A4C-4C0A-8367-0BCF3383E5CE}" dt="2024-07-07T13:12:15.840" v="410" actId="478"/>
          <ac:picMkLst>
            <pc:docMk/>
            <pc:sldMk cId="4143958825" sldId="277"/>
            <ac:picMk id="8" creationId="{888C94B4-12DD-151B-2EB1-974953512052}"/>
          </ac:picMkLst>
        </pc:picChg>
        <pc:picChg chg="add mod modVis">
          <ac:chgData name="Amy Peebles" userId="55df9692-3791-40ae-bd44-2b55daecbb6e" providerId="ADAL" clId="{311D53F7-1A4C-4C0A-8367-0BCF3383E5CE}" dt="2024-07-07T13:11:59.454" v="403" actId="962"/>
          <ac:picMkLst>
            <pc:docMk/>
            <pc:sldMk cId="4143958825" sldId="277"/>
            <ac:picMk id="9" creationId="{9BD51BE6-4D03-501F-C49E-52E8162BB09A}"/>
          </ac:picMkLst>
        </pc:picChg>
        <pc:picChg chg="add mod modVis">
          <ac:chgData name="Amy Peebles" userId="55df9692-3791-40ae-bd44-2b55daecbb6e" providerId="ADAL" clId="{311D53F7-1A4C-4C0A-8367-0BCF3383E5CE}" dt="2024-07-07T13:12:26.742" v="413" actId="962"/>
          <ac:picMkLst>
            <pc:docMk/>
            <pc:sldMk cId="4143958825" sldId="277"/>
            <ac:picMk id="10" creationId="{FA427F55-4235-949F-1323-76C030EEC1A1}"/>
          </ac:picMkLst>
        </pc:picChg>
        <pc:picChg chg="add del mod ord modVis">
          <ac:chgData name="Amy Peebles" userId="55df9692-3791-40ae-bd44-2b55daecbb6e" providerId="ADAL" clId="{311D53F7-1A4C-4C0A-8367-0BCF3383E5CE}" dt="2024-07-07T13:14:09.069" v="459" actId="21"/>
          <ac:picMkLst>
            <pc:docMk/>
            <pc:sldMk cId="4143958825" sldId="277"/>
            <ac:picMk id="20" creationId="{5742DACD-21F4-26A0-4474-CF0FEB8EA76A}"/>
          </ac:picMkLst>
        </pc:picChg>
      </pc:sldChg>
      <pc:sldChg chg="addSp delSp modSp mod modAnim">
        <pc:chgData name="Amy Peebles" userId="55df9692-3791-40ae-bd44-2b55daecbb6e" providerId="ADAL" clId="{311D53F7-1A4C-4C0A-8367-0BCF3383E5CE}" dt="2024-07-07T13:17:35.903" v="620"/>
        <pc:sldMkLst>
          <pc:docMk/>
          <pc:sldMk cId="1656288621" sldId="278"/>
        </pc:sldMkLst>
        <pc:spChg chg="add del mod">
          <ac:chgData name="Amy Peebles" userId="55df9692-3791-40ae-bd44-2b55daecbb6e" providerId="ADAL" clId="{311D53F7-1A4C-4C0A-8367-0BCF3383E5CE}" dt="2024-07-07T13:07:51.288" v="198" actId="478"/>
          <ac:spMkLst>
            <pc:docMk/>
            <pc:sldMk cId="1656288621" sldId="278"/>
            <ac:spMk id="2" creationId="{0B857214-1F99-0F2A-D5DD-5B8EFC8CF058}"/>
          </ac:spMkLst>
        </pc:spChg>
        <pc:spChg chg="add del">
          <ac:chgData name="Amy Peebles" userId="55df9692-3791-40ae-bd44-2b55daecbb6e" providerId="ADAL" clId="{311D53F7-1A4C-4C0A-8367-0BCF3383E5CE}" dt="2024-07-07T13:07:37.012" v="192" actId="478"/>
          <ac:spMkLst>
            <pc:docMk/>
            <pc:sldMk cId="1656288621" sldId="278"/>
            <ac:spMk id="3" creationId="{77031042-9890-67A3-2668-FCDB3CC78832}"/>
          </ac:spMkLst>
        </pc:spChg>
        <pc:spChg chg="add del">
          <ac:chgData name="Amy Peebles" userId="55df9692-3791-40ae-bd44-2b55daecbb6e" providerId="ADAL" clId="{311D53F7-1A4C-4C0A-8367-0BCF3383E5CE}" dt="2024-07-07T13:07:34.603" v="191" actId="478"/>
          <ac:spMkLst>
            <pc:docMk/>
            <pc:sldMk cId="1656288621" sldId="278"/>
            <ac:spMk id="4" creationId="{0D3D946E-B764-8B69-047F-5085C68BBA50}"/>
          </ac:spMkLst>
        </pc:spChg>
        <pc:spChg chg="del">
          <ac:chgData name="Amy Peebles" userId="55df9692-3791-40ae-bd44-2b55daecbb6e" providerId="ADAL" clId="{311D53F7-1A4C-4C0A-8367-0BCF3383E5CE}" dt="2024-07-07T13:07:27.706" v="188" actId="478"/>
          <ac:spMkLst>
            <pc:docMk/>
            <pc:sldMk cId="1656288621" sldId="278"/>
            <ac:spMk id="8" creationId="{34FFC09E-CC23-E984-7731-CCF7B0A78F32}"/>
          </ac:spMkLst>
        </pc:spChg>
        <pc:spChg chg="add del">
          <ac:chgData name="Amy Peebles" userId="55df9692-3791-40ae-bd44-2b55daecbb6e" providerId="ADAL" clId="{311D53F7-1A4C-4C0A-8367-0BCF3383E5CE}" dt="2024-07-07T13:07:46.765" v="196" actId="478"/>
          <ac:spMkLst>
            <pc:docMk/>
            <pc:sldMk cId="1656288621" sldId="278"/>
            <ac:spMk id="24" creationId="{AE8C0FE8-1A00-3421-ED2E-8D5524FBABD6}"/>
          </ac:spMkLst>
        </pc:spChg>
        <pc:spChg chg="add del mod">
          <ac:chgData name="Amy Peebles" userId="55df9692-3791-40ae-bd44-2b55daecbb6e" providerId="ADAL" clId="{311D53F7-1A4C-4C0A-8367-0BCF3383E5CE}" dt="2024-07-07T13:07:42.445" v="194" actId="1076"/>
          <ac:spMkLst>
            <pc:docMk/>
            <pc:sldMk cId="1656288621" sldId="278"/>
            <ac:spMk id="28" creationId="{614EB48D-9E58-7129-F223-3D1CFE525AAF}"/>
          </ac:spMkLst>
        </pc:spChg>
        <pc:spChg chg="add del">
          <ac:chgData name="Amy Peebles" userId="55df9692-3791-40ae-bd44-2b55daecbb6e" providerId="ADAL" clId="{311D53F7-1A4C-4C0A-8367-0BCF3383E5CE}" dt="2024-07-07T13:07:30.293" v="190" actId="478"/>
          <ac:spMkLst>
            <pc:docMk/>
            <pc:sldMk cId="1656288621" sldId="278"/>
            <ac:spMk id="30" creationId="{E1F23DAE-6F39-CF9D-BB80-2136CF5E6428}"/>
          </ac:spMkLst>
        </pc:spChg>
        <pc:picChg chg="add del mod">
          <ac:chgData name="Amy Peebles" userId="55df9692-3791-40ae-bd44-2b55daecbb6e" providerId="ADAL" clId="{311D53F7-1A4C-4C0A-8367-0BCF3383E5CE}" dt="2024-07-07T13:17:35.585" v="619" actId="478"/>
          <ac:picMkLst>
            <pc:docMk/>
            <pc:sldMk cId="1656288621" sldId="278"/>
            <ac:picMk id="5" creationId="{876143A6-1CFB-2D75-5400-18BA03E8A9BC}"/>
          </ac:picMkLst>
        </pc:picChg>
        <pc:picChg chg="add mod">
          <ac:chgData name="Amy Peebles" userId="55df9692-3791-40ae-bd44-2b55daecbb6e" providerId="ADAL" clId="{311D53F7-1A4C-4C0A-8367-0BCF3383E5CE}" dt="2024-07-07T12:55:15.062" v="183"/>
          <ac:picMkLst>
            <pc:docMk/>
            <pc:sldMk cId="1656288621" sldId="278"/>
            <ac:picMk id="6" creationId="{6FEC32E3-4DB9-E330-D365-1F35A5D01A9B}"/>
          </ac:picMkLst>
        </pc:picChg>
        <pc:picChg chg="add mod">
          <ac:chgData name="Amy Peebles" userId="55df9692-3791-40ae-bd44-2b55daecbb6e" providerId="ADAL" clId="{311D53F7-1A4C-4C0A-8367-0BCF3383E5CE}" dt="2024-07-07T13:16:18.181" v="588"/>
          <ac:picMkLst>
            <pc:docMk/>
            <pc:sldMk cId="1656288621" sldId="278"/>
            <ac:picMk id="9" creationId="{3EE1F259-DDCF-3857-CB8F-D3DD8658DE1F}"/>
          </ac:picMkLst>
        </pc:picChg>
        <pc:picChg chg="add mod">
          <ac:chgData name="Amy Peebles" userId="55df9692-3791-40ae-bd44-2b55daecbb6e" providerId="ADAL" clId="{311D53F7-1A4C-4C0A-8367-0BCF3383E5CE}" dt="2024-07-07T13:17:35.903" v="620"/>
          <ac:picMkLst>
            <pc:docMk/>
            <pc:sldMk cId="1656288621" sldId="278"/>
            <ac:picMk id="10" creationId="{CE7BD902-CFFC-E3AA-1619-3AD6429D546F}"/>
          </ac:picMkLst>
        </pc:picChg>
      </pc:sldChg>
      <pc:sldChg chg="addSp delSp modSp mod delAnim modAnim">
        <pc:chgData name="Amy Peebles" userId="55df9692-3791-40ae-bd44-2b55daecbb6e" providerId="ADAL" clId="{311D53F7-1A4C-4C0A-8367-0BCF3383E5CE}" dt="2024-07-07T13:19:22.401" v="642" actId="1035"/>
        <pc:sldMkLst>
          <pc:docMk/>
          <pc:sldMk cId="2753256408" sldId="279"/>
        </pc:sldMkLst>
        <pc:spChg chg="mod">
          <ac:chgData name="Amy Peebles" userId="55df9692-3791-40ae-bd44-2b55daecbb6e" providerId="ADAL" clId="{311D53F7-1A4C-4C0A-8367-0BCF3383E5CE}" dt="2024-07-07T13:15:29.350" v="479" actId="20577"/>
          <ac:spMkLst>
            <pc:docMk/>
            <pc:sldMk cId="2753256408" sldId="279"/>
            <ac:spMk id="29" creationId="{B280935B-08B7-604A-699F-C72E7E878529}"/>
          </ac:spMkLst>
        </pc:spChg>
        <pc:picChg chg="add del mod">
          <ac:chgData name="Amy Peebles" userId="55df9692-3791-40ae-bd44-2b55daecbb6e" providerId="ADAL" clId="{311D53F7-1A4C-4C0A-8367-0BCF3383E5CE}" dt="2024-07-07T13:17:39.709" v="621" actId="478"/>
          <ac:picMkLst>
            <pc:docMk/>
            <pc:sldMk cId="2753256408" sldId="279"/>
            <ac:picMk id="2" creationId="{DC8E7F28-5528-8D80-0C69-D4F2EAB07BBC}"/>
          </ac:picMkLst>
        </pc:picChg>
        <pc:picChg chg="add mod">
          <ac:chgData name="Amy Peebles" userId="55df9692-3791-40ae-bd44-2b55daecbb6e" providerId="ADAL" clId="{311D53F7-1A4C-4C0A-8367-0BCF3383E5CE}" dt="2024-07-07T12:55:16.652" v="184"/>
          <ac:picMkLst>
            <pc:docMk/>
            <pc:sldMk cId="2753256408" sldId="279"/>
            <ac:picMk id="4" creationId="{F1597927-5AFC-FE2F-0541-E6D534839587}"/>
          </ac:picMkLst>
        </pc:picChg>
        <pc:picChg chg="add mod">
          <ac:chgData name="Amy Peebles" userId="55df9692-3791-40ae-bd44-2b55daecbb6e" providerId="ADAL" clId="{311D53F7-1A4C-4C0A-8367-0BCF3383E5CE}" dt="2024-07-07T13:17:40.088" v="622"/>
          <ac:picMkLst>
            <pc:docMk/>
            <pc:sldMk cId="2753256408" sldId="279"/>
            <ac:picMk id="10" creationId="{DD65253A-A62B-C4AE-32D4-366EB60A5D46}"/>
          </ac:picMkLst>
        </pc:picChg>
        <pc:picChg chg="add mod">
          <ac:chgData name="Amy Peebles" userId="55df9692-3791-40ae-bd44-2b55daecbb6e" providerId="ADAL" clId="{311D53F7-1A4C-4C0A-8367-0BCF3383E5CE}" dt="2024-07-07T13:19:22.401" v="642" actId="1035"/>
          <ac:picMkLst>
            <pc:docMk/>
            <pc:sldMk cId="2753256408" sldId="279"/>
            <ac:picMk id="11" creationId="{913BA4BC-32B9-CBD8-ED87-1FA431FFD1D5}"/>
          </ac:picMkLst>
        </pc:picChg>
      </pc:sldChg>
      <pc:sldChg chg="addSp delSp modSp add mod modAnim">
        <pc:chgData name="Amy Peebles" userId="55df9692-3791-40ae-bd44-2b55daecbb6e" providerId="ADAL" clId="{311D53F7-1A4C-4C0A-8367-0BCF3383E5CE}" dt="2024-07-07T13:18:23.136" v="639"/>
        <pc:sldMkLst>
          <pc:docMk/>
          <pc:sldMk cId="3361385492" sldId="280"/>
        </pc:sldMkLst>
        <pc:picChg chg="add del mod">
          <ac:chgData name="Amy Peebles" userId="55df9692-3791-40ae-bd44-2b55daecbb6e" providerId="ADAL" clId="{311D53F7-1A4C-4C0A-8367-0BCF3383E5CE}" dt="2024-07-07T13:18:05.105" v="634" actId="478"/>
          <ac:picMkLst>
            <pc:docMk/>
            <pc:sldMk cId="3361385492" sldId="280"/>
            <ac:picMk id="6" creationId="{158D838D-A5DC-FA53-D03B-0C8B3DA06E39}"/>
          </ac:picMkLst>
        </pc:picChg>
        <pc:picChg chg="add mod">
          <ac:chgData name="Amy Peebles" userId="55df9692-3791-40ae-bd44-2b55daecbb6e" providerId="ADAL" clId="{311D53F7-1A4C-4C0A-8367-0BCF3383E5CE}" dt="2024-07-07T13:18:05.833" v="635"/>
          <ac:picMkLst>
            <pc:docMk/>
            <pc:sldMk cId="3361385492" sldId="280"/>
            <ac:picMk id="8" creationId="{4C6B35EE-C2B7-3B53-72EC-4DEAB74A08EF}"/>
          </ac:picMkLst>
        </pc:picChg>
      </pc:sldChg>
      <pc:sldChg chg="addSp modSp add modAnim">
        <pc:chgData name="Amy Peebles" userId="55df9692-3791-40ae-bd44-2b55daecbb6e" providerId="ADAL" clId="{311D53F7-1A4C-4C0A-8367-0BCF3383E5CE}" dt="2024-07-07T13:19:41.615" v="650"/>
        <pc:sldMkLst>
          <pc:docMk/>
          <pc:sldMk cId="3649362486" sldId="281"/>
        </pc:sldMkLst>
        <pc:picChg chg="add mod">
          <ac:chgData name="Amy Peebles" userId="55df9692-3791-40ae-bd44-2b55daecbb6e" providerId="ADAL" clId="{311D53F7-1A4C-4C0A-8367-0BCF3383E5CE}" dt="2024-07-07T13:17:45.422" v="624"/>
          <ac:picMkLst>
            <pc:docMk/>
            <pc:sldMk cId="3649362486" sldId="281"/>
            <ac:picMk id="6" creationId="{63517061-8776-5A45-30E9-DEC2767A8EC3}"/>
          </ac:picMkLst>
        </pc:picChg>
        <pc:picChg chg="add mod">
          <ac:chgData name="Amy Peebles" userId="55df9692-3791-40ae-bd44-2b55daecbb6e" providerId="ADAL" clId="{311D53F7-1A4C-4C0A-8367-0BCF3383E5CE}" dt="2024-07-07T13:19:26.287" v="644"/>
          <ac:picMkLst>
            <pc:docMk/>
            <pc:sldMk cId="3649362486" sldId="281"/>
            <ac:picMk id="9" creationId="{C38A534E-1DFC-2D92-B81C-AB1F908D3509}"/>
          </ac:picMkLst>
        </pc:picChg>
        <pc:picChg chg="add mod">
          <ac:chgData name="Amy Peebles" userId="55df9692-3791-40ae-bd44-2b55daecbb6e" providerId="ADAL" clId="{311D53F7-1A4C-4C0A-8367-0BCF3383E5CE}" dt="2024-07-07T13:19:39.496" v="649"/>
          <ac:picMkLst>
            <pc:docMk/>
            <pc:sldMk cId="3649362486" sldId="281"/>
            <ac:picMk id="10" creationId="{1FE866BE-C41B-A09D-8042-B83A7BC660A4}"/>
          </ac:picMkLst>
        </pc:picChg>
      </pc:sldChg>
      <pc:sldMasterChg chg="modSldLayout">
        <pc:chgData name="Amy Peebles" userId="55df9692-3791-40ae-bd44-2b55daecbb6e" providerId="ADAL" clId="{311D53F7-1A4C-4C0A-8367-0BCF3383E5CE}" dt="2024-07-01T20:11:10.378" v="124"/>
        <pc:sldMasterMkLst>
          <pc:docMk/>
          <pc:sldMasterMk cId="2460954070" sldId="2147483660"/>
        </pc:sldMasterMkLst>
        <pc:sldLayoutChg chg="modSp mod">
          <pc:chgData name="Amy Peebles" userId="55df9692-3791-40ae-bd44-2b55daecbb6e" providerId="ADAL" clId="{311D53F7-1A4C-4C0A-8367-0BCF3383E5CE}" dt="2024-07-01T20:11:10.378" v="124"/>
          <pc:sldLayoutMkLst>
            <pc:docMk/>
            <pc:sldMasterMk cId="2460954070" sldId="2147483660"/>
            <pc:sldLayoutMk cId="1248076482" sldId="2147483662"/>
          </pc:sldLayoutMkLst>
          <pc:spChg chg="mod">
            <ac:chgData name="Amy Peebles" userId="55df9692-3791-40ae-bd44-2b55daecbb6e" providerId="ADAL" clId="{311D53F7-1A4C-4C0A-8367-0BCF3383E5CE}" dt="2024-07-01T20:11:10.378" v="124"/>
            <ac:spMkLst>
              <pc:docMk/>
              <pc:sldMasterMk cId="2460954070" sldId="2147483660"/>
              <pc:sldLayoutMk cId="1248076482" sldId="2147483662"/>
              <ac:spMk id="2" creationId="{D98B81D4-75D3-B325-AE1F-F67199350927}"/>
            </ac:spMkLst>
          </pc:spChg>
          <pc:spChg chg="mod">
            <ac:chgData name="Amy Peebles" userId="55df9692-3791-40ae-bd44-2b55daecbb6e" providerId="ADAL" clId="{311D53F7-1A4C-4C0A-8367-0BCF3383E5CE}" dt="2024-07-01T19:59:33.103" v="42" actId="207"/>
            <ac:spMkLst>
              <pc:docMk/>
              <pc:sldMasterMk cId="2460954070" sldId="2147483660"/>
              <pc:sldLayoutMk cId="1248076482" sldId="2147483662"/>
              <ac:spMk id="11" creationId="{14F77C40-2E5C-01C5-526F-BCB40E27E0A6}"/>
            </ac:spMkLst>
          </pc:spChg>
          <pc:picChg chg="mod">
            <ac:chgData name="Amy Peebles" userId="55df9692-3791-40ae-bd44-2b55daecbb6e" providerId="ADAL" clId="{311D53F7-1A4C-4C0A-8367-0BCF3383E5CE}" dt="2024-07-01T20:00:05.101" v="45" actId="1076"/>
            <ac:picMkLst>
              <pc:docMk/>
              <pc:sldMasterMk cId="2460954070" sldId="2147483660"/>
              <pc:sldLayoutMk cId="1248076482" sldId="2147483662"/>
              <ac:picMk id="14" creationId="{F7BF061B-E249-7F97-7002-11A2C3C5B97F}"/>
            </ac:picMkLst>
          </pc:pic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20/05/2025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20/05/2025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93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894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902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5729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93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08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983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47267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0478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00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94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505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92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767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488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926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2046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0258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Learners complete 10 minutes silent working to make short notes in books or e-books.</a:t>
            </a:r>
          </a:p>
          <a:p/>
          <a:p>
            <a:r>
              <a:t>Cognitive science rationale: when learners actively write down or think about something, they are more likely to remember it later.</a:t>
            </a:r>
          </a:p>
          <a:p/>
          <a:p>
            <a:r>
              <a:t>This period encourages focus, retrieval practice, and self-explanation — all linked to better long-term retention.</a:t>
            </a:r>
          </a:p>
          <a:p/>
          <a:p>
            <a:r>
              <a:t>After the silent working, learners will complete a formative quiz on the key words to familiarise themselves with the content of the lesson.</a:t>
            </a:r>
          </a:p>
          <a:p/>
          <a:p>
            <a:r>
              <a:t>EEF evidence: The Teaching and Learning Toolkit highlights that metacognition and self-regulation (e.g., summarising, note-making, retrieval) can add +7 months of progress when embedded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Literacy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9.1 BINARY, BITMAPS &amp; Beyond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8.1 Digital Systems &amp; Media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873" y="5426498"/>
            <a:ext cx="1495425" cy="14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jpeg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jpeg"/><Relationship Id="rId5" Type="http://schemas.openxmlformats.org/officeDocument/2006/relationships/image" Target="../media/image1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microsoft.com/office/2007/relationships/hdphoto" Target="../media/hdphoto1.wdp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microsoft.com/office/2007/relationships/hdphoto" Target="../media/hdphoto1.wdp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0.png"/><Relationship Id="rId8" Type="http://schemas.microsoft.com/office/2007/relationships/hdphoto" Target="../media/hdphoto1.wdp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microsoft.com/office/2007/relationships/hdphoto" Target="../media/hdphoto1.wdp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microsoft.com/office/2007/relationships/hdphoto" Target="../media/hdphoto1.wdp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microsoft.com/office/2007/relationships/hdphoto" Target="../media/hdphoto1.wdp"/><Relationship Id="rId5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microsoft.com/office/2007/relationships/hdphoto" Target="../media/hdphoto1.wdp"/><Relationship Id="rId5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microsoft.com/office/2007/relationships/hdphoto" Target="../media/hdphoto2.wdp"/><Relationship Id="rId6" Type="http://schemas.openxmlformats.org/officeDocument/2006/relationships/image" Target="../media/image28.png"/><Relationship Id="rId7" Type="http://schemas.microsoft.com/office/2007/relationships/hdphoto" Target="../media/hdphoto3.wdp"/><Relationship Id="rId8" Type="http://schemas.openxmlformats.org/officeDocument/2006/relationships/image" Target="../media/image20.png"/><Relationship Id="rId9" Type="http://schemas.microsoft.com/office/2007/relationships/hdphoto" Target="../media/hdphoto1.wdp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Do Now</a:t>
            </a: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Complete in your booklet: </a:t>
            </a:r>
            <a:r>
              <a:rPr lang="en-GB" sz="2200" b="1" dirty="0">
                <a:latin typeface="Daytona" panose="020B0604030500040204" pitchFamily="34" charset="0"/>
              </a:rPr>
              <a:t>Do Now 4</a:t>
            </a: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400" b="1" dirty="0">
                <a:latin typeface="Daytona" panose="020B0604030500040204" pitchFamily="34" charset="0"/>
              </a:rPr>
              <a:t>Homework</a:t>
            </a:r>
            <a:endParaRPr lang="en-GB" sz="2200" b="1" dirty="0">
              <a:latin typeface="Daytona" panose="020B0604030500040204" pitchFamily="34" charset="0"/>
            </a:endParaRPr>
          </a:p>
          <a:p>
            <a:pPr marL="0" indent="0">
              <a:buNone/>
            </a:pPr>
            <a:r>
              <a:rPr lang="en-GB" sz="2200" dirty="0">
                <a:latin typeface="Daytona" panose="020B0604030500040204" pitchFamily="34" charset="0"/>
              </a:rPr>
              <a:t>This will be set fortnightly on Quizizz, deadline details can be found on Arbor.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9" name="Picture 8" descr="A computer screen with text&#10;&#10;Description automatically generated with medium confidence">
            <a:extLst>
              <a:ext uri="{FF2B5EF4-FFF2-40B4-BE49-F238E27FC236}">
                <a16:creationId xmlns:a16="http://schemas.microsoft.com/office/drawing/2014/main" id="{CAA6E57D-EFD9-3546-396B-CB893B230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522" y="698185"/>
            <a:ext cx="1803503" cy="1660595"/>
          </a:xfrm>
          <a:prstGeom prst="roundRect">
            <a:avLst/>
          </a:prstGeom>
        </p:spPr>
      </p:pic>
      <p:pic>
        <p:nvPicPr>
          <p:cNvPr id="10" name="Picture 4" descr="新學科網">
            <a:extLst>
              <a:ext uri="{FF2B5EF4-FFF2-40B4-BE49-F238E27FC236}">
                <a16:creationId xmlns:a16="http://schemas.microsoft.com/office/drawing/2014/main" id="{327BA58B-D3A5-4544-AFE6-CF9B0668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831" y="4004210"/>
            <a:ext cx="2705849" cy="1758802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502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FD35C-31D7-48B1-6CAB-CE0ECCF34D2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sz="2400" b="1">
                <a:latin typeface="Daytona" panose="020B0604030500040204" pitchFamily="34" charset="0"/>
              </a:rPr>
              <a:t>Review Now 4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The instructions in a computer are processed by the CPU? a – True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What happens when a CPU has a large cache size?</a:t>
            </a:r>
            <a:br>
              <a:rPr lang="en-GB" sz="2200">
                <a:latin typeface="Daytona" panose="020B0604030500040204" pitchFamily="34" charset="0"/>
              </a:rPr>
            </a:br>
            <a:r>
              <a:rPr lang="en-GB" sz="2200">
                <a:latin typeface="Daytona" panose="020B0604030500040204" pitchFamily="34" charset="0"/>
              </a:rPr>
              <a:t>c – More data can be stored close to the CPU for quick access.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>
                <a:latin typeface="Daytona" panose="020B0604030500040204" pitchFamily="34" charset="0"/>
              </a:rPr>
              <a:t> </a:t>
            </a: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r>
              <a:rPr lang="en-GB" sz="1400">
                <a:latin typeface="Daytona" panose="020B0604030500040204" pitchFamily="34" charset="0"/>
              </a:rPr>
              <a:t> </a:t>
            </a: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br>
              <a:rPr lang="en-GB" sz="2200">
                <a:latin typeface="Daytona" panose="020B0604030500040204" pitchFamily="34" charset="0"/>
              </a:rPr>
            </a:br>
            <a:endParaRPr lang="en-GB" sz="2200">
              <a:latin typeface="Daytona" panose="020B0604030500040204" pitchFamily="34" charset="0"/>
            </a:endParaRPr>
          </a:p>
          <a:p>
            <a:pPr marL="719137" indent="0">
              <a:buNone/>
            </a:pPr>
            <a:r>
              <a:rPr lang="en-GB" sz="2200">
                <a:latin typeface="Daytona" panose="020B0604030500040204" pitchFamily="34" charset="0"/>
              </a:rPr>
              <a:t>4.  Email address format: </a:t>
            </a: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  <a:p>
            <a:pPr marL="0" indent="0">
              <a:buNone/>
            </a:pPr>
            <a:endParaRPr lang="en-GB" sz="2200" b="1">
              <a:latin typeface="Daytona" panose="020B0604030500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19722-7D0E-B45E-BE2A-54BEFFAA24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173EFE-F197-79EF-F98F-F549546F79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F6E732-2986-8EFD-09C2-1680318F8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448708-F131-BE8B-A056-2C14ECF0CE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724F33-1523-2C95-A7D3-3D20755CE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29" y="2876720"/>
            <a:ext cx="5166671" cy="201484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3EBDE7-B3F6-D0CD-99A6-453C50638B21}"/>
              </a:ext>
            </a:extLst>
          </p:cNvPr>
          <p:cNvCxnSpPr/>
          <p:nvPr/>
        </p:nvCxnSpPr>
        <p:spPr>
          <a:xfrm>
            <a:off x="4006921" y="3164440"/>
            <a:ext cx="1294544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5E385E-77D9-4BE5-11B9-1FBB9E8D82D1}"/>
              </a:ext>
            </a:extLst>
          </p:cNvPr>
          <p:cNvCxnSpPr>
            <a:cxnSpLocks/>
          </p:cNvCxnSpPr>
          <p:nvPr/>
        </p:nvCxnSpPr>
        <p:spPr>
          <a:xfrm>
            <a:off x="4006921" y="3861371"/>
            <a:ext cx="1294544" cy="69008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69A411-813C-B82A-6FDA-2AEF857A241F}"/>
              </a:ext>
            </a:extLst>
          </p:cNvPr>
          <p:cNvCxnSpPr>
            <a:cxnSpLocks/>
          </p:cNvCxnSpPr>
          <p:nvPr/>
        </p:nvCxnSpPr>
        <p:spPr>
          <a:xfrm flipV="1">
            <a:off x="4006921" y="3884141"/>
            <a:ext cx="1294544" cy="690008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59414234-DA7C-3461-7A4B-220AEB474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845" y="5392976"/>
            <a:ext cx="5355031" cy="73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9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Flashback Icons - Free SVG &amp; PNG Flashback Images - Noun Project">
            <a:extLst>
              <a:ext uri="{FF2B5EF4-FFF2-40B4-BE49-F238E27FC236}">
                <a16:creationId xmlns:a16="http://schemas.microsoft.com/office/drawing/2014/main" id="{452B24AB-F52D-D7DA-8C5B-1F77CD445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02" y="572071"/>
            <a:ext cx="996208" cy="9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CF353A9-494A-284F-5CFC-FBE23C8F1F05}"/>
              </a:ext>
            </a:extLst>
          </p:cNvPr>
          <p:cNvSpPr txBox="1">
            <a:spLocks/>
          </p:cNvSpPr>
          <p:nvPr/>
        </p:nvSpPr>
        <p:spPr>
          <a:xfrm>
            <a:off x="1919510" y="872992"/>
            <a:ext cx="2561426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Flashback</a:t>
            </a:r>
          </a:p>
        </p:txBody>
      </p:sp>
      <p:grpSp>
        <p:nvGrpSpPr>
          <p:cNvPr id="44" name="Google Shape;88;p8">
            <a:extLst>
              <a:ext uri="{FF2B5EF4-FFF2-40B4-BE49-F238E27FC236}">
                <a16:creationId xmlns:a16="http://schemas.microsoft.com/office/drawing/2014/main" id="{D9B51B01-E7AC-E3E5-14CF-17325DCD72E6}"/>
              </a:ext>
            </a:extLst>
          </p:cNvPr>
          <p:cNvGrpSpPr/>
          <p:nvPr/>
        </p:nvGrpSpPr>
        <p:grpSpPr>
          <a:xfrm>
            <a:off x="1205225" y="2291505"/>
            <a:ext cx="7948907" cy="1600953"/>
            <a:chOff x="585250" y="2754200"/>
            <a:chExt cx="5910850" cy="2988700"/>
          </a:xfrm>
          <a:solidFill>
            <a:srgbClr val="D1CAD8"/>
          </a:solidFill>
        </p:grpSpPr>
        <p:sp>
          <p:nvSpPr>
            <p:cNvPr id="45" name="Google Shape;89;p8">
              <a:extLst>
                <a:ext uri="{FF2B5EF4-FFF2-40B4-BE49-F238E27FC236}">
                  <a16:creationId xmlns:a16="http://schemas.microsoft.com/office/drawing/2014/main" id="{FB8EDF1B-CDAE-BA59-7CF4-EAB638F70A84}"/>
                </a:ext>
              </a:extLst>
            </p:cNvPr>
            <p:cNvSpPr/>
            <p:nvPr/>
          </p:nvSpPr>
          <p:spPr>
            <a:xfrm>
              <a:off x="585250" y="2754200"/>
              <a:ext cx="1584300" cy="1026944"/>
            </a:xfrm>
            <a:prstGeom prst="rect">
              <a:avLst/>
            </a:prstGeom>
            <a:solidFill>
              <a:srgbClr val="D1CAD8"/>
            </a:solidFill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Input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6" name="Google Shape;90;p8">
              <a:extLst>
                <a:ext uri="{FF2B5EF4-FFF2-40B4-BE49-F238E27FC236}">
                  <a16:creationId xmlns:a16="http://schemas.microsoft.com/office/drawing/2014/main" id="{C90CD97B-7E00-7A2C-8600-A8CB316DAA0E}"/>
                </a:ext>
              </a:extLst>
            </p:cNvPr>
            <p:cNvSpPr/>
            <p:nvPr/>
          </p:nvSpPr>
          <p:spPr>
            <a:xfrm>
              <a:off x="2748525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Process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7" name="Google Shape;91;p8">
              <a:extLst>
                <a:ext uri="{FF2B5EF4-FFF2-40B4-BE49-F238E27FC236}">
                  <a16:creationId xmlns:a16="http://schemas.microsoft.com/office/drawing/2014/main" id="{072C24E3-8130-A319-0B1C-5762BFFC664A}"/>
                </a:ext>
              </a:extLst>
            </p:cNvPr>
            <p:cNvSpPr/>
            <p:nvPr/>
          </p:nvSpPr>
          <p:spPr>
            <a:xfrm>
              <a:off x="4911800" y="2754200"/>
              <a:ext cx="1584300" cy="102694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 b="0" i="0" u="none" strike="noStrike" cap="none">
                  <a:solidFill>
                    <a:srgbClr val="000000"/>
                  </a:solidFill>
                  <a:latin typeface="Daytona" panose="020B0604030500040204" pitchFamily="34" charset="0"/>
                  <a:ea typeface="Cantarell"/>
                  <a:cs typeface="Cantarell"/>
                  <a:sym typeface="Cantarell"/>
                </a:rPr>
                <a:t>Output</a:t>
              </a:r>
              <a:endParaRPr sz="2200">
                <a:latin typeface="Daytona" panose="020B0604030500040204" pitchFamily="34" charset="0"/>
              </a:endParaRPr>
            </a:p>
          </p:txBody>
        </p:sp>
        <p:sp>
          <p:nvSpPr>
            <p:cNvPr id="48" name="Google Shape;92;p8">
              <a:extLst>
                <a:ext uri="{FF2B5EF4-FFF2-40B4-BE49-F238E27FC236}">
                  <a16:creationId xmlns:a16="http://schemas.microsoft.com/office/drawing/2014/main" id="{B414B390-9C88-3522-30C8-08B826286539}"/>
                </a:ext>
              </a:extLst>
            </p:cNvPr>
            <p:cNvSpPr/>
            <p:nvPr/>
          </p:nvSpPr>
          <p:spPr>
            <a:xfrm>
              <a:off x="2748525" y="4638896"/>
              <a:ext cx="1584300" cy="1104004"/>
            </a:xfrm>
            <a:prstGeom prst="rect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ntarell"/>
                <a:buNone/>
              </a:pPr>
              <a:r>
                <a:rPr lang="en-GB" sz="2200">
                  <a:solidFill>
                    <a:srgbClr val="000000"/>
                  </a:solidFill>
                  <a:latin typeface="Daytona"/>
                  <a:sym typeface="Cantarell"/>
                </a:rPr>
                <a:t>Memory</a:t>
              </a:r>
              <a:endParaRPr sz="2200">
                <a:latin typeface="Daytona" panose="020B0604030500040204" pitchFamily="34" charset="0"/>
              </a:endParaRPr>
            </a:p>
          </p:txBody>
        </p:sp>
        <p:cxnSp>
          <p:nvCxnSpPr>
            <p:cNvPr id="49" name="Google Shape;93;p8">
              <a:extLst>
                <a:ext uri="{FF2B5EF4-FFF2-40B4-BE49-F238E27FC236}">
                  <a16:creationId xmlns:a16="http://schemas.microsoft.com/office/drawing/2014/main" id="{4666861F-C42D-B464-9F00-6A2888205F5C}"/>
                </a:ext>
              </a:extLst>
            </p:cNvPr>
            <p:cNvCxnSpPr>
              <a:cxnSpLocks/>
              <a:stCxn id="45" idx="3"/>
              <a:endCxn id="46" idx="1"/>
            </p:cNvCxnSpPr>
            <p:nvPr/>
          </p:nvCxnSpPr>
          <p:spPr>
            <a:xfrm>
              <a:off x="2169550" y="3267673"/>
              <a:ext cx="578975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0" name="Google Shape;94;p8">
              <a:extLst>
                <a:ext uri="{FF2B5EF4-FFF2-40B4-BE49-F238E27FC236}">
                  <a16:creationId xmlns:a16="http://schemas.microsoft.com/office/drawing/2014/main" id="{69AA3970-C8E9-337E-D41E-F578B15E02DF}"/>
                </a:ext>
              </a:extLst>
            </p:cNvPr>
            <p:cNvCxnSpPr/>
            <p:nvPr/>
          </p:nvCxnSpPr>
          <p:spPr>
            <a:xfrm>
              <a:off x="4332825" y="3377000"/>
              <a:ext cx="579000" cy="0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1" name="Google Shape;95;p8">
              <a:extLst>
                <a:ext uri="{FF2B5EF4-FFF2-40B4-BE49-F238E27FC236}">
                  <a16:creationId xmlns:a16="http://schemas.microsoft.com/office/drawing/2014/main" id="{8BDE4096-0296-A3E0-D242-389700FAFCDA}"/>
                </a:ext>
              </a:extLst>
            </p:cNvPr>
            <p:cNvCxnSpPr>
              <a:cxnSpLocks/>
            </p:cNvCxnSpPr>
            <p:nvPr/>
          </p:nvCxnSpPr>
          <p:spPr>
            <a:xfrm>
              <a:off x="3241275" y="3781144"/>
              <a:ext cx="0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52" name="Google Shape;96;p8">
              <a:extLst>
                <a:ext uri="{FF2B5EF4-FFF2-40B4-BE49-F238E27FC236}">
                  <a16:creationId xmlns:a16="http://schemas.microsoft.com/office/drawing/2014/main" id="{EC9ECA26-7B89-57BA-EFA0-CC3EC16EC9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9802" y="3781144"/>
              <a:ext cx="1" cy="857752"/>
            </a:xfrm>
            <a:prstGeom prst="straightConnector1">
              <a:avLst/>
            </a:prstGeom>
            <a:grpFill/>
            <a:ln w="38100" cap="flat" cmpd="sng">
              <a:solidFill>
                <a:srgbClr val="7F6A93"/>
              </a:solidFill>
              <a:prstDash val="solid"/>
              <a:round/>
              <a:headEnd type="none" w="sm" len="sm"/>
              <a:tailEnd type="triangle" w="lg" len="lg"/>
            </a:ln>
          </p:spPr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8C40D77-714D-AD3F-B0D3-C6300F507A93}"/>
              </a:ext>
            </a:extLst>
          </p:cNvPr>
          <p:cNvSpPr/>
          <p:nvPr/>
        </p:nvSpPr>
        <p:spPr>
          <a:xfrm>
            <a:off x="5411373" y="699039"/>
            <a:ext cx="3059222" cy="11712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tx1"/>
                </a:solidFill>
                <a:latin typeface="Daytona"/>
                <a:cs typeface="Segoe UI"/>
              </a:rPr>
              <a:t>Instructions and data are processed by the CPU. </a:t>
            </a:r>
            <a:endParaRPr lang="en-GB" sz="2200">
              <a:solidFill>
                <a:schemeClr val="tx1"/>
              </a:solidFill>
              <a:latin typeface="Daytona"/>
              <a:cs typeface="Segoe UI"/>
            </a:endParaRPr>
          </a:p>
        </p:txBody>
      </p:sp>
      <p:pic>
        <p:nvPicPr>
          <p:cNvPr id="18" name="Picture 4" descr="See the source image">
            <a:extLst>
              <a:ext uri="{FF2B5EF4-FFF2-40B4-BE49-F238E27FC236}">
                <a16:creationId xmlns:a16="http://schemas.microsoft.com/office/drawing/2014/main" id="{3A952318-C650-210A-B4FB-FBE3D0CA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7138" flipH="1">
            <a:off x="5253070" y="1433947"/>
            <a:ext cx="727090" cy="79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B99545D-2F5E-FEAE-A88B-8A1631D56D48}"/>
              </a:ext>
            </a:extLst>
          </p:cNvPr>
          <p:cNvSpPr/>
          <p:nvPr/>
        </p:nvSpPr>
        <p:spPr>
          <a:xfrm>
            <a:off x="1421406" y="4747857"/>
            <a:ext cx="4076097" cy="9422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solidFill>
                  <a:schemeClr val="tx1"/>
                </a:solidFill>
                <a:latin typeface="Daytona"/>
                <a:cs typeface="Segoe UI"/>
              </a:rPr>
              <a:t>Everything that a computer processes is stored as: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1026" name="Picture 2" descr="how binary code makes computers work - LME Services">
            <a:extLst>
              <a:ext uri="{FF2B5EF4-FFF2-40B4-BE49-F238E27FC236}">
                <a16:creationId xmlns:a16="http://schemas.microsoft.com/office/drawing/2014/main" id="{215E90B9-885A-7019-8B92-535160F2B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373" y="4351929"/>
            <a:ext cx="3506292" cy="197228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83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Flashback Icons - Free SVG &amp; PNG Flashback Images - Noun Project">
            <a:extLst>
              <a:ext uri="{FF2B5EF4-FFF2-40B4-BE49-F238E27FC236}">
                <a16:creationId xmlns:a16="http://schemas.microsoft.com/office/drawing/2014/main" id="{452B24AB-F52D-D7DA-8C5B-1F77CD445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302" y="572071"/>
            <a:ext cx="996208" cy="99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4CF353A9-494A-284F-5CFC-FBE23C8F1F05}"/>
              </a:ext>
            </a:extLst>
          </p:cNvPr>
          <p:cNvSpPr txBox="1">
            <a:spLocks/>
          </p:cNvSpPr>
          <p:nvPr/>
        </p:nvSpPr>
        <p:spPr>
          <a:xfrm>
            <a:off x="1919510" y="872992"/>
            <a:ext cx="2561426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Flashback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E44887-D982-EB85-9833-CCDC255EB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376153"/>
              </p:ext>
            </p:extLst>
          </p:nvPr>
        </p:nvGraphicFramePr>
        <p:xfrm>
          <a:off x="1057274" y="3780503"/>
          <a:ext cx="7905751" cy="2772251"/>
        </p:xfrm>
        <a:graphic>
          <a:graphicData uri="http://schemas.openxmlformats.org/drawingml/2006/table">
            <a:tbl>
              <a:tblPr firstRow="1" firstCol="1" bandRow="1"/>
              <a:tblGrid>
                <a:gridCol w="607054">
                  <a:extLst>
                    <a:ext uri="{9D8B030D-6E8A-4147-A177-3AD203B41FA5}">
                      <a16:colId xmlns:a16="http://schemas.microsoft.com/office/drawing/2014/main" val="467168783"/>
                    </a:ext>
                  </a:extLst>
                </a:gridCol>
                <a:gridCol w="2113889">
                  <a:extLst>
                    <a:ext uri="{9D8B030D-6E8A-4147-A177-3AD203B41FA5}">
                      <a16:colId xmlns:a16="http://schemas.microsoft.com/office/drawing/2014/main" val="3564557409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839591494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3934024706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2378547559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2806426548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4073368034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777170441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1156495757"/>
                    </a:ext>
                  </a:extLst>
                </a:gridCol>
                <a:gridCol w="648101">
                  <a:extLst>
                    <a:ext uri="{9D8B030D-6E8A-4147-A177-3AD203B41FA5}">
                      <a16:colId xmlns:a16="http://schemas.microsoft.com/office/drawing/2014/main" val="3333315686"/>
                    </a:ext>
                  </a:extLst>
                </a:gridCol>
              </a:tblGrid>
              <a:tr h="554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Number to Convert: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128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64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32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 b="1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721808"/>
                  </a:ext>
                </a:extLst>
              </a:tr>
              <a:tr h="508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e.g.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68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383806"/>
                  </a:ext>
                </a:extLst>
              </a:tr>
              <a:tr h="554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a.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35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97761"/>
                  </a:ext>
                </a:extLst>
              </a:tr>
              <a:tr h="554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b.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75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453860"/>
                  </a:ext>
                </a:extLst>
              </a:tr>
              <a:tr h="5541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c.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effectLst/>
                          <a:latin typeface="Daytona" panose="020B060403050004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100</a:t>
                      </a:r>
                      <a:endParaRPr lang="en-GB" sz="2400">
                        <a:effectLst/>
                        <a:latin typeface="Daytona" panose="020B0604030500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2400">
                        <a:effectLst/>
                        <a:latin typeface="Daytona" panose="020B0604030500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9525" marB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91524"/>
                  </a:ext>
                </a:extLst>
              </a:tr>
            </a:tbl>
          </a:graphicData>
        </a:graphic>
      </p:graphicFrame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A71DD0C-F950-367C-6671-2FF0D5F21C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17261" y="1568279"/>
            <a:ext cx="4488189" cy="1216016"/>
          </a:xfrm>
        </p:spPr>
        <p:txBody>
          <a:bodyPr/>
          <a:lstStyle/>
          <a:p>
            <a:pPr marL="0" indent="0">
              <a:buNone/>
            </a:pPr>
            <a:r>
              <a:rPr lang="en-US" sz="2200" dirty="0"/>
              <a:t>Computer use millions of electronic circuits and switches which can either be </a:t>
            </a:r>
            <a:r>
              <a:rPr lang="en-US" sz="2200" b="1" dirty="0"/>
              <a:t>On</a:t>
            </a:r>
            <a:r>
              <a:rPr lang="en-US" sz="2200" dirty="0"/>
              <a:t> or </a:t>
            </a:r>
            <a:r>
              <a:rPr lang="en-US" sz="2200" b="1" dirty="0"/>
              <a:t>Off</a:t>
            </a:r>
            <a:r>
              <a:rPr lang="en-US" sz="2200" dirty="0"/>
              <a:t>.</a:t>
            </a:r>
          </a:p>
        </p:txBody>
      </p:sp>
      <p:pic>
        <p:nvPicPr>
          <p:cNvPr id="6" name="Google Shape;168;p17">
            <a:extLst>
              <a:ext uri="{FF2B5EF4-FFF2-40B4-BE49-F238E27FC236}">
                <a16:creationId xmlns:a16="http://schemas.microsoft.com/office/drawing/2014/main" id="{5B0D7AAC-60CD-9459-0FFF-7BC8532D35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1408" y="773396"/>
            <a:ext cx="2779500" cy="2010900"/>
          </a:xfrm>
          <a:prstGeom prst="flowChartAlternateProcess">
            <a:avLst/>
          </a:prstGeom>
          <a:noFill/>
          <a:ln w="38100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F9B67C-2CC7-25DE-638F-EDA165B8102E}"/>
              </a:ext>
            </a:extLst>
          </p:cNvPr>
          <p:cNvSpPr/>
          <p:nvPr/>
        </p:nvSpPr>
        <p:spPr>
          <a:xfrm>
            <a:off x="5229935" y="2877510"/>
            <a:ext cx="413824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80000"/>
              </a:lnSpc>
              <a:buClr>
                <a:srgbClr val="000000"/>
              </a:buClr>
            </a:pPr>
            <a:r>
              <a:rPr lang="en-GB" sz="2000" b="1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On </a:t>
            </a:r>
            <a:r>
              <a:rPr lang="en-GB" sz="2000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is represented by</a:t>
            </a:r>
            <a:r>
              <a:rPr lang="en-GB" sz="2000" b="1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 1.</a:t>
            </a:r>
            <a:br>
              <a:rPr lang="en-GB" sz="2000" b="1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</a:br>
            <a:r>
              <a:rPr lang="en-GB" sz="2000" b="1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Off </a:t>
            </a:r>
            <a:r>
              <a:rPr lang="en-GB" sz="2000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is represented by</a:t>
            </a:r>
            <a:r>
              <a:rPr lang="en-GB" sz="2000" b="1">
                <a:solidFill>
                  <a:srgbClr val="000000"/>
                </a:solidFill>
                <a:latin typeface="Daytona" panose="020B0604030500040204" pitchFamily="34" charset="0"/>
                <a:ea typeface="Cantarell"/>
                <a:cs typeface="Segoe UI" panose="020B0502040204020203" pitchFamily="34" charset="0"/>
                <a:sym typeface="Cantarell"/>
              </a:rPr>
              <a:t> 0.</a:t>
            </a:r>
            <a:endParaRPr lang="en-GB" sz="2000"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99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pic>
        <p:nvPicPr>
          <p:cNvPr id="5" name="Picture 2" descr="See the source image">
            <a:extLst>
              <a:ext uri="{FF2B5EF4-FFF2-40B4-BE49-F238E27FC236}">
                <a16:creationId xmlns:a16="http://schemas.microsoft.com/office/drawing/2014/main" id="{AA40776B-3A4A-9CC8-A425-EF1CA783BB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714" y="1861327"/>
            <a:ext cx="4613386" cy="3455173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AEF949-0A55-0FAE-0F88-D4A89A131624}"/>
              </a:ext>
            </a:extLst>
          </p:cNvPr>
          <p:cNvSpPr txBox="1"/>
          <p:nvPr/>
        </p:nvSpPr>
        <p:spPr>
          <a:xfrm>
            <a:off x="5970454" y="1511421"/>
            <a:ext cx="2796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Daytona" panose="020B0604030500040204" pitchFamily="34" charset="0"/>
              </a:rPr>
              <a:t>Here is an </a:t>
            </a:r>
            <a:r>
              <a:rPr lang="en-GB" sz="2200" b="1" dirty="0">
                <a:latin typeface="Daytona" panose="020B0604030500040204" pitchFamily="34" charset="0"/>
              </a:rPr>
              <a:t>analogue</a:t>
            </a:r>
            <a:r>
              <a:rPr lang="en-GB" sz="2200" dirty="0">
                <a:latin typeface="Daytona" panose="020B0604030500040204" pitchFamily="34" charset="0"/>
              </a:rPr>
              <a:t> sound </a:t>
            </a:r>
            <a:r>
              <a:rPr lang="en-GB" sz="2200" dirty="0">
                <a:solidFill>
                  <a:srgbClr val="DC1927"/>
                </a:solidFill>
                <a:latin typeface="Daytona" panose="020B0604030500040204" pitchFamily="34" charset="0"/>
              </a:rPr>
              <a:t>wave</a:t>
            </a:r>
            <a:r>
              <a:rPr lang="en-GB" sz="2200" dirty="0">
                <a:latin typeface="Daytona" panose="020B0604030500040204" pitchFamily="34" charset="0"/>
              </a:rPr>
              <a:t>.</a:t>
            </a:r>
          </a:p>
          <a:p>
            <a:endParaRPr lang="en-GB" sz="2200" dirty="0">
              <a:latin typeface="Daytona" panose="020B0604030500040204" pitchFamily="34" charset="0"/>
            </a:endParaRPr>
          </a:p>
          <a:p>
            <a:r>
              <a:rPr lang="en-GB" sz="2200" dirty="0">
                <a:latin typeface="Daytona" panose="020B0604030500040204" pitchFamily="34" charset="0"/>
              </a:rPr>
              <a:t>Each </a:t>
            </a:r>
            <a:r>
              <a:rPr lang="en-GB" sz="2200" dirty="0">
                <a:solidFill>
                  <a:srgbClr val="0002E9"/>
                </a:solidFill>
                <a:latin typeface="Daytona" panose="020B0604030500040204" pitchFamily="34" charset="0"/>
              </a:rPr>
              <a:t>blue dot </a:t>
            </a:r>
            <a:r>
              <a:rPr lang="en-GB" sz="2200" dirty="0">
                <a:latin typeface="Daytona" panose="020B0604030500040204" pitchFamily="34" charset="0"/>
              </a:rPr>
              <a:t>is where the sound is </a:t>
            </a:r>
            <a:r>
              <a:rPr lang="en-GB" sz="2200" b="1" dirty="0">
                <a:latin typeface="Daytona" panose="020B0604030500040204" pitchFamily="34" charset="0"/>
              </a:rPr>
              <a:t>sampled</a:t>
            </a:r>
            <a:r>
              <a:rPr lang="en-GB" sz="2200" dirty="0">
                <a:latin typeface="Daytona" panose="020B0604030500040204" pitchFamily="34" charset="0"/>
              </a:rPr>
              <a:t>. </a:t>
            </a:r>
          </a:p>
          <a:p>
            <a:endParaRPr lang="en-GB" sz="2200" dirty="0">
              <a:latin typeface="Daytona" panose="020B0604030500040204" pitchFamily="34" charset="0"/>
            </a:endParaRPr>
          </a:p>
          <a:p>
            <a:r>
              <a:rPr lang="en-GB" sz="2200" dirty="0">
                <a:latin typeface="Daytona" panose="020B0604030500040204" pitchFamily="34" charset="0"/>
              </a:rPr>
              <a:t>A sample is where the sound is </a:t>
            </a:r>
            <a:r>
              <a:rPr lang="en-GB" sz="2200" b="1" dirty="0">
                <a:latin typeface="Daytona" panose="020B0604030500040204" pitchFamily="34" charset="0"/>
              </a:rPr>
              <a:t>converted</a:t>
            </a:r>
            <a:r>
              <a:rPr lang="en-GB" sz="2200" dirty="0">
                <a:latin typeface="Daytona" panose="020B0604030500040204" pitchFamily="34" charset="0"/>
              </a:rPr>
              <a:t> into </a:t>
            </a:r>
            <a:r>
              <a:rPr lang="en-GB" sz="2200" b="1" dirty="0">
                <a:latin typeface="Daytona" panose="020B0604030500040204" pitchFamily="34" charset="0"/>
              </a:rPr>
              <a:t>binary</a:t>
            </a:r>
            <a:r>
              <a:rPr lang="en-GB" sz="2200" dirty="0">
                <a:latin typeface="Daytona" panose="020B0604030500040204" pitchFamily="34" charset="0"/>
              </a:rPr>
              <a:t> to store it. </a:t>
            </a:r>
          </a:p>
        </p:txBody>
      </p:sp>
    </p:spTree>
    <p:extLst>
      <p:ext uri="{BB962C8B-B14F-4D97-AF65-F5344CB8AC3E}">
        <p14:creationId xmlns:p14="http://schemas.microsoft.com/office/powerpoint/2010/main" val="104078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pic>
        <p:nvPicPr>
          <p:cNvPr id="9" name="Picture 2" descr="See the source image">
            <a:extLst>
              <a:ext uri="{FF2B5EF4-FFF2-40B4-BE49-F238E27FC236}">
                <a16:creationId xmlns:a16="http://schemas.microsoft.com/office/drawing/2014/main" id="{E0BA457A-475C-160A-A0C7-C98B8C12F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639" y="1861327"/>
            <a:ext cx="4613386" cy="3455173"/>
          </a:xfrm>
          <a:prstGeom prst="rect">
            <a:avLst/>
          </a:prstGeo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2F06C2-BBA1-FBCD-2089-AADC0BB61891}"/>
              </a:ext>
            </a:extLst>
          </p:cNvPr>
          <p:cNvSpPr txBox="1"/>
          <p:nvPr/>
        </p:nvSpPr>
        <p:spPr>
          <a:xfrm>
            <a:off x="1118705" y="1680700"/>
            <a:ext cx="305324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Daytona" panose="020B0604030500040204" pitchFamily="34" charset="0"/>
              </a:rPr>
              <a:t>We can sample a sound by recording it using an </a:t>
            </a:r>
            <a:r>
              <a:rPr lang="en-GB" sz="2200" b="1" dirty="0">
                <a:latin typeface="Daytona" panose="020B0604030500040204" pitchFamily="34" charset="0"/>
              </a:rPr>
              <a:t>analogue to digital converter</a:t>
            </a:r>
            <a:r>
              <a:rPr lang="en-GB" sz="2200" dirty="0">
                <a:latin typeface="Daytona" panose="020B0604030500040204" pitchFamily="34" charset="0"/>
              </a:rPr>
              <a:t>. </a:t>
            </a:r>
          </a:p>
          <a:p>
            <a:endParaRPr lang="en-GB" sz="2200" dirty="0">
              <a:latin typeface="Daytona" panose="020B0604030500040204" pitchFamily="34" charset="0"/>
            </a:endParaRPr>
          </a:p>
          <a:p>
            <a:r>
              <a:rPr lang="en-GB" sz="2200" dirty="0">
                <a:latin typeface="Daytona" panose="020B0604030500040204" pitchFamily="34" charset="0"/>
              </a:rPr>
              <a:t>The samples can then be converted to </a:t>
            </a:r>
            <a:r>
              <a:rPr lang="en-GB" sz="2200" b="1" dirty="0">
                <a:latin typeface="Daytona" panose="020B0604030500040204" pitchFamily="34" charset="0"/>
              </a:rPr>
              <a:t>binary</a:t>
            </a:r>
            <a:r>
              <a:rPr lang="en-GB" sz="2200" dirty="0">
                <a:latin typeface="Daytona" panose="020B0604030500040204" pitchFamily="34" charset="0"/>
              </a:rPr>
              <a:t>. They will be recorded to the </a:t>
            </a:r>
            <a:r>
              <a:rPr lang="en-GB" sz="2200" b="1" dirty="0">
                <a:latin typeface="Daytona" panose="020B0604030500040204" pitchFamily="34" charset="0"/>
              </a:rPr>
              <a:t>nearest whole number</a:t>
            </a:r>
            <a:r>
              <a:rPr lang="en-GB" sz="2200" dirty="0">
                <a:latin typeface="Daytona" panose="020B060403050004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D810BC-2E5D-81D8-56FA-DBC3382E5639}"/>
              </a:ext>
            </a:extLst>
          </p:cNvPr>
          <p:cNvSpPr txBox="1"/>
          <p:nvPr/>
        </p:nvSpPr>
        <p:spPr>
          <a:xfrm>
            <a:off x="6286501" y="1977596"/>
            <a:ext cx="240982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400">
                <a:solidFill>
                  <a:schemeClr val="bg1"/>
                </a:solidFill>
                <a:latin typeface="Daytona" panose="020B0604030500040204" pitchFamily="34" charset="0"/>
              </a:rPr>
              <a:t>_ </a:t>
            </a:r>
            <a:r>
              <a:rPr lang="en-GB" sz="2400">
                <a:latin typeface="Daytona" panose="020B0604030500040204" pitchFamily="34" charset="0"/>
              </a:rPr>
              <a:t>01100011</a:t>
            </a:r>
            <a:r>
              <a:rPr lang="en-GB" sz="2400">
                <a:solidFill>
                  <a:schemeClr val="bg1"/>
                </a:solidFill>
                <a:latin typeface="Daytona" panose="020B0604030500040204" pitchFamily="34" charset="0"/>
              </a:rPr>
              <a:t>_</a:t>
            </a:r>
          </a:p>
        </p:txBody>
      </p:sp>
      <p:pic>
        <p:nvPicPr>
          <p:cNvPr id="12" name="Picture 2" descr="Curved Up Arrow - Free arrows icons">
            <a:extLst>
              <a:ext uri="{FF2B5EF4-FFF2-40B4-BE49-F238E27FC236}">
                <a16:creationId xmlns:a16="http://schemas.microsoft.com/office/drawing/2014/main" id="{7789EAA4-7645-9027-1650-E5CA94014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240758" flipV="1">
            <a:off x="5702294" y="1942251"/>
            <a:ext cx="844563" cy="84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02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67B7C6A1-9C5C-4FB0-2B23-AB2A45C10E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4168" y="1564434"/>
            <a:ext cx="7918857" cy="830997"/>
          </a:xfrm>
        </p:spPr>
        <p:txBody>
          <a:bodyPr/>
          <a:lstStyle/>
          <a:p>
            <a:pPr marL="0" indent="0">
              <a:buNone/>
            </a:pPr>
            <a:r>
              <a:rPr lang="en-GB" sz="2200" dirty="0">
                <a:cs typeface="+mn-cs"/>
              </a:rPr>
              <a:t>The more ‘samples’ are taken the closer the digital version will sound compared to the original.</a:t>
            </a:r>
          </a:p>
        </p:txBody>
      </p:sp>
      <p:pic>
        <p:nvPicPr>
          <p:cNvPr id="4" name="Picture 2" descr="Picture">
            <a:extLst>
              <a:ext uri="{FF2B5EF4-FFF2-40B4-BE49-F238E27FC236}">
                <a16:creationId xmlns:a16="http://schemas.microsoft.com/office/drawing/2014/main" id="{79CC75AD-3FC5-7CE6-B16D-150B5CB95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74" y="2270979"/>
            <a:ext cx="4726988" cy="265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ture">
            <a:extLst>
              <a:ext uri="{FF2B5EF4-FFF2-40B4-BE49-F238E27FC236}">
                <a16:creationId xmlns:a16="http://schemas.microsoft.com/office/drawing/2014/main" id="{64134C9C-6042-48F3-06E8-230AED0B2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037" y="4076142"/>
            <a:ext cx="4726988" cy="265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13480F-9655-039C-AFB2-F1EAAF641639}"/>
              </a:ext>
            </a:extLst>
          </p:cNvPr>
          <p:cNvSpPr txBox="1"/>
          <p:nvPr/>
        </p:nvSpPr>
        <p:spPr>
          <a:xfrm>
            <a:off x="5849309" y="3124695"/>
            <a:ext cx="3580442" cy="769441"/>
          </a:xfrm>
          <a:custGeom>
            <a:avLst/>
            <a:gdLst>
              <a:gd name="connsiteX0" fmla="*/ 0 w 3580442"/>
              <a:gd name="connsiteY0" fmla="*/ 0 h 769441"/>
              <a:gd name="connsiteX1" fmla="*/ 632545 w 3580442"/>
              <a:gd name="connsiteY1" fmla="*/ 0 h 769441"/>
              <a:gd name="connsiteX2" fmla="*/ 1229285 w 3580442"/>
              <a:gd name="connsiteY2" fmla="*/ 0 h 769441"/>
              <a:gd name="connsiteX3" fmla="*/ 1861830 w 3580442"/>
              <a:gd name="connsiteY3" fmla="*/ 0 h 769441"/>
              <a:gd name="connsiteX4" fmla="*/ 2530179 w 3580442"/>
              <a:gd name="connsiteY4" fmla="*/ 0 h 769441"/>
              <a:gd name="connsiteX5" fmla="*/ 3580442 w 3580442"/>
              <a:gd name="connsiteY5" fmla="*/ 0 h 769441"/>
              <a:gd name="connsiteX6" fmla="*/ 3580442 w 3580442"/>
              <a:gd name="connsiteY6" fmla="*/ 392415 h 769441"/>
              <a:gd name="connsiteX7" fmla="*/ 3580442 w 3580442"/>
              <a:gd name="connsiteY7" fmla="*/ 769441 h 769441"/>
              <a:gd name="connsiteX8" fmla="*/ 2912093 w 3580442"/>
              <a:gd name="connsiteY8" fmla="*/ 769441 h 769441"/>
              <a:gd name="connsiteX9" fmla="*/ 2243744 w 3580442"/>
              <a:gd name="connsiteY9" fmla="*/ 769441 h 769441"/>
              <a:gd name="connsiteX10" fmla="*/ 1718612 w 3580442"/>
              <a:gd name="connsiteY10" fmla="*/ 769441 h 769441"/>
              <a:gd name="connsiteX11" fmla="*/ 1193481 w 3580442"/>
              <a:gd name="connsiteY11" fmla="*/ 769441 h 769441"/>
              <a:gd name="connsiteX12" fmla="*/ 596740 w 3580442"/>
              <a:gd name="connsiteY12" fmla="*/ 769441 h 769441"/>
              <a:gd name="connsiteX13" fmla="*/ 0 w 3580442"/>
              <a:gd name="connsiteY13" fmla="*/ 769441 h 769441"/>
              <a:gd name="connsiteX14" fmla="*/ 0 w 3580442"/>
              <a:gd name="connsiteY14" fmla="*/ 384721 h 769441"/>
              <a:gd name="connsiteX15" fmla="*/ 0 w 3580442"/>
              <a:gd name="connsiteY15" fmla="*/ 0 h 769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580442" h="769441" extrusionOk="0">
                <a:moveTo>
                  <a:pt x="0" y="0"/>
                </a:moveTo>
                <a:cubicBezTo>
                  <a:pt x="182517" y="4744"/>
                  <a:pt x="429581" y="-22522"/>
                  <a:pt x="632545" y="0"/>
                </a:cubicBezTo>
                <a:cubicBezTo>
                  <a:pt x="835510" y="22522"/>
                  <a:pt x="965825" y="-18899"/>
                  <a:pt x="1229285" y="0"/>
                </a:cubicBezTo>
                <a:cubicBezTo>
                  <a:pt x="1492745" y="18899"/>
                  <a:pt x="1656846" y="9975"/>
                  <a:pt x="1861830" y="0"/>
                </a:cubicBezTo>
                <a:cubicBezTo>
                  <a:pt x="2066814" y="-9975"/>
                  <a:pt x="2229466" y="10777"/>
                  <a:pt x="2530179" y="0"/>
                </a:cubicBezTo>
                <a:cubicBezTo>
                  <a:pt x="2830892" y="-10777"/>
                  <a:pt x="3150321" y="-15003"/>
                  <a:pt x="3580442" y="0"/>
                </a:cubicBezTo>
                <a:cubicBezTo>
                  <a:pt x="3576957" y="83828"/>
                  <a:pt x="3587270" y="282097"/>
                  <a:pt x="3580442" y="392415"/>
                </a:cubicBezTo>
                <a:cubicBezTo>
                  <a:pt x="3573614" y="502734"/>
                  <a:pt x="3575320" y="659149"/>
                  <a:pt x="3580442" y="769441"/>
                </a:cubicBezTo>
                <a:cubicBezTo>
                  <a:pt x="3306000" y="749179"/>
                  <a:pt x="3047092" y="751450"/>
                  <a:pt x="2912093" y="769441"/>
                </a:cubicBezTo>
                <a:cubicBezTo>
                  <a:pt x="2777094" y="787432"/>
                  <a:pt x="2550924" y="745135"/>
                  <a:pt x="2243744" y="769441"/>
                </a:cubicBezTo>
                <a:cubicBezTo>
                  <a:pt x="1936564" y="793747"/>
                  <a:pt x="1856197" y="767366"/>
                  <a:pt x="1718612" y="769441"/>
                </a:cubicBezTo>
                <a:cubicBezTo>
                  <a:pt x="1581027" y="771516"/>
                  <a:pt x="1352886" y="792956"/>
                  <a:pt x="1193481" y="769441"/>
                </a:cubicBezTo>
                <a:cubicBezTo>
                  <a:pt x="1034076" y="745926"/>
                  <a:pt x="848509" y="756190"/>
                  <a:pt x="596740" y="769441"/>
                </a:cubicBezTo>
                <a:cubicBezTo>
                  <a:pt x="344971" y="782692"/>
                  <a:pt x="208010" y="793110"/>
                  <a:pt x="0" y="769441"/>
                </a:cubicBezTo>
                <a:cubicBezTo>
                  <a:pt x="2776" y="659012"/>
                  <a:pt x="-4127" y="510829"/>
                  <a:pt x="0" y="384721"/>
                </a:cubicBezTo>
                <a:cubicBezTo>
                  <a:pt x="4127" y="258613"/>
                  <a:pt x="-13579" y="17699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8624514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GB" sz="2200">
                <a:solidFill>
                  <a:srgbClr val="558EC2"/>
                </a:solidFill>
                <a:latin typeface="Daytona" panose="020B0604030500040204" pitchFamily="34" charset="0"/>
              </a:rPr>
              <a:t>Blue = Analogue Original</a:t>
            </a:r>
            <a:br>
              <a:rPr lang="en-GB" sz="2200">
                <a:latin typeface="Daytona" panose="020B0604030500040204" pitchFamily="34" charset="0"/>
              </a:rPr>
            </a:br>
            <a:r>
              <a:rPr lang="en-GB" sz="2200">
                <a:solidFill>
                  <a:srgbClr val="FE0000"/>
                </a:solidFill>
                <a:latin typeface="Daytona" panose="020B0604030500040204" pitchFamily="34" charset="0"/>
              </a:rPr>
              <a:t>Red = Digital Version</a:t>
            </a:r>
          </a:p>
        </p:txBody>
      </p:sp>
    </p:spTree>
    <p:extLst>
      <p:ext uri="{BB962C8B-B14F-4D97-AF65-F5344CB8AC3E}">
        <p14:creationId xmlns:p14="http://schemas.microsoft.com/office/powerpoint/2010/main" val="208655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C61A9A3-F7C5-976F-4BCF-AC1E1BB4C4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205454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Task</a:t>
            </a:r>
          </a:p>
          <a:p>
            <a:pPr marL="0" indent="0">
              <a:buNone/>
            </a:pPr>
            <a:r>
              <a:rPr lang="en-US" sz="2200"/>
              <a:t>Add an image like the one below to your Class Notebook by typing ‘sample rate’ into a search engine. 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Explain what is happening in the picture you have chosen, the term sampling and how it converts sound in binary. </a:t>
            </a:r>
          </a:p>
        </p:txBody>
      </p:sp>
      <p:pic>
        <p:nvPicPr>
          <p:cNvPr id="6146" name="Picture 2" descr="Sample Rates and Bit Depth... In a nutshell">
            <a:extLst>
              <a:ext uri="{FF2B5EF4-FFF2-40B4-BE49-F238E27FC236}">
                <a16:creationId xmlns:a16="http://schemas.microsoft.com/office/drawing/2014/main" id="{E2C1F073-757C-C120-39F2-68235C6F1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863" y="2932682"/>
            <a:ext cx="7671577" cy="383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Lightbulb 1">
            <a:extLst>
              <a:ext uri="{FF2B5EF4-FFF2-40B4-BE49-F238E27FC236}">
                <a16:creationId xmlns:a16="http://schemas.microsoft.com/office/drawing/2014/main" id="{3D5104F9-F3E4-89F4-0E65-29F5207D2B7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2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pic>
        <p:nvPicPr>
          <p:cNvPr id="3074" name="Picture 2" descr="Introduction to Sound Waves – HSC Physics – Science Ready">
            <a:extLst>
              <a:ext uri="{FF2B5EF4-FFF2-40B4-BE49-F238E27FC236}">
                <a16:creationId xmlns:a16="http://schemas.microsoft.com/office/drawing/2014/main" id="{1BBB476B-70F7-769D-26CC-738D458A4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34"/>
          <a:stretch/>
        </p:blipFill>
        <p:spPr bwMode="auto">
          <a:xfrm>
            <a:off x="1910489" y="3181413"/>
            <a:ext cx="6216956" cy="23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1D76E2C8-B48B-1C2E-993C-75E90148E1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4168" y="1564434"/>
            <a:ext cx="7918857" cy="830997"/>
          </a:xfrm>
        </p:spPr>
        <p:txBody>
          <a:bodyPr/>
          <a:lstStyle/>
          <a:p>
            <a:pPr marL="0" indent="0">
              <a:buNone/>
            </a:pPr>
            <a:r>
              <a:rPr lang="en-GB" sz="2200" dirty="0">
                <a:cs typeface="+mn-cs"/>
              </a:rPr>
              <a:t>Today we are going to be focusing on the amplitude of the sound wave. </a:t>
            </a:r>
          </a:p>
          <a:p>
            <a:pPr marL="0" indent="0">
              <a:buNone/>
            </a:pPr>
            <a:endParaRPr lang="en-GB" sz="2200" dirty="0">
              <a:cs typeface="+mn-cs"/>
            </a:endParaRPr>
          </a:p>
          <a:p>
            <a:pPr marL="0" indent="0" algn="ctr">
              <a:buNone/>
            </a:pPr>
            <a:r>
              <a:rPr lang="en-GB" sz="2200" b="1" dirty="0">
                <a:cs typeface="+mn-cs"/>
              </a:rPr>
              <a:t>The higher the wave the louder the sound. </a:t>
            </a:r>
          </a:p>
        </p:txBody>
      </p:sp>
      <p:pic>
        <p:nvPicPr>
          <p:cNvPr id="6" name="Picture 5" descr="A black speaker with waves&#10;&#10;Description automatically generated">
            <a:extLst>
              <a:ext uri="{FF2B5EF4-FFF2-40B4-BE49-F238E27FC236}">
                <a16:creationId xmlns:a16="http://schemas.microsoft.com/office/drawing/2014/main" id="{BAA27A14-236E-D1A3-2A9A-559F388361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450" y="3455670"/>
            <a:ext cx="488950" cy="440690"/>
          </a:xfrm>
          <a:prstGeom prst="rect">
            <a:avLst/>
          </a:prstGeom>
        </p:spPr>
      </p:pic>
      <p:pic>
        <p:nvPicPr>
          <p:cNvPr id="7" name="Picture 6" descr="A black sound icon&#10;&#10;Description automatically generated">
            <a:extLst>
              <a:ext uri="{FF2B5EF4-FFF2-40B4-BE49-F238E27FC236}">
                <a16:creationId xmlns:a16="http://schemas.microsoft.com/office/drawing/2014/main" id="{E8795294-F5DB-BB69-0540-550312D409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12" y="3429000"/>
            <a:ext cx="400050" cy="467360"/>
          </a:xfrm>
          <a:prstGeom prst="rect">
            <a:avLst/>
          </a:prstGeom>
        </p:spPr>
      </p:pic>
      <p:pic>
        <p:nvPicPr>
          <p:cNvPr id="9" name="Lightbulb 1">
            <a:extLst>
              <a:ext uri="{FF2B5EF4-FFF2-40B4-BE49-F238E27FC236}">
                <a16:creationId xmlns:a16="http://schemas.microsoft.com/office/drawing/2014/main" id="{551F0DAD-A7E4-DA68-7116-216E29542E7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8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pic>
        <p:nvPicPr>
          <p:cNvPr id="3074" name="Picture 2" descr="Introduction to Sound Waves – HSC Physics – Science Ready">
            <a:extLst>
              <a:ext uri="{FF2B5EF4-FFF2-40B4-BE49-F238E27FC236}">
                <a16:creationId xmlns:a16="http://schemas.microsoft.com/office/drawing/2014/main" id="{1BBB476B-70F7-769D-26CC-738D458A4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34"/>
          <a:stretch/>
        </p:blipFill>
        <p:spPr bwMode="auto">
          <a:xfrm>
            <a:off x="2442715" y="2226190"/>
            <a:ext cx="6216956" cy="2362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0AFB1129-23C2-6581-6F16-F520512CCE4C}"/>
              </a:ext>
            </a:extLst>
          </p:cNvPr>
          <p:cNvSpPr txBox="1">
            <a:spLocks/>
          </p:cNvSpPr>
          <p:nvPr/>
        </p:nvSpPr>
        <p:spPr>
          <a:xfrm>
            <a:off x="1044168" y="1564434"/>
            <a:ext cx="7918857" cy="8309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>
                <a:cs typeface="+mn-cs"/>
              </a:rPr>
              <a:t>What is the difference between the two amplitudes?</a:t>
            </a:r>
            <a:endParaRPr lang="en-GB" sz="2200" b="1"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D4AB4C-7FAF-546F-0382-0CD0B7345C5E}"/>
              </a:ext>
            </a:extLst>
          </p:cNvPr>
          <p:cNvSpPr txBox="1"/>
          <p:nvPr/>
        </p:nvSpPr>
        <p:spPr>
          <a:xfrm>
            <a:off x="2410302" y="4562830"/>
            <a:ext cx="2768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Daytona" panose="020B0604030500040204" pitchFamily="34" charset="0"/>
              </a:rPr>
              <a:t>Wave 1 Amplitude: </a:t>
            </a:r>
          </a:p>
          <a:p>
            <a:pPr algn="ctr"/>
            <a:r>
              <a:rPr lang="en-GB" sz="2400" b="1" dirty="0">
                <a:latin typeface="Daytona" panose="020B0604030500040204" pitchFamily="34" charset="0"/>
              </a:rPr>
              <a:t>00110001</a:t>
            </a:r>
            <a:endParaRPr lang="en-GB" sz="2400" b="1" dirty="0">
              <a:solidFill>
                <a:schemeClr val="bg1"/>
              </a:solidFill>
              <a:latin typeface="Daytona" panose="020B0604030500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08D29-ED2C-1C0E-3088-BE1C33399C54}"/>
              </a:ext>
            </a:extLst>
          </p:cNvPr>
          <p:cNvSpPr txBox="1"/>
          <p:nvPr/>
        </p:nvSpPr>
        <p:spPr>
          <a:xfrm>
            <a:off x="5841988" y="4631417"/>
            <a:ext cx="276827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Daytona" panose="020B0604030500040204" pitchFamily="34" charset="0"/>
              </a:rPr>
              <a:t>Wave 2 Amplitude: </a:t>
            </a:r>
          </a:p>
          <a:p>
            <a:pPr algn="ctr"/>
            <a:r>
              <a:rPr lang="en-GB" sz="2400" b="1" dirty="0">
                <a:latin typeface="Daytona" panose="020B0604030500040204" pitchFamily="34" charset="0"/>
              </a:rPr>
              <a:t>01100010</a:t>
            </a:r>
            <a:endParaRPr lang="en-GB" sz="2400" b="1" dirty="0">
              <a:solidFill>
                <a:schemeClr val="bg1"/>
              </a:solidFill>
              <a:latin typeface="Daytona" panose="020B060403050004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C19111-D64E-EF92-F217-6422C77EDE3F}"/>
              </a:ext>
            </a:extLst>
          </p:cNvPr>
          <p:cNvSpPr/>
          <p:nvPr/>
        </p:nvSpPr>
        <p:spPr>
          <a:xfrm>
            <a:off x="1492486" y="5406275"/>
            <a:ext cx="7458432" cy="967174"/>
          </a:xfrm>
          <a:prstGeom prst="rect">
            <a:avLst/>
          </a:prstGeom>
          <a:solidFill>
            <a:srgbClr val="AD28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Daytona" panose="020B0604030500040204" pitchFamily="34" charset="0"/>
              </a:rPr>
              <a:t>In Computer Science when the binary numbers have all been moved left or right we call this a ‘shift’.</a:t>
            </a:r>
            <a:endParaRPr lang="en-GB" sz="2200" dirty="0">
              <a:latin typeface="Daytona" panose="020B0604030500040204" pitchFamily="34" charset="0"/>
            </a:endParaRPr>
          </a:p>
        </p:txBody>
      </p:sp>
      <p:pic>
        <p:nvPicPr>
          <p:cNvPr id="12" name="Picture 11" descr="A black speaker with waves&#10;&#10;Description automatically generated">
            <a:extLst>
              <a:ext uri="{FF2B5EF4-FFF2-40B4-BE49-F238E27FC236}">
                <a16:creationId xmlns:a16="http://schemas.microsoft.com/office/drawing/2014/main" id="{85B6DE93-C627-B423-A82E-6C7801704B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700" y="2209771"/>
            <a:ext cx="488950" cy="440690"/>
          </a:xfrm>
          <a:prstGeom prst="rect">
            <a:avLst/>
          </a:prstGeom>
        </p:spPr>
      </p:pic>
      <p:pic>
        <p:nvPicPr>
          <p:cNvPr id="13" name="Picture 12" descr="A black sound icon&#10;&#10;Description automatically generated">
            <a:extLst>
              <a:ext uri="{FF2B5EF4-FFF2-40B4-BE49-F238E27FC236}">
                <a16:creationId xmlns:a16="http://schemas.microsoft.com/office/drawing/2014/main" id="{5F058AD0-5965-1A76-3C36-D3250C7A83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387" y="2183100"/>
            <a:ext cx="400050" cy="824559"/>
          </a:xfrm>
          <a:prstGeom prst="rect">
            <a:avLst/>
          </a:prstGeom>
        </p:spPr>
      </p:pic>
      <p:pic>
        <p:nvPicPr>
          <p:cNvPr id="14" name="Lightbulb 1">
            <a:extLst>
              <a:ext uri="{FF2B5EF4-FFF2-40B4-BE49-F238E27FC236}">
                <a16:creationId xmlns:a16="http://schemas.microsoft.com/office/drawing/2014/main" id="{B0B328AE-BFBD-30AB-A553-FF61AFDEA23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5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uiExpand="1" build="p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26AD63-8928-9113-B2F5-BB84424B5D29}"/>
              </a:ext>
            </a:extLst>
          </p:cNvPr>
          <p:cNvSpPr/>
          <p:nvPr/>
        </p:nvSpPr>
        <p:spPr>
          <a:xfrm>
            <a:off x="1063813" y="1915782"/>
            <a:ext cx="8502509" cy="48490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If we shift the bits to the </a:t>
            </a:r>
            <a:r>
              <a:rPr lang="en-GB" sz="2200" b="1">
                <a:solidFill>
                  <a:srgbClr val="0070C0"/>
                </a:solidFill>
                <a:latin typeface="Daytona" panose="020B0604030500040204" pitchFamily="34" charset="0"/>
              </a:rPr>
              <a:t>left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we </a:t>
            </a:r>
            <a:r>
              <a:rPr lang="en-GB" sz="2200" b="1">
                <a:solidFill>
                  <a:srgbClr val="92D050"/>
                </a:solidFill>
                <a:latin typeface="Daytona" panose="020B0604030500040204" pitchFamily="34" charset="0"/>
              </a:rPr>
              <a:t>multiply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the number </a:t>
            </a:r>
            <a:r>
              <a:rPr lang="en-GB" sz="2200" b="1">
                <a:solidFill>
                  <a:schemeClr val="tx1"/>
                </a:solidFill>
                <a:latin typeface="Daytona" panose="020B0604030500040204" pitchFamily="34" charset="0"/>
              </a:rPr>
              <a:t>by 2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.</a:t>
            </a: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 algn="r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This is exactly like denary except it is by 2 instead of 10.</a:t>
            </a: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4" name="Google Shape;63;p7">
            <a:extLst>
              <a:ext uri="{FF2B5EF4-FFF2-40B4-BE49-F238E27FC236}">
                <a16:creationId xmlns:a16="http://schemas.microsoft.com/office/drawing/2014/main" id="{D505ED70-E034-44DF-1953-D1805F3760EC}"/>
              </a:ext>
            </a:extLst>
          </p:cNvPr>
          <p:cNvSpPr txBox="1"/>
          <p:nvPr/>
        </p:nvSpPr>
        <p:spPr>
          <a:xfrm>
            <a:off x="2719300" y="3073463"/>
            <a:ext cx="2750767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54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  1001</a:t>
            </a:r>
            <a:endParaRPr sz="1400"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54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10010</a:t>
            </a:r>
            <a:endParaRPr sz="54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5" name="Google Shape;64;p7">
            <a:extLst>
              <a:ext uri="{FF2B5EF4-FFF2-40B4-BE49-F238E27FC236}">
                <a16:creationId xmlns:a16="http://schemas.microsoft.com/office/drawing/2014/main" id="{5790B864-82A5-75C8-62AF-37D8F1B7F160}"/>
              </a:ext>
            </a:extLst>
          </p:cNvPr>
          <p:cNvCxnSpPr>
            <a:cxnSpLocks/>
          </p:cNvCxnSpPr>
          <p:nvPr/>
        </p:nvCxnSpPr>
        <p:spPr>
          <a:xfrm flipV="1">
            <a:off x="5017215" y="3076370"/>
            <a:ext cx="558800" cy="419100"/>
          </a:xfrm>
          <a:prstGeom prst="straightConnector1">
            <a:avLst/>
          </a:prstGeom>
          <a:noFill/>
          <a:ln w="38100" cap="flat" cmpd="sng">
            <a:solidFill>
              <a:srgbClr val="338D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" name="Google Shape;65;p7">
            <a:extLst>
              <a:ext uri="{FF2B5EF4-FFF2-40B4-BE49-F238E27FC236}">
                <a16:creationId xmlns:a16="http://schemas.microsoft.com/office/drawing/2014/main" id="{FD8B6C81-76C6-8B3A-85B8-332E16DBDB24}"/>
              </a:ext>
            </a:extLst>
          </p:cNvPr>
          <p:cNvSpPr txBox="1"/>
          <p:nvPr/>
        </p:nvSpPr>
        <p:spPr>
          <a:xfrm>
            <a:off x="5746618" y="2787740"/>
            <a:ext cx="23288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This is 8 + 1 = 9</a:t>
            </a:r>
            <a:endParaRPr sz="18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66;p7">
            <a:extLst>
              <a:ext uri="{FF2B5EF4-FFF2-40B4-BE49-F238E27FC236}">
                <a16:creationId xmlns:a16="http://schemas.microsoft.com/office/drawing/2014/main" id="{60D97CCC-89C1-5B6A-3D61-B3324CAAA8BC}"/>
              </a:ext>
            </a:extLst>
          </p:cNvPr>
          <p:cNvSpPr txBox="1"/>
          <p:nvPr/>
        </p:nvSpPr>
        <p:spPr>
          <a:xfrm>
            <a:off x="5755665" y="4480360"/>
            <a:ext cx="2801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Shifted left:</a:t>
            </a:r>
            <a:endParaRPr sz="1400"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This is 16 + 2 = 18</a:t>
            </a:r>
            <a:endParaRPr sz="18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6" name="Google Shape;67;p7">
            <a:extLst>
              <a:ext uri="{FF2B5EF4-FFF2-40B4-BE49-F238E27FC236}">
                <a16:creationId xmlns:a16="http://schemas.microsoft.com/office/drawing/2014/main" id="{9888FD89-C674-F4BF-84BD-4ECF68E37C1B}"/>
              </a:ext>
            </a:extLst>
          </p:cNvPr>
          <p:cNvCxnSpPr>
            <a:cxnSpLocks/>
          </p:cNvCxnSpPr>
          <p:nvPr/>
        </p:nvCxnSpPr>
        <p:spPr>
          <a:xfrm>
            <a:off x="5099615" y="4306243"/>
            <a:ext cx="460325" cy="344243"/>
          </a:xfrm>
          <a:prstGeom prst="straightConnector1">
            <a:avLst/>
          </a:prstGeom>
          <a:noFill/>
          <a:ln w="38100" cap="flat" cmpd="sng">
            <a:solidFill>
              <a:srgbClr val="338D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" name="Google Shape;65;p7">
            <a:extLst>
              <a:ext uri="{FF2B5EF4-FFF2-40B4-BE49-F238E27FC236}">
                <a16:creationId xmlns:a16="http://schemas.microsoft.com/office/drawing/2014/main" id="{D83124B4-96B5-FCDC-32A6-1A82F0A3D076}"/>
              </a:ext>
            </a:extLst>
          </p:cNvPr>
          <p:cNvSpPr txBox="1"/>
          <p:nvPr/>
        </p:nvSpPr>
        <p:spPr>
          <a:xfrm>
            <a:off x="2795126" y="2802261"/>
            <a:ext cx="2222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rgbClr val="0070C0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16   8    4    2    1</a:t>
            </a:r>
            <a:endParaRPr sz="1800" b="1" i="0" u="none" strike="noStrike" cap="none">
              <a:solidFill>
                <a:srgbClr val="0070C0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8" name="Lightbulb 1">
            <a:extLst>
              <a:ext uri="{FF2B5EF4-FFF2-40B4-BE49-F238E27FC236}">
                <a16:creationId xmlns:a16="http://schemas.microsoft.com/office/drawing/2014/main" id="{F5092871-B531-6A01-76FE-BBA02054579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0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4" grpId="0"/>
      <p:bldP spid="15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pic>
        <p:nvPicPr>
          <p:cNvPr id="3" name="Picture 4" descr="Knowledge - Free education icons">
            <a:extLst>
              <a:ext uri="{FF2B5EF4-FFF2-40B4-BE49-F238E27FC236}">
                <a16:creationId xmlns:a16="http://schemas.microsoft.com/office/drawing/2014/main" id="{DBDB9B06-CFA3-491C-83F5-C7289FEB6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48" y="536059"/>
            <a:ext cx="933193" cy="93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5570AE-611C-CA09-B7B4-C3D29478CC1A}"/>
              </a:ext>
            </a:extLst>
          </p:cNvPr>
          <p:cNvSpPr txBox="1">
            <a:spLocks/>
          </p:cNvSpPr>
          <p:nvPr/>
        </p:nvSpPr>
        <p:spPr>
          <a:xfrm>
            <a:off x="1606393" y="893927"/>
            <a:ext cx="2765093" cy="5501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Key Knowledge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AD4D5-C980-B9A7-4C0A-CABB82DDE5B4}"/>
              </a:ext>
            </a:extLst>
          </p:cNvPr>
          <p:cNvSpPr txBox="1"/>
          <p:nvPr/>
        </p:nvSpPr>
        <p:spPr>
          <a:xfrm>
            <a:off x="3640791" y="4226259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1098138" y="1915782"/>
            <a:ext cx="8878663" cy="46570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If we shift the bits to the </a:t>
            </a:r>
            <a:r>
              <a:rPr lang="en-GB" sz="2200" b="1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</a:rPr>
              <a:t>right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we </a:t>
            </a:r>
            <a:r>
              <a:rPr lang="en-GB" sz="2200" b="1">
                <a:solidFill>
                  <a:schemeClr val="accent2"/>
                </a:solidFill>
                <a:latin typeface="Daytona" panose="020B0604030500040204" pitchFamily="34" charset="0"/>
              </a:rPr>
              <a:t>divide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the number </a:t>
            </a:r>
            <a:r>
              <a:rPr lang="en-GB" sz="2200" b="1">
                <a:solidFill>
                  <a:schemeClr val="tx1"/>
                </a:solidFill>
                <a:latin typeface="Daytona" panose="020B0604030500040204" pitchFamily="34" charset="0"/>
              </a:rPr>
              <a:t>by 2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This is exactly like denary except it is by 2 instead of 10.</a:t>
            </a: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9" name="Google Shape;63;p7">
            <a:extLst>
              <a:ext uri="{FF2B5EF4-FFF2-40B4-BE49-F238E27FC236}">
                <a16:creationId xmlns:a16="http://schemas.microsoft.com/office/drawing/2014/main" id="{116E9231-B1F9-199E-E33C-BDE5AB884ADF}"/>
              </a:ext>
            </a:extLst>
          </p:cNvPr>
          <p:cNvSpPr txBox="1"/>
          <p:nvPr/>
        </p:nvSpPr>
        <p:spPr>
          <a:xfrm>
            <a:off x="2081674" y="3059213"/>
            <a:ext cx="280504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54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  1010</a:t>
            </a:r>
            <a:endParaRPr sz="1400"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54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101</a:t>
            </a:r>
            <a:endParaRPr sz="54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64;p7">
            <a:extLst>
              <a:ext uri="{FF2B5EF4-FFF2-40B4-BE49-F238E27FC236}">
                <a16:creationId xmlns:a16="http://schemas.microsoft.com/office/drawing/2014/main" id="{FF31C681-50F6-C437-A677-311408146B46}"/>
              </a:ext>
            </a:extLst>
          </p:cNvPr>
          <p:cNvCxnSpPr>
            <a:cxnSpLocks/>
          </p:cNvCxnSpPr>
          <p:nvPr/>
        </p:nvCxnSpPr>
        <p:spPr>
          <a:xfrm flipV="1">
            <a:off x="5057318" y="3076370"/>
            <a:ext cx="558800" cy="419100"/>
          </a:xfrm>
          <a:prstGeom prst="straightConnector1">
            <a:avLst/>
          </a:prstGeom>
          <a:noFill/>
          <a:ln w="38100" cap="flat" cmpd="sng">
            <a:solidFill>
              <a:srgbClr val="BF9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" name="Google Shape;65;p7">
            <a:extLst>
              <a:ext uri="{FF2B5EF4-FFF2-40B4-BE49-F238E27FC236}">
                <a16:creationId xmlns:a16="http://schemas.microsoft.com/office/drawing/2014/main" id="{FFF58B50-F334-CC99-ABB9-B8A855C13AA5}"/>
              </a:ext>
            </a:extLst>
          </p:cNvPr>
          <p:cNvSpPr txBox="1"/>
          <p:nvPr/>
        </p:nvSpPr>
        <p:spPr>
          <a:xfrm>
            <a:off x="5786721" y="2787740"/>
            <a:ext cx="23288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This is 8 + 2 = </a:t>
            </a:r>
            <a:r>
              <a:rPr lang="en-GB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10</a:t>
            </a:r>
            <a:endParaRPr sz="18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6;p7">
            <a:extLst>
              <a:ext uri="{FF2B5EF4-FFF2-40B4-BE49-F238E27FC236}">
                <a16:creationId xmlns:a16="http://schemas.microsoft.com/office/drawing/2014/main" id="{D6FD9AAC-5A64-F215-6BA6-91A93D67445F}"/>
              </a:ext>
            </a:extLst>
          </p:cNvPr>
          <p:cNvSpPr txBox="1"/>
          <p:nvPr/>
        </p:nvSpPr>
        <p:spPr>
          <a:xfrm>
            <a:off x="5786721" y="4520843"/>
            <a:ext cx="2801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Shifted right:</a:t>
            </a:r>
            <a:endParaRPr sz="1400"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This is 4 + 1 = 5</a:t>
            </a:r>
            <a:endParaRPr sz="1800" b="0" i="0" u="none" strike="noStrike" cap="none">
              <a:solidFill>
                <a:schemeClr val="dk1"/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67;p7">
            <a:extLst>
              <a:ext uri="{FF2B5EF4-FFF2-40B4-BE49-F238E27FC236}">
                <a16:creationId xmlns:a16="http://schemas.microsoft.com/office/drawing/2014/main" id="{4EB1B67A-498F-EFE6-DE97-6FD804202188}"/>
              </a:ext>
            </a:extLst>
          </p:cNvPr>
          <p:cNvCxnSpPr>
            <a:cxnSpLocks/>
          </p:cNvCxnSpPr>
          <p:nvPr/>
        </p:nvCxnSpPr>
        <p:spPr>
          <a:xfrm>
            <a:off x="5057318" y="4239120"/>
            <a:ext cx="558800" cy="483948"/>
          </a:xfrm>
          <a:prstGeom prst="straightConnector1">
            <a:avLst/>
          </a:prstGeom>
          <a:noFill/>
          <a:ln w="38100" cap="flat" cmpd="sng">
            <a:solidFill>
              <a:srgbClr val="BF9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" name="Google Shape;65;p7">
            <a:extLst>
              <a:ext uri="{FF2B5EF4-FFF2-40B4-BE49-F238E27FC236}">
                <a16:creationId xmlns:a16="http://schemas.microsoft.com/office/drawing/2014/main" id="{DF69A4AE-3236-2553-AE87-B053497218A2}"/>
              </a:ext>
            </a:extLst>
          </p:cNvPr>
          <p:cNvSpPr txBox="1"/>
          <p:nvPr/>
        </p:nvSpPr>
        <p:spPr>
          <a:xfrm>
            <a:off x="3212380" y="2788011"/>
            <a:ext cx="16714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8    4    2    1</a:t>
            </a:r>
            <a:endParaRPr sz="1800" b="1" i="0" u="none" strike="noStrike" cap="none">
              <a:solidFill>
                <a:schemeClr val="accent4">
                  <a:lumMod val="75000"/>
                </a:schemeClr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19" name="Lightbulb 1">
            <a:extLst>
              <a:ext uri="{FF2B5EF4-FFF2-40B4-BE49-F238E27FC236}">
                <a16:creationId xmlns:a16="http://schemas.microsoft.com/office/drawing/2014/main" id="{B096E2AC-5F84-9315-0C8B-E845504B647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11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1" grpId="0"/>
      <p:bldP spid="12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6044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rgbClr val="0070C0"/>
                </a:solidFill>
                <a:latin typeface="Daytona" panose="020B0604030500040204" pitchFamily="34" charset="0"/>
              </a:rPr>
              <a:t>left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1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9" name="Google Shape;63;p7">
            <a:extLst>
              <a:ext uri="{FF2B5EF4-FFF2-40B4-BE49-F238E27FC236}">
                <a16:creationId xmlns:a16="http://schemas.microsoft.com/office/drawing/2014/main" id="{116E9231-B1F9-199E-E33C-BDE5AB884ADF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0 0 0 0 1 0 1 0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8" name="Google Shape;65;p7">
            <a:extLst>
              <a:ext uri="{FF2B5EF4-FFF2-40B4-BE49-F238E27FC236}">
                <a16:creationId xmlns:a16="http://schemas.microsoft.com/office/drawing/2014/main" id="{DF69A4AE-3236-2553-AE87-B053497218A2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2400" b="1">
                <a:solidFill>
                  <a:srgbClr val="0070C0"/>
                </a:solidFill>
                <a:latin typeface="Daytona" panose="020B0604030500040204" pitchFamily="34" charset="0"/>
                <a:sym typeface="Calibri"/>
              </a:rPr>
              <a:t>128   64    32     16     8       4       2      1</a:t>
            </a:r>
            <a:endParaRPr sz="2400" b="1">
              <a:solidFill>
                <a:srgbClr val="0070C0"/>
              </a:solidFill>
              <a:latin typeface="Daytona" panose="020B0604030500040204" pitchFamily="34" charset="0"/>
              <a:sym typeface="Calibri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pic>
        <p:nvPicPr>
          <p:cNvPr id="4" name="Lightbulb 1">
            <a:extLst>
              <a:ext uri="{FF2B5EF4-FFF2-40B4-BE49-F238E27FC236}">
                <a16:creationId xmlns:a16="http://schemas.microsoft.com/office/drawing/2014/main" id="{817199EA-A01C-709D-871B-FB099AA2A9D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84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3996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rgbClr val="0070C0"/>
                </a:solidFill>
                <a:latin typeface="Daytona" panose="020B0604030500040204" pitchFamily="34" charset="0"/>
              </a:rPr>
              <a:t>left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1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sp>
        <p:nvSpPr>
          <p:cNvPr id="3" name="Google Shape;63;p7">
            <a:extLst>
              <a:ext uri="{FF2B5EF4-FFF2-40B4-BE49-F238E27FC236}">
                <a16:creationId xmlns:a16="http://schemas.microsoft.com/office/drawing/2014/main" id="{748CAA7E-8592-2D10-B81A-07CFA42CE898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0 0 0 1 0 1 0 0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65;p7">
            <a:extLst>
              <a:ext uri="{FF2B5EF4-FFF2-40B4-BE49-F238E27FC236}">
                <a16:creationId xmlns:a16="http://schemas.microsoft.com/office/drawing/2014/main" id="{FA592D2F-76EF-548F-D511-65E6D22C33B7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GB" sz="2400" b="1">
                <a:solidFill>
                  <a:srgbClr val="0070C0"/>
                </a:solidFill>
                <a:latin typeface="Daytona" panose="020B0604030500040204" pitchFamily="34" charset="0"/>
                <a:sym typeface="Calibri"/>
              </a:rPr>
              <a:t>128   64    32     16     8       4       2      1</a:t>
            </a:r>
            <a:endParaRPr sz="2400" b="1">
              <a:solidFill>
                <a:srgbClr val="0070C0"/>
              </a:solidFill>
              <a:latin typeface="Daytona" panose="020B0604030500040204" pitchFamily="34" charset="0"/>
              <a:sym typeface="Calibri"/>
            </a:endParaRPr>
          </a:p>
        </p:txBody>
      </p:sp>
      <p:pic>
        <p:nvPicPr>
          <p:cNvPr id="5" name="Lightbulb 1">
            <a:extLst>
              <a:ext uri="{FF2B5EF4-FFF2-40B4-BE49-F238E27FC236}">
                <a16:creationId xmlns:a16="http://schemas.microsoft.com/office/drawing/2014/main" id="{68176396-E5D0-CD0D-7C15-C9EB37148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9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3996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rgbClr val="0070C0"/>
                </a:solidFill>
                <a:latin typeface="Daytona" panose="020B0604030500040204" pitchFamily="34" charset="0"/>
              </a:rPr>
              <a:t>left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2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sp>
        <p:nvSpPr>
          <p:cNvPr id="3" name="Google Shape;63;p7">
            <a:extLst>
              <a:ext uri="{FF2B5EF4-FFF2-40B4-BE49-F238E27FC236}">
                <a16:creationId xmlns:a16="http://schemas.microsoft.com/office/drawing/2014/main" id="{748CAA7E-8592-2D10-B81A-07CFA42CE898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0 0 0 0 0 1 0 1 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65;p7">
            <a:extLst>
              <a:ext uri="{FF2B5EF4-FFF2-40B4-BE49-F238E27FC236}">
                <a16:creationId xmlns:a16="http://schemas.microsoft.com/office/drawing/2014/main" id="{FA592D2F-76EF-548F-D511-65E6D22C33B7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2400" b="1">
                <a:solidFill>
                  <a:srgbClr val="0070C0"/>
                </a:solidFill>
                <a:latin typeface="Daytona" panose="020B0604030500040204" pitchFamily="34" charset="0"/>
                <a:sym typeface="Calibri"/>
              </a:rPr>
              <a:t>128   64    32     16     8       4       2      1</a:t>
            </a:r>
            <a:endParaRPr sz="2400" b="1">
              <a:solidFill>
                <a:srgbClr val="0070C0"/>
              </a:solidFill>
              <a:latin typeface="Daytona" panose="020B0604030500040204" pitchFamily="34" charset="0"/>
              <a:sym typeface="Calibri"/>
            </a:endParaRPr>
          </a:p>
        </p:txBody>
      </p:sp>
      <p:pic>
        <p:nvPicPr>
          <p:cNvPr id="5" name="Lightbulb 1">
            <a:extLst>
              <a:ext uri="{FF2B5EF4-FFF2-40B4-BE49-F238E27FC236}">
                <a16:creationId xmlns:a16="http://schemas.microsoft.com/office/drawing/2014/main" id="{088FF6F3-8260-577A-700D-5FE701EDBE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84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3996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</a:rPr>
              <a:t>right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1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sp>
        <p:nvSpPr>
          <p:cNvPr id="3" name="Google Shape;63;p7">
            <a:extLst>
              <a:ext uri="{FF2B5EF4-FFF2-40B4-BE49-F238E27FC236}">
                <a16:creationId xmlns:a16="http://schemas.microsoft.com/office/drawing/2014/main" id="{748CAA7E-8592-2D10-B81A-07CFA42CE898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0 0 0 0 0 1 1 0 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65;p7">
            <a:extLst>
              <a:ext uri="{FF2B5EF4-FFF2-40B4-BE49-F238E27FC236}">
                <a16:creationId xmlns:a16="http://schemas.microsoft.com/office/drawing/2014/main" id="{FA592D2F-76EF-548F-D511-65E6D22C33B7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2400" b="1" i="0" u="none" strike="noStrike" cap="none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128   64    32     16     8       4       2      1</a:t>
            </a:r>
            <a:endParaRPr sz="2400" b="1" i="0" u="none" strike="noStrike" cap="none">
              <a:solidFill>
                <a:schemeClr val="accent4">
                  <a:lumMod val="75000"/>
                </a:schemeClr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5" name="Lightbulb 1">
            <a:extLst>
              <a:ext uri="{FF2B5EF4-FFF2-40B4-BE49-F238E27FC236}">
                <a16:creationId xmlns:a16="http://schemas.microsoft.com/office/drawing/2014/main" id="{02AD6809-45C5-EBCC-EB2A-5E6E5D07D80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88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3996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</a:rPr>
              <a:t>right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1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sp>
        <p:nvSpPr>
          <p:cNvPr id="3" name="Google Shape;63;p7">
            <a:extLst>
              <a:ext uri="{FF2B5EF4-FFF2-40B4-BE49-F238E27FC236}">
                <a16:creationId xmlns:a16="http://schemas.microsoft.com/office/drawing/2014/main" id="{748CAA7E-8592-2D10-B81A-07CFA42CE898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0 0 1 0 0 1 </a:t>
            </a:r>
            <a:r>
              <a:rPr lang="en-GB" sz="6600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</a:t>
            </a: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 0 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65;p7">
            <a:extLst>
              <a:ext uri="{FF2B5EF4-FFF2-40B4-BE49-F238E27FC236}">
                <a16:creationId xmlns:a16="http://schemas.microsoft.com/office/drawing/2014/main" id="{FA592D2F-76EF-548F-D511-65E6D22C33B7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2400" b="1" i="0" u="none" strike="noStrike" cap="none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128   64    32     16     8       4       2      1</a:t>
            </a:r>
            <a:endParaRPr sz="2400" b="1" i="0" u="none" strike="noStrike" cap="none">
              <a:solidFill>
                <a:schemeClr val="accent4">
                  <a:lumMod val="75000"/>
                </a:schemeClr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5" name="Lightbulb 1">
            <a:extLst>
              <a:ext uri="{FF2B5EF4-FFF2-40B4-BE49-F238E27FC236}">
                <a16:creationId xmlns:a16="http://schemas.microsoft.com/office/drawing/2014/main" id="{25B63879-E248-C332-7879-35CD7A1FEA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31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55A221-AC21-3F7C-1DA2-3E3B59BE16CA}"/>
              </a:ext>
            </a:extLst>
          </p:cNvPr>
          <p:cNvSpPr/>
          <p:nvPr/>
        </p:nvSpPr>
        <p:spPr>
          <a:xfrm>
            <a:off x="984305" y="1237878"/>
            <a:ext cx="7939744" cy="39960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Perform a </a:t>
            </a:r>
            <a:r>
              <a:rPr lang="en-GB" sz="2200" b="1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</a:rPr>
              <a:t>right</a:t>
            </a:r>
            <a:r>
              <a:rPr lang="en-GB" sz="2200">
                <a:solidFill>
                  <a:schemeClr val="tx1"/>
                </a:solidFill>
                <a:latin typeface="Daytona" panose="020B0604030500040204" pitchFamily="34" charset="0"/>
              </a:rPr>
              <a:t> shift by 2 position: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pPr lvl="1"/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  <a:p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85B061D3-89AC-96F0-6102-29474E38D05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482542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Whiteboard Task</a:t>
            </a:r>
          </a:p>
        </p:txBody>
      </p:sp>
      <p:sp>
        <p:nvSpPr>
          <p:cNvPr id="3" name="Google Shape;63;p7">
            <a:extLst>
              <a:ext uri="{FF2B5EF4-FFF2-40B4-BE49-F238E27FC236}">
                <a16:creationId xmlns:a16="http://schemas.microsoft.com/office/drawing/2014/main" id="{748CAA7E-8592-2D10-B81A-07CFA42CE898}"/>
              </a:ext>
            </a:extLst>
          </p:cNvPr>
          <p:cNvSpPr txBox="1"/>
          <p:nvPr/>
        </p:nvSpPr>
        <p:spPr>
          <a:xfrm>
            <a:off x="1914154" y="2877510"/>
            <a:ext cx="6466970" cy="1381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0 0 1 1 0 1 </a:t>
            </a:r>
            <a:r>
              <a:rPr lang="en-GB" sz="6600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0</a:t>
            </a:r>
            <a:r>
              <a:rPr lang="en-GB" sz="6600" b="0" i="0" u="none" strike="noStrike" cap="none">
                <a:solidFill>
                  <a:schemeClr val="dk1"/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 0 </a:t>
            </a:r>
            <a:endParaRPr b="0" i="0" u="none" strike="noStrike" cap="none">
              <a:solidFill>
                <a:srgbClr val="000000"/>
              </a:solidFill>
              <a:latin typeface="Daytona" panose="020B060403050004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Google Shape;65;p7">
            <a:extLst>
              <a:ext uri="{FF2B5EF4-FFF2-40B4-BE49-F238E27FC236}">
                <a16:creationId xmlns:a16="http://schemas.microsoft.com/office/drawing/2014/main" id="{FA592D2F-76EF-548F-D511-65E6D22C33B7}"/>
              </a:ext>
            </a:extLst>
          </p:cNvPr>
          <p:cNvSpPr txBox="1"/>
          <p:nvPr/>
        </p:nvSpPr>
        <p:spPr>
          <a:xfrm>
            <a:off x="2018928" y="2508178"/>
            <a:ext cx="62678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2400" b="1" i="0" u="none" strike="noStrike" cap="none">
                <a:solidFill>
                  <a:schemeClr val="accent4">
                    <a:lumMod val="75000"/>
                  </a:schemeClr>
                </a:solidFill>
                <a:latin typeface="Daytona" panose="020B0604030500040204" pitchFamily="34" charset="0"/>
                <a:ea typeface="Calibri"/>
                <a:cs typeface="Calibri"/>
                <a:sym typeface="Calibri"/>
              </a:rPr>
              <a:t>128   64    32     16     8       4       2      1</a:t>
            </a:r>
            <a:endParaRPr sz="2400" b="1" i="0" u="none" strike="noStrike" cap="none">
              <a:solidFill>
                <a:schemeClr val="accent4">
                  <a:lumMod val="75000"/>
                </a:schemeClr>
              </a:solidFill>
              <a:latin typeface="Daytona" panose="020B0604030500040204" pitchFamily="34" charset="0"/>
              <a:ea typeface="Calibri"/>
              <a:cs typeface="Calibri"/>
              <a:sym typeface="Calibri"/>
            </a:endParaRPr>
          </a:p>
        </p:txBody>
      </p:sp>
      <p:pic>
        <p:nvPicPr>
          <p:cNvPr id="5" name="Lightbulb 1">
            <a:extLst>
              <a:ext uri="{FF2B5EF4-FFF2-40B4-BE49-F238E27FC236}">
                <a16:creationId xmlns:a16="http://schemas.microsoft.com/office/drawing/2014/main" id="{702466B3-AD2C-BBF1-A173-1F747A1210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18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C61A9A3-F7C5-976F-4BCF-AC1E1BB4C4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205454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Task</a:t>
            </a:r>
          </a:p>
        </p:txBody>
      </p:sp>
      <p:pic>
        <p:nvPicPr>
          <p:cNvPr id="4" name="Lightbulb 1">
            <a:extLst>
              <a:ext uri="{FF2B5EF4-FFF2-40B4-BE49-F238E27FC236}">
                <a16:creationId xmlns:a16="http://schemas.microsoft.com/office/drawing/2014/main" id="{3D5104F9-F3E4-89F4-0E65-29F5207D2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3" name="Lightbulb 2">
            <a:extLst>
              <a:ext uri="{FF2B5EF4-FFF2-40B4-BE49-F238E27FC236}">
                <a16:creationId xmlns:a16="http://schemas.microsoft.com/office/drawing/2014/main" id="{8AFABD69-566D-3E98-0032-B1CF3A5D4F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23C232-D903-9425-6C58-8793A80A3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227" y="1191802"/>
            <a:ext cx="5666198" cy="5666198"/>
          </a:xfrm>
          <a:prstGeom prst="rect">
            <a:avLst/>
          </a:prstGeom>
        </p:spPr>
      </p:pic>
      <p:pic>
        <p:nvPicPr>
          <p:cNvPr id="7" name="Lightbulb 3">
            <a:extLst>
              <a:ext uri="{FF2B5EF4-FFF2-40B4-BE49-F238E27FC236}">
                <a16:creationId xmlns:a16="http://schemas.microsoft.com/office/drawing/2014/main" id="{B3463D16-7F22-07DE-6AA4-3A8A38AC18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98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2">
            <a:extLst>
              <a:ext uri="{FF2B5EF4-FFF2-40B4-BE49-F238E27FC236}">
                <a16:creationId xmlns:a16="http://schemas.microsoft.com/office/drawing/2014/main" id="{C322B818-BC8E-264E-DF29-DF1859219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E41D54-6CF4-8A4F-DC81-8ECE23505B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055446" y="1132095"/>
            <a:ext cx="1790541" cy="913834"/>
          </a:xfrm>
        </p:spPr>
        <p:txBody>
          <a:bodyPr/>
          <a:lstStyle/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1A77796-B65C-CFA5-B3DE-688BBAC4A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5446" y="2406405"/>
            <a:ext cx="1947605" cy="942210"/>
          </a:xfrm>
        </p:spPr>
        <p:txBody>
          <a:bodyPr/>
          <a:lstStyle/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85AE35B0-7DEF-7281-BD1E-28D329FF7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55445" y="3709091"/>
            <a:ext cx="1947605" cy="942210"/>
          </a:xfrm>
        </p:spPr>
        <p:txBody>
          <a:bodyPr/>
          <a:lstStyle/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E1C2B2B-E23F-65C0-CDED-05D26DB6F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64559" y="5324628"/>
            <a:ext cx="2251216" cy="942210"/>
          </a:xfrm>
        </p:spPr>
        <p:txBody>
          <a:bodyPr/>
          <a:lstStyle/>
          <a:p>
            <a:pPr algn="ctr"/>
            <a:r>
              <a:rPr lang="en-GB"/>
              <a:t>Binary    Sample</a:t>
            </a:r>
          </a:p>
          <a:p>
            <a:pPr algn="ctr"/>
            <a:r>
              <a:rPr lang="en-GB"/>
              <a:t>Analogue     Digital</a:t>
            </a:r>
          </a:p>
          <a:p>
            <a:pPr algn="ctr"/>
            <a:r>
              <a:rPr lang="en-GB"/>
              <a:t>Shift    Sound Wave</a:t>
            </a:r>
          </a:p>
          <a:p>
            <a:pPr algn="ctr"/>
            <a:endParaRPr lang="en-GB"/>
          </a:p>
          <a:p>
            <a:pPr algn="ctr"/>
            <a:endParaRPr lang="en-GB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AC61A9A3-F7C5-976F-4BCF-AC1E1BB4C4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8915" y="755336"/>
            <a:ext cx="8010525" cy="205454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Answers</a:t>
            </a:r>
          </a:p>
        </p:txBody>
      </p:sp>
      <p:pic>
        <p:nvPicPr>
          <p:cNvPr id="4" name="Lightbulb 1">
            <a:extLst>
              <a:ext uri="{FF2B5EF4-FFF2-40B4-BE49-F238E27FC236}">
                <a16:creationId xmlns:a16="http://schemas.microsoft.com/office/drawing/2014/main" id="{3D5104F9-F3E4-89F4-0E65-29F5207D2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3" name="Lightbulb 2">
            <a:extLst>
              <a:ext uri="{FF2B5EF4-FFF2-40B4-BE49-F238E27FC236}">
                <a16:creationId xmlns:a16="http://schemas.microsoft.com/office/drawing/2014/main" id="{8AFABD69-566D-3E98-0032-B1CF3A5D4F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7" name="Lightbulb 3">
            <a:extLst>
              <a:ext uri="{FF2B5EF4-FFF2-40B4-BE49-F238E27FC236}">
                <a16:creationId xmlns:a16="http://schemas.microsoft.com/office/drawing/2014/main" id="{B3463D16-7F22-07DE-6AA4-3A8A38AC18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6442C3-E519-08B5-CCF8-1B777B60D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6226" y="1182934"/>
            <a:ext cx="5666197" cy="568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429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B9CCF301-20B7-C945-1DB4-9B9CC6C67DF3}"/>
              </a:ext>
            </a:extLst>
          </p:cNvPr>
          <p:cNvSpPr txBox="1">
            <a:spLocks/>
          </p:cNvSpPr>
          <p:nvPr/>
        </p:nvSpPr>
        <p:spPr>
          <a:xfrm>
            <a:off x="1605064" y="1372841"/>
            <a:ext cx="7494972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Evidence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Add a screenshot of your work to your Class Notebook. </a:t>
            </a:r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908E69D-9336-29EA-4BFE-C5549ABE37F8}"/>
              </a:ext>
            </a:extLst>
          </p:cNvPr>
          <p:cNvSpPr txBox="1">
            <a:spLocks/>
          </p:cNvSpPr>
          <p:nvPr/>
        </p:nvSpPr>
        <p:spPr>
          <a:xfrm>
            <a:off x="1069171" y="4204296"/>
            <a:ext cx="8803759" cy="14334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Reminders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Self-Check your uniform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    If you arrive after the register has started, you are late.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350D58-0A86-4C97-AD53-67FF9C87CF2A}"/>
              </a:ext>
            </a:extLst>
          </p:cNvPr>
          <p:cNvSpPr txBox="1"/>
          <p:nvPr/>
        </p:nvSpPr>
        <p:spPr>
          <a:xfrm>
            <a:off x="434563" y="76761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Daytona"/>
                <a:cs typeface="Segoe UI"/>
              </a:rPr>
              <a:t>End of the Lesson 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107C73EA-1AA5-0706-B19C-E960371AB4AC}"/>
              </a:ext>
            </a:extLst>
          </p:cNvPr>
          <p:cNvSpPr txBox="1">
            <a:spLocks/>
          </p:cNvSpPr>
          <p:nvPr/>
        </p:nvSpPr>
        <p:spPr>
          <a:xfrm>
            <a:off x="4558578" y="2923738"/>
            <a:ext cx="4284844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Ending on a high!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Who has done well? </a:t>
            </a:r>
            <a:br>
              <a:rPr lang="en-GB">
                <a:latin typeface="Daytona"/>
                <a:cs typeface="Segoe UI"/>
              </a:rPr>
            </a:br>
            <a:r>
              <a:rPr lang="en-GB">
                <a:latin typeface="Daytona"/>
                <a:cs typeface="Segoe UI"/>
              </a:rPr>
              <a:t>How have we progressed?</a:t>
            </a:r>
            <a:endParaRPr lang="en-GB"/>
          </a:p>
        </p:txBody>
      </p:sp>
      <p:pic>
        <p:nvPicPr>
          <p:cNvPr id="29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BEC7F533-B2CC-E8CD-C97D-33D3D32B1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3374405" y="2653399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Book, education, notepad icon - Download on Iconfinder">
            <a:extLst>
              <a:ext uri="{FF2B5EF4-FFF2-40B4-BE49-F238E27FC236}">
                <a16:creationId xmlns:a16="http://schemas.microsoft.com/office/drawing/2014/main" id="{34ECEBB8-42AA-BBDD-9FC3-E80FDC74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6" y="1100843"/>
            <a:ext cx="1665608" cy="166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Just a Friendly Reminder you should be Receiving your W-2 Form">
            <a:extLst>
              <a:ext uri="{FF2B5EF4-FFF2-40B4-BE49-F238E27FC236}">
                <a16:creationId xmlns:a16="http://schemas.microsoft.com/office/drawing/2014/main" id="{67A12781-E855-2BDD-A455-09790D928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41720" y="2915180"/>
            <a:ext cx="2639090" cy="195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Lightbulb 1">
            <a:extLst>
              <a:ext uri="{FF2B5EF4-FFF2-40B4-BE49-F238E27FC236}">
                <a16:creationId xmlns:a16="http://schemas.microsoft.com/office/drawing/2014/main" id="{512CEF38-7965-4142-1DF8-913099B34E8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19675" y="1132665"/>
            <a:ext cx="803082" cy="826936"/>
          </a:xfrm>
          <a:prstGeom prst="rect">
            <a:avLst/>
          </a:prstGeom>
        </p:spPr>
      </p:pic>
      <p:pic>
        <p:nvPicPr>
          <p:cNvPr id="3" name="Lightbulb 2">
            <a:extLst>
              <a:ext uri="{FF2B5EF4-FFF2-40B4-BE49-F238E27FC236}">
                <a16:creationId xmlns:a16="http://schemas.microsoft.com/office/drawing/2014/main" id="{AE79B9F9-E900-36A6-B602-DB8CE4DE596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0269" y="2400332"/>
            <a:ext cx="803082" cy="826936"/>
          </a:xfrm>
          <a:prstGeom prst="rect">
            <a:avLst/>
          </a:prstGeom>
        </p:spPr>
      </p:pic>
      <p:pic>
        <p:nvPicPr>
          <p:cNvPr id="4" name="Lightbulb 3">
            <a:extLst>
              <a:ext uri="{FF2B5EF4-FFF2-40B4-BE49-F238E27FC236}">
                <a16:creationId xmlns:a16="http://schemas.microsoft.com/office/drawing/2014/main" id="{17F4BD0D-8B24-C046-BFA4-6AE8507E69F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9328978" y="3675558"/>
            <a:ext cx="803082" cy="826936"/>
          </a:xfrm>
          <a:prstGeom prst="rect">
            <a:avLst/>
          </a:prstGeom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2FD633D3-C4C4-BA72-6EEA-5100F5B4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8.1.4 Sound &amp; Binary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BE8E2B4-3448-7C5A-EE86-C3B94674A2D2}"/>
              </a:ext>
            </a:extLst>
          </p:cNvPr>
          <p:cNvSpPr txBox="1">
            <a:spLocks/>
          </p:cNvSpPr>
          <p:nvPr/>
        </p:nvSpPr>
        <p:spPr>
          <a:xfrm>
            <a:off x="10055446" y="1132095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Explain </a:t>
            </a:r>
            <a:r>
              <a:rPr lang="en-US"/>
              <a:t>the term sampling and how it converts sound into binary.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CCC92B6-0ECB-F16E-0268-14CA8ECBC9BC}"/>
              </a:ext>
            </a:extLst>
          </p:cNvPr>
          <p:cNvSpPr txBox="1">
            <a:spLocks/>
          </p:cNvSpPr>
          <p:nvPr/>
        </p:nvSpPr>
        <p:spPr>
          <a:xfrm>
            <a:off x="10055446" y="2406405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Calculate</a:t>
            </a:r>
            <a:r>
              <a:rPr lang="en-GB" b="1" i="1"/>
              <a:t> </a:t>
            </a:r>
            <a:r>
              <a:rPr lang="en-GB"/>
              <a:t>using binary shift how to make a sound louder or quieter. 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0B25A53-FAD6-DC9E-37FF-208CFF7FA68E}"/>
              </a:ext>
            </a:extLst>
          </p:cNvPr>
          <p:cNvSpPr txBox="1">
            <a:spLocks/>
          </p:cNvSpPr>
          <p:nvPr/>
        </p:nvSpPr>
        <p:spPr>
          <a:xfrm>
            <a:off x="10055445" y="3709091"/>
            <a:ext cx="1947605" cy="94221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/>
              <a:t>Explain</a:t>
            </a:r>
            <a:r>
              <a:rPr lang="en-GB" b="1" i="1"/>
              <a:t> </a:t>
            </a:r>
            <a:r>
              <a:rPr lang="en-GB"/>
              <a:t>the effect of changing a value on the sound wave.</a:t>
            </a:r>
            <a:endParaRPr lang="en-GB" b="1" i="1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9E24677-92D4-B102-AEA2-404D4AFB0076}"/>
              </a:ext>
            </a:extLst>
          </p:cNvPr>
          <p:cNvSpPr txBox="1">
            <a:spLocks/>
          </p:cNvSpPr>
          <p:nvPr/>
        </p:nvSpPr>
        <p:spPr>
          <a:xfrm>
            <a:off x="9664559" y="5324628"/>
            <a:ext cx="2251216" cy="94221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Binary    Sample</a:t>
            </a:r>
          </a:p>
          <a:p>
            <a:pPr algn="ctr"/>
            <a:r>
              <a:rPr lang="en-US"/>
              <a:t>Analogue     Digital</a:t>
            </a:r>
          </a:p>
          <a:p>
            <a:pPr algn="ctr"/>
            <a:r>
              <a:rPr lang="en-US"/>
              <a:t>Shift    Sound Wave</a:t>
            </a:r>
          </a:p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4400">
                <a:solidFill>
                  <a:srgbClr val="000000"/>
                </a:solidFill>
                <a:latin typeface="Arial"/>
              </a:defRPr>
            </a:pPr>
            <a:r>
              <a:t>Silent Working – 10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  <a:latin typeface="Arial"/>
              </a:rPr>
              <a:t>Binary: </a:t>
            </a:r>
            <a:r>
              <a:rPr sz="2200">
                <a:solidFill>
                  <a:srgbClr val="505050"/>
                </a:solidFill>
                <a:latin typeface="Arial"/>
              </a:rPr>
              <a:t>A way of storing data using 1s and 0s.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97180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  <a:latin typeface="Arial"/>
              </a:rPr>
              <a:t>Sample: </a:t>
            </a:r>
            <a:r>
              <a:rPr sz="2200">
                <a:solidFill>
                  <a:srgbClr val="505050"/>
                </a:solidFill>
                <a:latin typeface="Arial"/>
              </a:rPr>
              <a:t>A measurement of sound taken at a point in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4632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  <a:latin typeface="Arial"/>
              </a:rPr>
              <a:t>Analogue: </a:t>
            </a:r>
            <a:r>
              <a:rPr sz="2200">
                <a:solidFill>
                  <a:srgbClr val="505050"/>
                </a:solidFill>
                <a:latin typeface="Arial"/>
              </a:rPr>
              <a:t>A smooth signal, like real sound.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880" y="109728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  <a:latin typeface="Arial"/>
              </a:rPr>
              <a:t>Digital: </a:t>
            </a:r>
            <a:r>
              <a:rPr sz="2200">
                <a:solidFill>
                  <a:srgbClr val="505050"/>
                </a:solidFill>
                <a:latin typeface="Arial"/>
              </a:rPr>
              <a:t>Data stored as numbers, like 1s and 0s.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880" y="2971800"/>
            <a:ext cx="5730240" cy="17373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000000"/>
                </a:solidFill>
                <a:latin typeface="Arial"/>
              </a:rPr>
              <a:t>Shift: </a:t>
            </a:r>
            <a:r>
              <a:rPr sz="2200">
                <a:solidFill>
                  <a:srgbClr val="505050"/>
                </a:solidFill>
                <a:latin typeface="Arial"/>
              </a:rPr>
              <a:t>Moving binary digits left or right.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3c206ed332f62e92deba2c2ea1e2b691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f25f1f2ac146f81f81dd856febd1e444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32D959-6874-47EB-843F-46EED2738145}"/>
</file>

<file path=customXml/itemProps2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17</TotalTime>
  <Words>1743</Words>
  <Application>Microsoft Office PowerPoint</Application>
  <PresentationFormat>Widescreen</PresentationFormat>
  <Paragraphs>371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Avenir Next LT Pro</vt:lpstr>
      <vt:lpstr>Calibri</vt:lpstr>
      <vt:lpstr>Cantarell</vt:lpstr>
      <vt:lpstr>Corbel Light</vt:lpstr>
      <vt:lpstr>Daytona</vt:lpstr>
      <vt:lpstr>Times New Roman</vt:lpstr>
      <vt:lpstr>Office Theme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  <vt:lpstr>8.1.4 Sound &amp; Binary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Rebecca Loveday</cp:lastModifiedBy>
  <cp:revision>1</cp:revision>
  <dcterms:created xsi:type="dcterms:W3CDTF">2022-02-21T16:28:15Z</dcterms:created>
  <dcterms:modified xsi:type="dcterms:W3CDTF">2025-05-20T08:30:25Z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