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72" r:id="rId5"/>
    <p:sldId id="305" r:id="rId6"/>
    <p:sldId id="330" r:id="rId7"/>
    <p:sldId id="332" r:id="rId8"/>
    <p:sldId id="331" r:id="rId9"/>
    <p:sldId id="287" r:id="rId10"/>
    <p:sldId id="280" r:id="rId11"/>
    <p:sldId id="283" r:id="rId12"/>
    <p:sldId id="333" r:id="rId13"/>
    <p:sldId id="284" r:id="rId14"/>
    <p:sldId id="278" r:id="rId15"/>
    <p:sldId id="279" r:id="rId16"/>
    <p:sldId id="269" r:id="rId17"/>
    <p:sldId id="304" r:id="rId18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2662"/>
    <a:srgbClr val="FFE699"/>
    <a:srgbClr val="FF0066"/>
    <a:srgbClr val="FFFDDB"/>
    <a:srgbClr val="9CC1B5"/>
    <a:srgbClr val="C1D9D1"/>
    <a:srgbClr val="FFFFCC"/>
    <a:srgbClr val="006A4C"/>
    <a:srgbClr val="6A587A"/>
    <a:srgbClr val="7F6A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F5C78B-8352-4B11-A375-6F71BB5CB2B9}" v="2" dt="2026-09-18T21:24:43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088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6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y Peebles" userId="55df9692-3791-40ae-bd44-2b55daecbb6e" providerId="ADAL" clId="{959324A1-24E3-4513-8839-054B18CD0E87}"/>
    <pc:docChg chg="custSel addSld delSld modSld">
      <pc:chgData name="Amy Peebles" userId="55df9692-3791-40ae-bd44-2b55daecbb6e" providerId="ADAL" clId="{959324A1-24E3-4513-8839-054B18CD0E87}" dt="2026-09-18T21:25:07.997" v="43"/>
      <pc:docMkLst>
        <pc:docMk/>
      </pc:docMkLst>
      <pc:sldChg chg="addSp delSp modSp mod addAnim delAnim modAnim">
        <pc:chgData name="Amy Peebles" userId="55df9692-3791-40ae-bd44-2b55daecbb6e" providerId="ADAL" clId="{959324A1-24E3-4513-8839-054B18CD0E87}" dt="2026-09-18T21:25:07.997" v="43"/>
        <pc:sldMkLst>
          <pc:docMk/>
          <pc:sldMk cId="25634001" sldId="269"/>
        </pc:sldMkLst>
        <pc:picChg chg="add mod">
          <ac:chgData name="Amy Peebles" userId="55df9692-3791-40ae-bd44-2b55daecbb6e" providerId="ADAL" clId="{959324A1-24E3-4513-8839-054B18CD0E87}" dt="2026-09-18T21:24:40.500" v="39"/>
          <ac:picMkLst>
            <pc:docMk/>
            <pc:sldMk cId="25634001" sldId="269"/>
            <ac:picMk id="2" creationId="{561F9783-05A9-0EAA-BB8C-A493291021F9}"/>
          </ac:picMkLst>
        </pc:picChg>
        <pc:picChg chg="add mod">
          <ac:chgData name="Amy Peebles" userId="55df9692-3791-40ae-bd44-2b55daecbb6e" providerId="ADAL" clId="{959324A1-24E3-4513-8839-054B18CD0E87}" dt="2026-09-18T21:24:40.500" v="39"/>
          <ac:picMkLst>
            <pc:docMk/>
            <pc:sldMk cId="25634001" sldId="269"/>
            <ac:picMk id="3" creationId="{CFED8C58-50A9-2526-8ADF-120F81022832}"/>
          </ac:picMkLst>
        </pc:picChg>
        <pc:picChg chg="add mod">
          <ac:chgData name="Amy Peebles" userId="55df9692-3791-40ae-bd44-2b55daecbb6e" providerId="ADAL" clId="{959324A1-24E3-4513-8839-054B18CD0E87}" dt="2026-09-18T21:24:45.913" v="41" actId="1076"/>
          <ac:picMkLst>
            <pc:docMk/>
            <pc:sldMk cId="25634001" sldId="269"/>
            <ac:picMk id="4" creationId="{7FB2AC5A-2CE2-1441-76E3-55103FD2D218}"/>
          </ac:picMkLst>
        </pc:picChg>
        <pc:picChg chg="del">
          <ac:chgData name="Amy Peebles" userId="55df9692-3791-40ae-bd44-2b55daecbb6e" providerId="ADAL" clId="{959324A1-24E3-4513-8839-054B18CD0E87}" dt="2026-09-18T21:24:38.797" v="38" actId="478"/>
          <ac:picMkLst>
            <pc:docMk/>
            <pc:sldMk cId="25634001" sldId="269"/>
            <ac:picMk id="22" creationId="{5A4A7278-163C-9922-4F99-4A749834615C}"/>
          </ac:picMkLst>
        </pc:picChg>
        <pc:picChg chg="del">
          <ac:chgData name="Amy Peebles" userId="55df9692-3791-40ae-bd44-2b55daecbb6e" providerId="ADAL" clId="{959324A1-24E3-4513-8839-054B18CD0E87}" dt="2026-09-18T21:24:38.797" v="38" actId="478"/>
          <ac:picMkLst>
            <pc:docMk/>
            <pc:sldMk cId="25634001" sldId="269"/>
            <ac:picMk id="23" creationId="{6D1870E6-B157-B334-9610-6663056E633C}"/>
          </ac:picMkLst>
        </pc:picChg>
        <pc:picChg chg="del">
          <ac:chgData name="Amy Peebles" userId="55df9692-3791-40ae-bd44-2b55daecbb6e" providerId="ADAL" clId="{959324A1-24E3-4513-8839-054B18CD0E87}" dt="2026-09-18T21:24:38.797" v="38" actId="478"/>
          <ac:picMkLst>
            <pc:docMk/>
            <pc:sldMk cId="25634001" sldId="269"/>
            <ac:picMk id="24" creationId="{2DC59145-A8B3-BCF5-E1B7-A3C480105F73}"/>
          </ac:picMkLst>
        </pc:picChg>
      </pc:sldChg>
      <pc:sldChg chg="modSp">
        <pc:chgData name="Amy Peebles" userId="55df9692-3791-40ae-bd44-2b55daecbb6e" providerId="ADAL" clId="{959324A1-24E3-4513-8839-054B18CD0E87}" dt="2026-09-05T09:05:44.347" v="15"/>
        <pc:sldMkLst>
          <pc:docMk/>
          <pc:sldMk cId="4182502383" sldId="272"/>
        </pc:sldMkLst>
        <pc:spChg chg="mod">
          <ac:chgData name="Amy Peebles" userId="55df9692-3791-40ae-bd44-2b55daecbb6e" providerId="ADAL" clId="{959324A1-24E3-4513-8839-054B18CD0E87}" dt="2026-09-05T09:05:44.347" v="15"/>
          <ac:spMkLst>
            <pc:docMk/>
            <pc:sldMk cId="4182502383" sldId="272"/>
            <ac:spMk id="2" creationId="{3AFFD35C-31D7-48B1-6CAB-CE0ECCF34D2C}"/>
          </ac:spMkLst>
        </pc:spChg>
      </pc:sldChg>
      <pc:sldChg chg="addSp modSp mod">
        <pc:chgData name="Amy Peebles" userId="55df9692-3791-40ae-bd44-2b55daecbb6e" providerId="ADAL" clId="{959324A1-24E3-4513-8839-054B18CD0E87}" dt="2026-09-05T09:06:58.435" v="24" actId="1076"/>
        <pc:sldMkLst>
          <pc:docMk/>
          <pc:sldMk cId="2988029155" sldId="284"/>
        </pc:sldMkLst>
        <pc:spChg chg="add mod">
          <ac:chgData name="Amy Peebles" userId="55df9692-3791-40ae-bd44-2b55daecbb6e" providerId="ADAL" clId="{959324A1-24E3-4513-8839-054B18CD0E87}" dt="2026-09-05T09:06:58.435" v="24" actId="1076"/>
          <ac:spMkLst>
            <pc:docMk/>
            <pc:sldMk cId="2988029155" sldId="284"/>
            <ac:spMk id="13" creationId="{D16EF265-6A39-82D6-AFCA-C0F287BDC540}"/>
          </ac:spMkLst>
        </pc:spChg>
      </pc:sldChg>
      <pc:sldChg chg="add">
        <pc:chgData name="Amy Peebles" userId="55df9692-3791-40ae-bd44-2b55daecbb6e" providerId="ADAL" clId="{959324A1-24E3-4513-8839-054B18CD0E87}" dt="2026-09-05T09:04:53.883" v="1"/>
        <pc:sldMkLst>
          <pc:docMk/>
          <pc:sldMk cId="3037408485" sldId="304"/>
        </pc:sldMkLst>
      </pc:sldChg>
      <pc:sldChg chg="modSp mod">
        <pc:chgData name="Amy Peebles" userId="55df9692-3791-40ae-bd44-2b55daecbb6e" providerId="ADAL" clId="{959324A1-24E3-4513-8839-054B18CD0E87}" dt="2026-09-05T08:56:11.454" v="0" actId="207"/>
        <pc:sldMkLst>
          <pc:docMk/>
          <pc:sldMk cId="3837137770" sldId="330"/>
        </pc:sldMkLst>
        <pc:spChg chg="mod">
          <ac:chgData name="Amy Peebles" userId="55df9692-3791-40ae-bd44-2b55daecbb6e" providerId="ADAL" clId="{959324A1-24E3-4513-8839-054B18CD0E87}" dt="2026-09-05T08:56:11.454" v="0" actId="207"/>
          <ac:spMkLst>
            <pc:docMk/>
            <pc:sldMk cId="3837137770" sldId="330"/>
            <ac:spMk id="2" creationId="{01650566-3B61-AA55-96DB-331614B6FFA7}"/>
          </ac:spMkLst>
        </pc:spChg>
      </pc:sldChg>
      <pc:sldChg chg="addSp delSp add mod">
        <pc:chgData name="Amy Peebles" userId="55df9692-3791-40ae-bd44-2b55daecbb6e" providerId="ADAL" clId="{959324A1-24E3-4513-8839-054B18CD0E87}" dt="2026-09-13T19:08:23.440" v="35" actId="21"/>
        <pc:sldMkLst>
          <pc:docMk/>
          <pc:sldMk cId="656892346" sldId="331"/>
        </pc:sldMkLst>
      </pc:sldChg>
      <pc:sldChg chg="delSp mod">
        <pc:chgData name="Amy Peebles" userId="55df9692-3791-40ae-bd44-2b55daecbb6e" providerId="ADAL" clId="{959324A1-24E3-4513-8839-054B18CD0E87}" dt="2026-09-14T20:41:23.064" v="37" actId="478"/>
        <pc:sldMkLst>
          <pc:docMk/>
          <pc:sldMk cId="1264476909" sldId="332"/>
        </pc:sldMkLst>
      </pc:sldChg>
    </pc:docChg>
  </pc:docChgLst>
  <pc:docChgLst>
    <pc:chgData name="Jerome Thompson" userId="4f107d6c-b8c4-4a9a-838b-373d44ae3199" providerId="ADAL" clId="{930666A5-891E-4DD5-A107-F13CDF70D1A2}"/>
    <pc:docChg chg="modSld">
      <pc:chgData name="Jerome Thompson" userId="4f107d6c-b8c4-4a9a-838b-373d44ae3199" providerId="ADAL" clId="{930666A5-891E-4DD5-A107-F13CDF70D1A2}" dt="2026-09-15T09:53:52.116" v="0" actId="20577"/>
      <pc:docMkLst>
        <pc:docMk/>
      </pc:docMkLst>
      <pc:sldChg chg="modSp mod">
        <pc:chgData name="Jerome Thompson" userId="4f107d6c-b8c4-4a9a-838b-373d44ae3199" providerId="ADAL" clId="{930666A5-891E-4DD5-A107-F13CDF70D1A2}" dt="2026-09-15T09:53:52.116" v="0" actId="20577"/>
        <pc:sldMkLst>
          <pc:docMk/>
          <pc:sldMk cId="2753256408" sldId="279"/>
        </pc:sldMkLst>
        <pc:spChg chg="mod">
          <ac:chgData name="Jerome Thompson" userId="4f107d6c-b8c4-4a9a-838b-373d44ae3199" providerId="ADAL" clId="{930666A5-891E-4DD5-A107-F13CDF70D1A2}" dt="2026-09-15T09:53:52.116" v="0" actId="20577"/>
          <ac:spMkLst>
            <pc:docMk/>
            <pc:sldMk cId="2753256408" sldId="279"/>
            <ac:spMk id="16" creationId="{07888D86-0FA2-D345-52E5-BAED4543BFF8}"/>
          </ac:spMkLst>
        </pc:spChg>
      </pc:sldChg>
    </pc:docChg>
  </pc:docChgLst>
  <pc:docChgLst>
    <pc:chgData name="Amy Peebles" userId="55df9692-3791-40ae-bd44-2b55daecbb6e" providerId="ADAL" clId="{AD7B0AA9-79D7-48EA-9628-4791FFC8E1B8}"/>
    <pc:docChg chg="undo custSel addSld delSld modSld sldOrd modMainMaster">
      <pc:chgData name="Amy Peebles" userId="55df9692-3791-40ae-bd44-2b55daecbb6e" providerId="ADAL" clId="{AD7B0AA9-79D7-48EA-9628-4791FFC8E1B8}" dt="2026-09-14T12:49:02.010" v="959" actId="20577"/>
      <pc:docMkLst>
        <pc:docMk/>
      </pc:docMkLst>
      <pc:sldChg chg="addSp delSp modSp mod modAnim">
        <pc:chgData name="Amy Peebles" userId="55df9692-3791-40ae-bd44-2b55daecbb6e" providerId="ADAL" clId="{AD7B0AA9-79D7-48EA-9628-4791FFC8E1B8}" dt="2026-09-04T15:15:24.948" v="380"/>
        <pc:sldMkLst>
          <pc:docMk/>
          <pc:sldMk cId="25634001" sldId="269"/>
        </pc:sldMkLst>
        <pc:spChg chg="add mod">
          <ac:chgData name="Amy Peebles" userId="55df9692-3791-40ae-bd44-2b55daecbb6e" providerId="ADAL" clId="{AD7B0AA9-79D7-48EA-9628-4791FFC8E1B8}" dt="2026-09-04T15:08:09.765" v="182"/>
          <ac:spMkLst>
            <pc:docMk/>
            <pc:sldMk cId="25634001" sldId="269"/>
            <ac:spMk id="5" creationId="{80665F72-E4E2-FFF9-9E67-C900E77B229C}"/>
          </ac:spMkLst>
        </pc:spChg>
        <pc:spChg chg="add mod">
          <ac:chgData name="Amy Peebles" userId="55df9692-3791-40ae-bd44-2b55daecbb6e" providerId="ADAL" clId="{AD7B0AA9-79D7-48EA-9628-4791FFC8E1B8}" dt="2026-09-04T15:15:24.948" v="380"/>
          <ac:spMkLst>
            <pc:docMk/>
            <pc:sldMk cId="25634001" sldId="269"/>
            <ac:spMk id="8" creationId="{A3AC7D51-FA17-2F8A-AD24-26C346F1999C}"/>
          </ac:spMkLst>
        </pc:spChg>
        <pc:spChg chg="add mod">
          <ac:chgData name="Amy Peebles" userId="55df9692-3791-40ae-bd44-2b55daecbb6e" providerId="ADAL" clId="{AD7B0AA9-79D7-48EA-9628-4791FFC8E1B8}" dt="2026-09-04T15:08:09.765" v="182"/>
          <ac:spMkLst>
            <pc:docMk/>
            <pc:sldMk cId="25634001" sldId="269"/>
            <ac:spMk id="9" creationId="{A37715E6-F2A8-FD4E-6A0E-DE739DC8B4EC}"/>
          </ac:spMkLst>
        </pc:spChg>
        <pc:spChg chg="mod">
          <ac:chgData name="Amy Peebles" userId="55df9692-3791-40ae-bd44-2b55daecbb6e" providerId="ADAL" clId="{AD7B0AA9-79D7-48EA-9628-4791FFC8E1B8}" dt="2026-09-04T15:15:24.948" v="380"/>
          <ac:spMkLst>
            <pc:docMk/>
            <pc:sldMk cId="25634001" sldId="269"/>
            <ac:spMk id="12" creationId="{6B38912E-D613-F141-5F31-8C4B7568D364}"/>
          </ac:spMkLst>
        </pc:spChg>
        <pc:spChg chg="add mod">
          <ac:chgData name="Amy Peebles" userId="55df9692-3791-40ae-bd44-2b55daecbb6e" providerId="ADAL" clId="{AD7B0AA9-79D7-48EA-9628-4791FFC8E1B8}" dt="2026-09-04T15:08:34.274" v="186" actId="1076"/>
          <ac:spMkLst>
            <pc:docMk/>
            <pc:sldMk cId="25634001" sldId="269"/>
            <ac:spMk id="19" creationId="{6697BF26-E0AA-A481-6134-D0AFD77FD024}"/>
          </ac:spMkLst>
        </pc:spChg>
        <pc:spChg chg="add mod">
          <ac:chgData name="Amy Peebles" userId="55df9692-3791-40ae-bd44-2b55daecbb6e" providerId="ADAL" clId="{AD7B0AA9-79D7-48EA-9628-4791FFC8E1B8}" dt="2026-09-04T15:08:34.274" v="186" actId="1076"/>
          <ac:spMkLst>
            <pc:docMk/>
            <pc:sldMk cId="25634001" sldId="269"/>
            <ac:spMk id="20" creationId="{B155FF93-0F66-932D-B188-6CA4F437539A}"/>
          </ac:spMkLst>
        </pc:spChg>
        <pc:spChg chg="add mod">
          <ac:chgData name="Amy Peebles" userId="55df9692-3791-40ae-bd44-2b55daecbb6e" providerId="ADAL" clId="{AD7B0AA9-79D7-48EA-9628-4791FFC8E1B8}" dt="2026-09-04T15:08:34.274" v="186" actId="1076"/>
          <ac:spMkLst>
            <pc:docMk/>
            <pc:sldMk cId="25634001" sldId="269"/>
            <ac:spMk id="21" creationId="{C9E0F784-DD15-7DF6-FDB2-5AB102384230}"/>
          </ac:spMkLst>
        </pc:spChg>
        <pc:picChg chg="add mod">
          <ac:chgData name="Amy Peebles" userId="55df9692-3791-40ae-bd44-2b55daecbb6e" providerId="ADAL" clId="{AD7B0AA9-79D7-48EA-9628-4791FFC8E1B8}" dt="2026-09-04T15:08:09.765" v="182"/>
          <ac:picMkLst>
            <pc:docMk/>
            <pc:sldMk cId="25634001" sldId="269"/>
            <ac:picMk id="6" creationId="{0C562160-0E51-21E3-7B73-6A3ED775B43D}"/>
          </ac:picMkLst>
        </pc:picChg>
        <pc:picChg chg="add mod">
          <ac:chgData name="Amy Peebles" userId="55df9692-3791-40ae-bd44-2b55daecbb6e" providerId="ADAL" clId="{AD7B0AA9-79D7-48EA-9628-4791FFC8E1B8}" dt="2026-09-04T15:08:09.765" v="182"/>
          <ac:picMkLst>
            <pc:docMk/>
            <pc:sldMk cId="25634001" sldId="269"/>
            <ac:picMk id="7" creationId="{F68B4265-D64A-D2A6-AEBA-9B541FF3C668}"/>
          </ac:picMkLst>
        </pc:picChg>
        <pc:picChg chg="add mod">
          <ac:chgData name="Amy Peebles" userId="55df9692-3791-40ae-bd44-2b55daecbb6e" providerId="ADAL" clId="{AD7B0AA9-79D7-48EA-9628-4791FFC8E1B8}" dt="2026-09-04T15:08:09.765" v="182"/>
          <ac:picMkLst>
            <pc:docMk/>
            <pc:sldMk cId="25634001" sldId="269"/>
            <ac:picMk id="10" creationId="{54DC34DF-29A5-E912-995F-2FF1F4081114}"/>
          </ac:picMkLst>
        </pc:picChg>
        <pc:picChg chg="add mod">
          <ac:chgData name="Amy Peebles" userId="55df9692-3791-40ae-bd44-2b55daecbb6e" providerId="ADAL" clId="{AD7B0AA9-79D7-48EA-9628-4791FFC8E1B8}" dt="2026-09-04T15:08:34.274" v="186" actId="1076"/>
          <ac:picMkLst>
            <pc:docMk/>
            <pc:sldMk cId="25634001" sldId="269"/>
            <ac:picMk id="11" creationId="{DD122F91-EDE8-035E-95A3-EFE5E40039B4}"/>
          </ac:picMkLst>
        </pc:picChg>
        <pc:picChg chg="add mod">
          <ac:chgData name="Amy Peebles" userId="55df9692-3791-40ae-bd44-2b55daecbb6e" providerId="ADAL" clId="{AD7B0AA9-79D7-48EA-9628-4791FFC8E1B8}" dt="2026-09-04T15:08:34.274" v="186" actId="1076"/>
          <ac:picMkLst>
            <pc:docMk/>
            <pc:sldMk cId="25634001" sldId="269"/>
            <ac:picMk id="17" creationId="{7104AFA6-8BCB-FFFB-3926-71788657F7AE}"/>
          </ac:picMkLst>
        </pc:picChg>
        <pc:picChg chg="add mod">
          <ac:chgData name="Amy Peebles" userId="55df9692-3791-40ae-bd44-2b55daecbb6e" providerId="ADAL" clId="{AD7B0AA9-79D7-48EA-9628-4791FFC8E1B8}" dt="2026-09-04T15:08:34.274" v="186" actId="1076"/>
          <ac:picMkLst>
            <pc:docMk/>
            <pc:sldMk cId="25634001" sldId="269"/>
            <ac:picMk id="18" creationId="{9EDC985A-DB23-5308-D895-18C5D11787D1}"/>
          </ac:picMkLst>
        </pc:picChg>
      </pc:sldChg>
      <pc:sldChg chg="addSp delSp modSp mod setBg">
        <pc:chgData name="Amy Peebles" userId="55df9692-3791-40ae-bd44-2b55daecbb6e" providerId="ADAL" clId="{AD7B0AA9-79D7-48EA-9628-4791FFC8E1B8}" dt="2026-09-14T12:49:02.010" v="959" actId="20577"/>
        <pc:sldMkLst>
          <pc:docMk/>
          <pc:sldMk cId="4182502383" sldId="272"/>
        </pc:sldMkLst>
        <pc:spChg chg="mod">
          <ac:chgData name="Amy Peebles" userId="55df9692-3791-40ae-bd44-2b55daecbb6e" providerId="ADAL" clId="{AD7B0AA9-79D7-48EA-9628-4791FFC8E1B8}" dt="2026-09-14T12:49:02.010" v="959" actId="20577"/>
          <ac:spMkLst>
            <pc:docMk/>
            <pc:sldMk cId="4182502383" sldId="272"/>
            <ac:spMk id="2" creationId="{3AFFD35C-31D7-48B1-6CAB-CE0ECCF34D2C}"/>
          </ac:spMkLst>
        </pc:spChg>
        <pc:spChg chg="mod">
          <ac:chgData name="Amy Peebles" userId="55df9692-3791-40ae-bd44-2b55daecbb6e" providerId="ADAL" clId="{AD7B0AA9-79D7-48EA-9628-4791FFC8E1B8}" dt="2026-09-04T15:15:24.948" v="380"/>
          <ac:spMkLst>
            <pc:docMk/>
            <pc:sldMk cId="4182502383" sldId="272"/>
            <ac:spMk id="3" creationId="{555604B9-6B47-6A3C-7CF8-34598330D5C0}"/>
          </ac:spMkLst>
        </pc:spChg>
        <pc:spChg chg="add mod">
          <ac:chgData name="Amy Peebles" userId="55df9692-3791-40ae-bd44-2b55daecbb6e" providerId="ADAL" clId="{AD7B0AA9-79D7-48EA-9628-4791FFC8E1B8}" dt="2026-09-04T14:52:50.756" v="0"/>
          <ac:spMkLst>
            <pc:docMk/>
            <pc:sldMk cId="4182502383" sldId="272"/>
            <ac:spMk id="8" creationId="{03208891-55F2-90E4-5607-14E52B6B2653}"/>
          </ac:spMkLst>
        </pc:spChg>
        <pc:picChg chg="add mod">
          <ac:chgData name="Amy Peebles" userId="55df9692-3791-40ae-bd44-2b55daecbb6e" providerId="ADAL" clId="{AD7B0AA9-79D7-48EA-9628-4791FFC8E1B8}" dt="2026-09-04T14:52:50.756" v="0"/>
          <ac:picMkLst>
            <pc:docMk/>
            <pc:sldMk cId="4182502383" sldId="272"/>
            <ac:picMk id="11" creationId="{939E235A-A290-4C9D-500B-2A2E47205FE6}"/>
          </ac:picMkLst>
        </pc:picChg>
        <pc:picChg chg="add mod">
          <ac:chgData name="Amy Peebles" userId="55df9692-3791-40ae-bd44-2b55daecbb6e" providerId="ADAL" clId="{AD7B0AA9-79D7-48EA-9628-4791FFC8E1B8}" dt="2026-09-04T14:52:50.756" v="0"/>
          <ac:picMkLst>
            <pc:docMk/>
            <pc:sldMk cId="4182502383" sldId="272"/>
            <ac:picMk id="12" creationId="{1A8C2FC4-17A1-D624-7E13-752F6121A037}"/>
          </ac:picMkLst>
        </pc:picChg>
      </pc:sldChg>
      <pc:sldChg chg="addSp delSp modSp mod">
        <pc:chgData name="Amy Peebles" userId="55df9692-3791-40ae-bd44-2b55daecbb6e" providerId="ADAL" clId="{AD7B0AA9-79D7-48EA-9628-4791FFC8E1B8}" dt="2026-09-04T15:15:24.948" v="380"/>
        <pc:sldMkLst>
          <pc:docMk/>
          <pc:sldMk cId="1656288621" sldId="278"/>
        </pc:sldMkLst>
        <pc:spChg chg="mod">
          <ac:chgData name="Amy Peebles" userId="55df9692-3791-40ae-bd44-2b55daecbb6e" providerId="ADAL" clId="{AD7B0AA9-79D7-48EA-9628-4791FFC8E1B8}" dt="2026-09-04T15:06:41.482" v="174" actId="115"/>
          <ac:spMkLst>
            <pc:docMk/>
            <pc:sldMk cId="1656288621" sldId="278"/>
            <ac:spMk id="2" creationId="{7E631C7A-1E88-BC2D-17D6-F6E342DBB195}"/>
          </ac:spMkLst>
        </pc:spChg>
        <pc:spChg chg="add mod">
          <ac:chgData name="Amy Peebles" userId="55df9692-3791-40ae-bd44-2b55daecbb6e" providerId="ADAL" clId="{AD7B0AA9-79D7-48EA-9628-4791FFC8E1B8}" dt="2026-09-04T15:06:35.238" v="167"/>
          <ac:spMkLst>
            <pc:docMk/>
            <pc:sldMk cId="1656288621" sldId="278"/>
            <ac:spMk id="3" creationId="{792C6E28-CF97-BBDB-3A7A-AFA9F0F65544}"/>
          </ac:spMkLst>
        </pc:spChg>
        <pc:spChg chg="mod">
          <ac:chgData name="Amy Peebles" userId="55df9692-3791-40ae-bd44-2b55daecbb6e" providerId="ADAL" clId="{AD7B0AA9-79D7-48EA-9628-4791FFC8E1B8}" dt="2026-09-04T15:15:24.948" v="380"/>
          <ac:spMkLst>
            <pc:docMk/>
            <pc:sldMk cId="1656288621" sldId="278"/>
            <ac:spMk id="7" creationId="{A0DBA413-FD07-4FC7-8F41-7770927D4CEE}"/>
          </ac:spMkLst>
        </pc:spChg>
        <pc:picChg chg="add mod">
          <ac:chgData name="Amy Peebles" userId="55df9692-3791-40ae-bd44-2b55daecbb6e" providerId="ADAL" clId="{AD7B0AA9-79D7-48EA-9628-4791FFC8E1B8}" dt="2026-09-04T15:06:35.238" v="167"/>
          <ac:picMkLst>
            <pc:docMk/>
            <pc:sldMk cId="1656288621" sldId="278"/>
            <ac:picMk id="14" creationId="{194762A1-D7DE-14CE-AEF0-2B645E5FD8B0}"/>
          </ac:picMkLst>
        </pc:picChg>
        <pc:picChg chg="add mod">
          <ac:chgData name="Amy Peebles" userId="55df9692-3791-40ae-bd44-2b55daecbb6e" providerId="ADAL" clId="{AD7B0AA9-79D7-48EA-9628-4791FFC8E1B8}" dt="2026-09-04T15:06:35.238" v="167"/>
          <ac:picMkLst>
            <pc:docMk/>
            <pc:sldMk cId="1656288621" sldId="278"/>
            <ac:picMk id="15" creationId="{5DB356BA-6E88-80A0-C92B-4EB0477FA278}"/>
          </ac:picMkLst>
        </pc:picChg>
        <pc:picChg chg="add mod">
          <ac:chgData name="Amy Peebles" userId="55df9692-3791-40ae-bd44-2b55daecbb6e" providerId="ADAL" clId="{AD7B0AA9-79D7-48EA-9628-4791FFC8E1B8}" dt="2026-09-04T15:06:53.908" v="176"/>
          <ac:picMkLst>
            <pc:docMk/>
            <pc:sldMk cId="1656288621" sldId="278"/>
            <ac:picMk id="17" creationId="{2DD930FC-F8E7-D9EC-5CDA-C87B1277E8A5}"/>
          </ac:picMkLst>
        </pc:picChg>
      </pc:sldChg>
      <pc:sldChg chg="addSp modSp mod">
        <pc:chgData name="Amy Peebles" userId="55df9692-3791-40ae-bd44-2b55daecbb6e" providerId="ADAL" clId="{AD7B0AA9-79D7-48EA-9628-4791FFC8E1B8}" dt="2026-09-04T15:15:24.948" v="380"/>
        <pc:sldMkLst>
          <pc:docMk/>
          <pc:sldMk cId="2753256408" sldId="279"/>
        </pc:sldMkLst>
        <pc:spChg chg="add mod">
          <ac:chgData name="Amy Peebles" userId="55df9692-3791-40ae-bd44-2b55daecbb6e" providerId="ADAL" clId="{AD7B0AA9-79D7-48EA-9628-4791FFC8E1B8}" dt="2026-09-04T15:07:27.614" v="178"/>
          <ac:spMkLst>
            <pc:docMk/>
            <pc:sldMk cId="2753256408" sldId="279"/>
            <ac:spMk id="3" creationId="{F7FBAC70-C861-1025-440B-AB2D07BB3289}"/>
          </ac:spMkLst>
        </pc:spChg>
        <pc:spChg chg="mod">
          <ac:chgData name="Amy Peebles" userId="55df9692-3791-40ae-bd44-2b55daecbb6e" providerId="ADAL" clId="{AD7B0AA9-79D7-48EA-9628-4791FFC8E1B8}" dt="2026-09-04T15:15:24.948" v="380"/>
          <ac:spMkLst>
            <pc:docMk/>
            <pc:sldMk cId="2753256408" sldId="279"/>
            <ac:spMk id="7" creationId="{A0DBA413-FD07-4FC7-8F41-7770927D4CEE}"/>
          </ac:spMkLst>
        </pc:spChg>
        <pc:spChg chg="add mod">
          <ac:chgData name="Amy Peebles" userId="55df9692-3791-40ae-bd44-2b55daecbb6e" providerId="ADAL" clId="{AD7B0AA9-79D7-48EA-9628-4791FFC8E1B8}" dt="2026-09-04T15:07:27.614" v="178"/>
          <ac:spMkLst>
            <pc:docMk/>
            <pc:sldMk cId="2753256408" sldId="279"/>
            <ac:spMk id="8" creationId="{A79F73E9-82D1-0FF2-B2B4-85A953803BA6}"/>
          </ac:spMkLst>
        </pc:spChg>
        <pc:picChg chg="add mod">
          <ac:chgData name="Amy Peebles" userId="55df9692-3791-40ae-bd44-2b55daecbb6e" providerId="ADAL" clId="{AD7B0AA9-79D7-48EA-9628-4791FFC8E1B8}" dt="2026-09-04T15:07:27.614" v="178"/>
          <ac:picMkLst>
            <pc:docMk/>
            <pc:sldMk cId="2753256408" sldId="279"/>
            <ac:picMk id="5" creationId="{281A80F1-501A-DF7E-28A1-5D1B97B7FCDE}"/>
          </ac:picMkLst>
        </pc:picChg>
        <pc:picChg chg="add mod">
          <ac:chgData name="Amy Peebles" userId="55df9692-3791-40ae-bd44-2b55daecbb6e" providerId="ADAL" clId="{AD7B0AA9-79D7-48EA-9628-4791FFC8E1B8}" dt="2026-09-04T15:07:27.614" v="178"/>
          <ac:picMkLst>
            <pc:docMk/>
            <pc:sldMk cId="2753256408" sldId="279"/>
            <ac:picMk id="6" creationId="{9EDE6E5A-B235-EDF9-27BA-E76FA5D6EAF6}"/>
          </ac:picMkLst>
        </pc:picChg>
        <pc:picChg chg="ord">
          <ac:chgData name="Amy Peebles" userId="55df9692-3791-40ae-bd44-2b55daecbb6e" providerId="ADAL" clId="{AD7B0AA9-79D7-48EA-9628-4791FFC8E1B8}" dt="2026-09-04T15:07:32.955" v="179" actId="166"/>
          <ac:picMkLst>
            <pc:docMk/>
            <pc:sldMk cId="2753256408" sldId="279"/>
            <ac:picMk id="22" creationId="{95EBBD48-49D0-A29A-193E-AB3D4DD5CBD9}"/>
          </ac:picMkLst>
        </pc:picChg>
      </pc:sldChg>
      <pc:sldChg chg="addSp delSp modSp mod delAnim modAnim">
        <pc:chgData name="Amy Peebles" userId="55df9692-3791-40ae-bd44-2b55daecbb6e" providerId="ADAL" clId="{AD7B0AA9-79D7-48EA-9628-4791FFC8E1B8}" dt="2026-09-04T15:15:24.948" v="380"/>
        <pc:sldMkLst>
          <pc:docMk/>
          <pc:sldMk cId="3361385492" sldId="280"/>
        </pc:sldMkLst>
        <pc:spChg chg="add mod">
          <ac:chgData name="Amy Peebles" userId="55df9692-3791-40ae-bd44-2b55daecbb6e" providerId="ADAL" clId="{AD7B0AA9-79D7-48EA-9628-4791FFC8E1B8}" dt="2026-09-04T15:00:01.071" v="38"/>
          <ac:spMkLst>
            <pc:docMk/>
            <pc:sldMk cId="3361385492" sldId="280"/>
            <ac:spMk id="2" creationId="{4A339D74-0373-2157-3014-2B0BC3D8A492}"/>
          </ac:spMkLst>
        </pc:spChg>
        <pc:spChg chg="mod">
          <ac:chgData name="Amy Peebles" userId="55df9692-3791-40ae-bd44-2b55daecbb6e" providerId="ADAL" clId="{AD7B0AA9-79D7-48EA-9628-4791FFC8E1B8}" dt="2026-09-04T15:15:24.948" v="380"/>
          <ac:spMkLst>
            <pc:docMk/>
            <pc:sldMk cId="3361385492" sldId="280"/>
            <ac:spMk id="7" creationId="{A0DBA413-FD07-4FC7-8F41-7770927D4CEE}"/>
          </ac:spMkLst>
        </pc:spChg>
        <pc:spChg chg="add mod">
          <ac:chgData name="Amy Peebles" userId="55df9692-3791-40ae-bd44-2b55daecbb6e" providerId="ADAL" clId="{AD7B0AA9-79D7-48EA-9628-4791FFC8E1B8}" dt="2026-09-04T15:10:29.081" v="209" actId="313"/>
          <ac:spMkLst>
            <pc:docMk/>
            <pc:sldMk cId="3361385492" sldId="280"/>
            <ac:spMk id="12" creationId="{654E17B9-2460-E888-2F9A-EDE1FAF25B96}"/>
          </ac:spMkLst>
        </pc:spChg>
        <pc:spChg chg="mod">
          <ac:chgData name="Amy Peebles" userId="55df9692-3791-40ae-bd44-2b55daecbb6e" providerId="ADAL" clId="{AD7B0AA9-79D7-48EA-9628-4791FFC8E1B8}" dt="2026-09-04T15:10:14.654" v="206" actId="1076"/>
          <ac:spMkLst>
            <pc:docMk/>
            <pc:sldMk cId="3361385492" sldId="280"/>
            <ac:spMk id="42" creationId="{FF90032C-6D10-105E-D6D3-C3295F10E8AD}"/>
          </ac:spMkLst>
        </pc:spChg>
        <pc:spChg chg="mod ord">
          <ac:chgData name="Amy Peebles" userId="55df9692-3791-40ae-bd44-2b55daecbb6e" providerId="ADAL" clId="{AD7B0AA9-79D7-48EA-9628-4791FFC8E1B8}" dt="2026-09-04T15:10:25.631" v="208" actId="166"/>
          <ac:spMkLst>
            <pc:docMk/>
            <pc:sldMk cId="3361385492" sldId="280"/>
            <ac:spMk id="43" creationId="{F1434095-2B41-5F61-13AC-395DE7620382}"/>
          </ac:spMkLst>
        </pc:spChg>
        <pc:spChg chg="mod">
          <ac:chgData name="Amy Peebles" userId="55df9692-3791-40ae-bd44-2b55daecbb6e" providerId="ADAL" clId="{AD7B0AA9-79D7-48EA-9628-4791FFC8E1B8}" dt="2026-09-04T15:10:14.654" v="206" actId="1076"/>
          <ac:spMkLst>
            <pc:docMk/>
            <pc:sldMk cId="3361385492" sldId="280"/>
            <ac:spMk id="44" creationId="{51DF592E-A29F-C4E0-6953-E4E070CD104C}"/>
          </ac:spMkLst>
        </pc:spChg>
        <pc:spChg chg="mod ord">
          <ac:chgData name="Amy Peebles" userId="55df9692-3791-40ae-bd44-2b55daecbb6e" providerId="ADAL" clId="{AD7B0AA9-79D7-48EA-9628-4791FFC8E1B8}" dt="2026-09-04T15:10:14.654" v="206" actId="1076"/>
          <ac:spMkLst>
            <pc:docMk/>
            <pc:sldMk cId="3361385492" sldId="280"/>
            <ac:spMk id="45" creationId="{61C1037F-0FAB-A86C-A117-8DE680480FEA}"/>
          </ac:spMkLst>
        </pc:spChg>
        <pc:spChg chg="mod">
          <ac:chgData name="Amy Peebles" userId="55df9692-3791-40ae-bd44-2b55daecbb6e" providerId="ADAL" clId="{AD7B0AA9-79D7-48EA-9628-4791FFC8E1B8}" dt="2026-09-04T15:10:14.654" v="206" actId="1076"/>
          <ac:spMkLst>
            <pc:docMk/>
            <pc:sldMk cId="3361385492" sldId="280"/>
            <ac:spMk id="46" creationId="{4A482400-0083-3D9A-E261-499D8029EA02}"/>
          </ac:spMkLst>
        </pc:spChg>
        <pc:spChg chg="mod ord">
          <ac:chgData name="Amy Peebles" userId="55df9692-3791-40ae-bd44-2b55daecbb6e" providerId="ADAL" clId="{AD7B0AA9-79D7-48EA-9628-4791FFC8E1B8}" dt="2026-09-04T15:10:14.654" v="206" actId="1076"/>
          <ac:spMkLst>
            <pc:docMk/>
            <pc:sldMk cId="3361385492" sldId="280"/>
            <ac:spMk id="49" creationId="{21359D10-7FCB-7EBC-D4AB-D7509C209019}"/>
          </ac:spMkLst>
        </pc:spChg>
        <pc:grpChg chg="mod">
          <ac:chgData name="Amy Peebles" userId="55df9692-3791-40ae-bd44-2b55daecbb6e" providerId="ADAL" clId="{AD7B0AA9-79D7-48EA-9628-4791FFC8E1B8}" dt="2026-09-04T15:10:14.654" v="206" actId="1076"/>
          <ac:grpSpMkLst>
            <pc:docMk/>
            <pc:sldMk cId="3361385492" sldId="280"/>
            <ac:grpSpMk id="31" creationId="{BB444119-8E6F-6651-A5D6-8C00C22138B0}"/>
          </ac:grpSpMkLst>
        </pc:grpChg>
        <pc:picChg chg="add mod">
          <ac:chgData name="Amy Peebles" userId="55df9692-3791-40ae-bd44-2b55daecbb6e" providerId="ADAL" clId="{AD7B0AA9-79D7-48EA-9628-4791FFC8E1B8}" dt="2026-09-04T15:00:06.772" v="39"/>
          <ac:picMkLst>
            <pc:docMk/>
            <pc:sldMk cId="3361385492" sldId="280"/>
            <ac:picMk id="3" creationId="{BE6D1FCF-EE1D-B459-5B0A-8C8AF7A53779}"/>
          </ac:picMkLst>
        </pc:picChg>
        <pc:picChg chg="add mod">
          <ac:chgData name="Amy Peebles" userId="55df9692-3791-40ae-bd44-2b55daecbb6e" providerId="ADAL" clId="{AD7B0AA9-79D7-48EA-9628-4791FFC8E1B8}" dt="2026-09-04T15:00:06.772" v="39"/>
          <ac:picMkLst>
            <pc:docMk/>
            <pc:sldMk cId="3361385492" sldId="280"/>
            <ac:picMk id="4" creationId="{21E57D37-DBC9-F7A1-6BCB-7EA8C55DC953}"/>
          </ac:picMkLst>
        </pc:picChg>
        <pc:picChg chg="add mod">
          <ac:chgData name="Amy Peebles" userId="55df9692-3791-40ae-bd44-2b55daecbb6e" providerId="ADAL" clId="{AD7B0AA9-79D7-48EA-9628-4791FFC8E1B8}" dt="2026-09-04T15:09:56.841" v="195"/>
          <ac:picMkLst>
            <pc:docMk/>
            <pc:sldMk cId="3361385492" sldId="280"/>
            <ac:picMk id="13" creationId="{7F336C0B-A9E6-480E-C82D-F47264558041}"/>
          </ac:picMkLst>
        </pc:picChg>
        <pc:cxnChg chg="mod">
          <ac:chgData name="Amy Peebles" userId="55df9692-3791-40ae-bd44-2b55daecbb6e" providerId="ADAL" clId="{AD7B0AA9-79D7-48EA-9628-4791FFC8E1B8}" dt="2026-09-04T15:10:14.654" v="206" actId="1076"/>
          <ac:cxnSpMkLst>
            <pc:docMk/>
            <pc:sldMk cId="3361385492" sldId="280"/>
            <ac:cxnSpMk id="47" creationId="{A3BC1E19-3C7E-B112-4EE7-72CE0CE01ABA}"/>
          </ac:cxnSpMkLst>
        </pc:cxnChg>
        <pc:cxnChg chg="mod">
          <ac:chgData name="Amy Peebles" userId="55df9692-3791-40ae-bd44-2b55daecbb6e" providerId="ADAL" clId="{AD7B0AA9-79D7-48EA-9628-4791FFC8E1B8}" dt="2026-09-04T15:10:14.654" v="206" actId="1076"/>
          <ac:cxnSpMkLst>
            <pc:docMk/>
            <pc:sldMk cId="3361385492" sldId="280"/>
            <ac:cxnSpMk id="48" creationId="{68214180-2BA9-2ECA-60CA-2EB28ED912E5}"/>
          </ac:cxnSpMkLst>
        </pc:cxnChg>
      </pc:sldChg>
      <pc:sldChg chg="addSp modSp mod">
        <pc:chgData name="Amy Peebles" userId="55df9692-3791-40ae-bd44-2b55daecbb6e" providerId="ADAL" clId="{AD7B0AA9-79D7-48EA-9628-4791FFC8E1B8}" dt="2026-09-04T15:15:24.948" v="380"/>
        <pc:sldMkLst>
          <pc:docMk/>
          <pc:sldMk cId="3156341667" sldId="283"/>
        </pc:sldMkLst>
        <pc:spChg chg="mod">
          <ac:chgData name="Amy Peebles" userId="55df9692-3791-40ae-bd44-2b55daecbb6e" providerId="ADAL" clId="{AD7B0AA9-79D7-48EA-9628-4791FFC8E1B8}" dt="2026-09-04T15:05:49.169" v="156" actId="20577"/>
          <ac:spMkLst>
            <pc:docMk/>
            <pc:sldMk cId="3156341667" sldId="283"/>
            <ac:spMk id="2" creationId="{296316A3-4112-9074-CADB-30E19A928CCE}"/>
          </ac:spMkLst>
        </pc:spChg>
        <pc:spChg chg="add mod">
          <ac:chgData name="Amy Peebles" userId="55df9692-3791-40ae-bd44-2b55daecbb6e" providerId="ADAL" clId="{AD7B0AA9-79D7-48EA-9628-4791FFC8E1B8}" dt="2026-09-04T15:05:39.290" v="151" actId="14100"/>
          <ac:spMkLst>
            <pc:docMk/>
            <pc:sldMk cId="3156341667" sldId="283"/>
            <ac:spMk id="3" creationId="{FFC469F6-C1C6-5BF4-22B5-90694C1BF2E0}"/>
          </ac:spMkLst>
        </pc:spChg>
        <pc:spChg chg="mod">
          <ac:chgData name="Amy Peebles" userId="55df9692-3791-40ae-bd44-2b55daecbb6e" providerId="ADAL" clId="{AD7B0AA9-79D7-48EA-9628-4791FFC8E1B8}" dt="2026-09-04T15:15:24.948" v="380"/>
          <ac:spMkLst>
            <pc:docMk/>
            <pc:sldMk cId="3156341667" sldId="283"/>
            <ac:spMk id="7" creationId="{A0DBA413-FD07-4FC7-8F41-7770927D4CEE}"/>
          </ac:spMkLst>
        </pc:spChg>
        <pc:picChg chg="add mod">
          <ac:chgData name="Amy Peebles" userId="55df9692-3791-40ae-bd44-2b55daecbb6e" providerId="ADAL" clId="{AD7B0AA9-79D7-48EA-9628-4791FFC8E1B8}" dt="2026-09-04T15:05:33.052" v="149"/>
          <ac:picMkLst>
            <pc:docMk/>
            <pc:sldMk cId="3156341667" sldId="283"/>
            <ac:picMk id="12" creationId="{EDD5DB17-9293-1C00-DEE7-9832A9AB0D27}"/>
          </ac:picMkLst>
        </pc:picChg>
        <pc:picChg chg="add mod">
          <ac:chgData name="Amy Peebles" userId="55df9692-3791-40ae-bd44-2b55daecbb6e" providerId="ADAL" clId="{AD7B0AA9-79D7-48EA-9628-4791FFC8E1B8}" dt="2026-09-04T15:05:33.052" v="149"/>
          <ac:picMkLst>
            <pc:docMk/>
            <pc:sldMk cId="3156341667" sldId="283"/>
            <ac:picMk id="13" creationId="{4987CDD1-1E73-4D06-E0DE-A4C06BDCDC7D}"/>
          </ac:picMkLst>
        </pc:picChg>
      </pc:sldChg>
      <pc:sldChg chg="addSp delSp modSp mod">
        <pc:chgData name="Amy Peebles" userId="55df9692-3791-40ae-bd44-2b55daecbb6e" providerId="ADAL" clId="{AD7B0AA9-79D7-48EA-9628-4791FFC8E1B8}" dt="2026-09-04T15:15:24.948" v="380"/>
        <pc:sldMkLst>
          <pc:docMk/>
          <pc:sldMk cId="2988029155" sldId="284"/>
        </pc:sldMkLst>
        <pc:spChg chg="mod">
          <ac:chgData name="Amy Peebles" userId="55df9692-3791-40ae-bd44-2b55daecbb6e" providerId="ADAL" clId="{AD7B0AA9-79D7-48EA-9628-4791FFC8E1B8}" dt="2026-09-04T15:06:00.625" v="163" actId="20577"/>
          <ac:spMkLst>
            <pc:docMk/>
            <pc:sldMk cId="2988029155" sldId="284"/>
            <ac:spMk id="2" creationId="{296316A3-4112-9074-CADB-30E19A928CCE}"/>
          </ac:spMkLst>
        </pc:spChg>
        <pc:spChg chg="add mod">
          <ac:chgData name="Amy Peebles" userId="55df9692-3791-40ae-bd44-2b55daecbb6e" providerId="ADAL" clId="{AD7B0AA9-79D7-48EA-9628-4791FFC8E1B8}" dt="2026-09-04T15:06:07.213" v="164"/>
          <ac:spMkLst>
            <pc:docMk/>
            <pc:sldMk cId="2988029155" sldId="284"/>
            <ac:spMk id="3" creationId="{60C70753-3769-C226-D2F0-82C1C07A84CB}"/>
          </ac:spMkLst>
        </pc:spChg>
        <pc:spChg chg="mod">
          <ac:chgData name="Amy Peebles" userId="55df9692-3791-40ae-bd44-2b55daecbb6e" providerId="ADAL" clId="{AD7B0AA9-79D7-48EA-9628-4791FFC8E1B8}" dt="2026-09-04T15:15:24.948" v="380"/>
          <ac:spMkLst>
            <pc:docMk/>
            <pc:sldMk cId="2988029155" sldId="284"/>
            <ac:spMk id="7" creationId="{A0DBA413-FD07-4FC7-8F41-7770927D4CEE}"/>
          </ac:spMkLst>
        </pc:spChg>
        <pc:spChg chg="add mod">
          <ac:chgData name="Amy Peebles" userId="55df9692-3791-40ae-bd44-2b55daecbb6e" providerId="ADAL" clId="{AD7B0AA9-79D7-48EA-9628-4791FFC8E1B8}" dt="2026-09-04T15:06:25.084" v="166"/>
          <ac:spMkLst>
            <pc:docMk/>
            <pc:sldMk cId="2988029155" sldId="284"/>
            <ac:spMk id="17" creationId="{0252A98B-8CD0-71CC-A06F-F02BC1C2A749}"/>
          </ac:spMkLst>
        </pc:spChg>
        <pc:picChg chg="add mod">
          <ac:chgData name="Amy Peebles" userId="55df9692-3791-40ae-bd44-2b55daecbb6e" providerId="ADAL" clId="{AD7B0AA9-79D7-48EA-9628-4791FFC8E1B8}" dt="2026-09-04T15:06:25.084" v="166"/>
          <ac:picMkLst>
            <pc:docMk/>
            <pc:sldMk cId="2988029155" sldId="284"/>
            <ac:picMk id="14" creationId="{FACE4D68-68CE-17B5-8350-C088B0E47D4F}"/>
          </ac:picMkLst>
        </pc:picChg>
        <pc:picChg chg="add mod">
          <ac:chgData name="Amy Peebles" userId="55df9692-3791-40ae-bd44-2b55daecbb6e" providerId="ADAL" clId="{AD7B0AA9-79D7-48EA-9628-4791FFC8E1B8}" dt="2026-09-04T15:06:25.084" v="166"/>
          <ac:picMkLst>
            <pc:docMk/>
            <pc:sldMk cId="2988029155" sldId="284"/>
            <ac:picMk id="15" creationId="{4EF3F3DF-797D-84EC-3227-6FEADA5CA940}"/>
          </ac:picMkLst>
        </pc:picChg>
      </pc:sldChg>
      <pc:sldChg chg="modSp add">
        <pc:chgData name="Amy Peebles" userId="55df9692-3791-40ae-bd44-2b55daecbb6e" providerId="ADAL" clId="{AD7B0AA9-79D7-48EA-9628-4791FFC8E1B8}" dt="2026-09-04T15:15:24.948" v="380"/>
        <pc:sldMkLst>
          <pc:docMk/>
          <pc:sldMk cId="776856970" sldId="287"/>
        </pc:sldMkLst>
        <pc:spChg chg="mod">
          <ac:chgData name="Amy Peebles" userId="55df9692-3791-40ae-bd44-2b55daecbb6e" providerId="ADAL" clId="{AD7B0AA9-79D7-48EA-9628-4791FFC8E1B8}" dt="2026-09-04T15:15:24.948" v="380"/>
          <ac:spMkLst>
            <pc:docMk/>
            <pc:sldMk cId="776856970" sldId="287"/>
            <ac:spMk id="7" creationId="{2455BC9F-6CE9-6EE8-6DCA-67DF93BFF941}"/>
          </ac:spMkLst>
        </pc:spChg>
      </pc:sldChg>
      <pc:sldChg chg="modSp add mod">
        <pc:chgData name="Amy Peebles" userId="55df9692-3791-40ae-bd44-2b55daecbb6e" providerId="ADAL" clId="{AD7B0AA9-79D7-48EA-9628-4791FFC8E1B8}" dt="2026-09-14T12:48:53.202" v="945" actId="20577"/>
        <pc:sldMkLst>
          <pc:docMk/>
          <pc:sldMk cId="116891215" sldId="305"/>
        </pc:sldMkLst>
        <pc:spChg chg="mod">
          <ac:chgData name="Amy Peebles" userId="55df9692-3791-40ae-bd44-2b55daecbb6e" providerId="ADAL" clId="{AD7B0AA9-79D7-48EA-9628-4791FFC8E1B8}" dt="2026-09-14T12:48:53.202" v="945" actId="20577"/>
          <ac:spMkLst>
            <pc:docMk/>
            <pc:sldMk cId="116891215" sldId="305"/>
            <ac:spMk id="2" creationId="{01650566-3B61-AA55-96DB-331614B6FFA7}"/>
          </ac:spMkLst>
        </pc:spChg>
        <pc:spChg chg="mod">
          <ac:chgData name="Amy Peebles" userId="55df9692-3791-40ae-bd44-2b55daecbb6e" providerId="ADAL" clId="{AD7B0AA9-79D7-48EA-9628-4791FFC8E1B8}" dt="2026-09-04T15:15:00.081" v="378" actId="20577"/>
          <ac:spMkLst>
            <pc:docMk/>
            <pc:sldMk cId="116891215" sldId="305"/>
            <ac:spMk id="5" creationId="{7733B9A5-AEA1-D02D-AC46-DE46836AAE2A}"/>
          </ac:spMkLst>
        </pc:spChg>
        <pc:spChg chg="mod">
          <ac:chgData name="Amy Peebles" userId="55df9692-3791-40ae-bd44-2b55daecbb6e" providerId="ADAL" clId="{AD7B0AA9-79D7-48EA-9628-4791FFC8E1B8}" dt="2026-09-04T15:12:49.252" v="226" actId="1076"/>
          <ac:spMkLst>
            <pc:docMk/>
            <pc:sldMk cId="116891215" sldId="305"/>
            <ac:spMk id="6" creationId="{EB572FF3-5896-6412-1CC7-7332E2CA647A}"/>
          </ac:spMkLst>
        </pc:spChg>
        <pc:spChg chg="mod">
          <ac:chgData name="Amy Peebles" userId="55df9692-3791-40ae-bd44-2b55daecbb6e" providerId="ADAL" clId="{AD7B0AA9-79D7-48EA-9628-4791FFC8E1B8}" dt="2026-09-04T15:13:59.937" v="349" actId="1037"/>
          <ac:spMkLst>
            <pc:docMk/>
            <pc:sldMk cId="116891215" sldId="305"/>
            <ac:spMk id="7" creationId="{64BD56A6-3091-55C7-7787-2F9212754E92}"/>
          </ac:spMkLst>
        </pc:spChg>
      </pc:sldChg>
      <pc:sldChg chg="modSp add mod">
        <pc:chgData name="Amy Peebles" userId="55df9692-3791-40ae-bd44-2b55daecbb6e" providerId="ADAL" clId="{AD7B0AA9-79D7-48EA-9628-4791FFC8E1B8}" dt="2026-09-14T12:48:55.186" v="947" actId="20577"/>
        <pc:sldMkLst>
          <pc:docMk/>
          <pc:sldMk cId="3837137770" sldId="330"/>
        </pc:sldMkLst>
        <pc:spChg chg="mod ord">
          <ac:chgData name="Amy Peebles" userId="55df9692-3791-40ae-bd44-2b55daecbb6e" providerId="ADAL" clId="{AD7B0AA9-79D7-48EA-9628-4791FFC8E1B8}" dt="2026-09-14T12:48:55.186" v="947" actId="20577"/>
          <ac:spMkLst>
            <pc:docMk/>
            <pc:sldMk cId="3837137770" sldId="330"/>
            <ac:spMk id="2" creationId="{01650566-3B61-AA55-96DB-331614B6FFA7}"/>
          </ac:spMkLst>
        </pc:spChg>
        <pc:spChg chg="mod ord">
          <ac:chgData name="Amy Peebles" userId="55df9692-3791-40ae-bd44-2b55daecbb6e" providerId="ADAL" clId="{AD7B0AA9-79D7-48EA-9628-4791FFC8E1B8}" dt="2026-09-14T09:28:50.079" v="849" actId="166"/>
          <ac:spMkLst>
            <pc:docMk/>
            <pc:sldMk cId="3837137770" sldId="330"/>
            <ac:spMk id="3" creationId="{1DB5E209-E6C2-4C83-62A1-D65D6687AEE0}"/>
          </ac:spMkLst>
        </pc:spChg>
        <pc:spChg chg="mod">
          <ac:chgData name="Amy Peebles" userId="55df9692-3791-40ae-bd44-2b55daecbb6e" providerId="ADAL" clId="{AD7B0AA9-79D7-48EA-9628-4791FFC8E1B8}" dt="2026-09-04T15:15:24.948" v="380"/>
          <ac:spMkLst>
            <pc:docMk/>
            <pc:sldMk cId="3837137770" sldId="330"/>
            <ac:spMk id="5" creationId="{7733B9A5-AEA1-D02D-AC46-DE46836AAE2A}"/>
          </ac:spMkLst>
        </pc:spChg>
        <pc:spChg chg="mod">
          <ac:chgData name="Amy Peebles" userId="55df9692-3791-40ae-bd44-2b55daecbb6e" providerId="ADAL" clId="{AD7B0AA9-79D7-48EA-9628-4791FFC8E1B8}" dt="2026-09-04T15:16:39.976" v="528" actId="1036"/>
          <ac:spMkLst>
            <pc:docMk/>
            <pc:sldMk cId="3837137770" sldId="330"/>
            <ac:spMk id="7" creationId="{64BD56A6-3091-55C7-7787-2F9212754E92}"/>
          </ac:spMkLst>
        </pc:spChg>
      </pc:sldChg>
      <pc:sldChg chg="addSp delSp modSp add mod ord">
        <pc:chgData name="Amy Peebles" userId="55df9692-3791-40ae-bd44-2b55daecbb6e" providerId="ADAL" clId="{AD7B0AA9-79D7-48EA-9628-4791FFC8E1B8}" dt="2026-09-14T09:38:17.972" v="893" actId="1076"/>
        <pc:sldMkLst>
          <pc:docMk/>
          <pc:sldMk cId="1264476909" sldId="332"/>
        </pc:sldMkLst>
        <pc:spChg chg="add mod">
          <ac:chgData name="Amy Peebles" userId="55df9692-3791-40ae-bd44-2b55daecbb6e" providerId="ADAL" clId="{AD7B0AA9-79D7-48EA-9628-4791FFC8E1B8}" dt="2026-09-14T09:38:08.685" v="891" actId="108"/>
          <ac:spMkLst>
            <pc:docMk/>
            <pc:sldMk cId="1264476909" sldId="332"/>
            <ac:spMk id="9" creationId="{8C226E55-9964-D395-F826-ED2814754748}"/>
          </ac:spMkLst>
        </pc:spChg>
        <pc:picChg chg="add mod">
          <ac:chgData name="Amy Peebles" userId="55df9692-3791-40ae-bd44-2b55daecbb6e" providerId="ADAL" clId="{AD7B0AA9-79D7-48EA-9628-4791FFC8E1B8}" dt="2026-09-14T09:37:56.811" v="888" actId="1076"/>
          <ac:picMkLst>
            <pc:docMk/>
            <pc:sldMk cId="1264476909" sldId="332"/>
            <ac:picMk id="10" creationId="{2A8DFAB8-8E1B-0F37-0C24-58EFD0C994A2}"/>
          </ac:picMkLst>
        </pc:picChg>
        <pc:picChg chg="add mod">
          <ac:chgData name="Amy Peebles" userId="55df9692-3791-40ae-bd44-2b55daecbb6e" providerId="ADAL" clId="{AD7B0AA9-79D7-48EA-9628-4791FFC8E1B8}" dt="2026-09-14T09:38:17.972" v="893" actId="1076"/>
          <ac:picMkLst>
            <pc:docMk/>
            <pc:sldMk cId="1264476909" sldId="332"/>
            <ac:picMk id="13" creationId="{2FDB3AF3-73F3-D94C-5CBA-66D40A9A5DBC}"/>
          </ac:picMkLst>
        </pc:picChg>
        <pc:picChg chg="add mod">
          <ac:chgData name="Amy Peebles" userId="55df9692-3791-40ae-bd44-2b55daecbb6e" providerId="ADAL" clId="{AD7B0AA9-79D7-48EA-9628-4791FFC8E1B8}" dt="2026-09-14T09:38:17.972" v="893" actId="1076"/>
          <ac:picMkLst>
            <pc:docMk/>
            <pc:sldMk cId="1264476909" sldId="332"/>
            <ac:picMk id="14" creationId="{6F2B1122-51BC-68CF-A01C-5BE13C9A285B}"/>
          </ac:picMkLst>
        </pc:picChg>
      </pc:sldChg>
      <pc:sldChg chg="addSp delSp modSp add mod">
        <pc:chgData name="Amy Peebles" userId="55df9692-3791-40ae-bd44-2b55daecbb6e" providerId="ADAL" clId="{AD7B0AA9-79D7-48EA-9628-4791FFC8E1B8}" dt="2026-09-14T09:57:46.332" v="943" actId="1076"/>
        <pc:sldMkLst>
          <pc:docMk/>
          <pc:sldMk cId="1741102708" sldId="333"/>
        </pc:sldMkLst>
        <pc:graphicFrameChg chg="add mod modGraphic">
          <ac:chgData name="Amy Peebles" userId="55df9692-3791-40ae-bd44-2b55daecbb6e" providerId="ADAL" clId="{AD7B0AA9-79D7-48EA-9628-4791FFC8E1B8}" dt="2026-09-14T09:57:46.332" v="943" actId="1076"/>
          <ac:graphicFrameMkLst>
            <pc:docMk/>
            <pc:sldMk cId="1741102708" sldId="333"/>
            <ac:graphicFrameMk id="15" creationId="{EDD52D1D-E7E2-B99C-89DC-EB9465730591}"/>
          </ac:graphicFrameMkLst>
        </pc:graphicFrameChg>
        <pc:picChg chg="mod">
          <ac:chgData name="Amy Peebles" userId="55df9692-3791-40ae-bd44-2b55daecbb6e" providerId="ADAL" clId="{AD7B0AA9-79D7-48EA-9628-4791FFC8E1B8}" dt="2026-09-14T09:56:37.868" v="899" actId="1076"/>
          <ac:picMkLst>
            <pc:docMk/>
            <pc:sldMk cId="1741102708" sldId="333"/>
            <ac:picMk id="5" creationId="{84F6EC34-F226-B086-307C-0DAD83594C24}"/>
          </ac:picMkLst>
        </pc:picChg>
      </pc:sldChg>
      <pc:sldMasterChg chg="setBg modSldLayout">
        <pc:chgData name="Amy Peebles" userId="55df9692-3791-40ae-bd44-2b55daecbb6e" providerId="ADAL" clId="{AD7B0AA9-79D7-48EA-9628-4791FFC8E1B8}" dt="2026-09-04T15:14:54.457" v="374"/>
        <pc:sldMasterMkLst>
          <pc:docMk/>
          <pc:sldMasterMk cId="2460954070" sldId="2147483660"/>
        </pc:sldMasterMkLst>
        <pc:sldLayoutChg chg="modSp setBg">
          <pc:chgData name="Amy Peebles" userId="55df9692-3791-40ae-bd44-2b55daecbb6e" providerId="ADAL" clId="{AD7B0AA9-79D7-48EA-9628-4791FFC8E1B8}" dt="2026-09-04T15:14:54.457" v="374"/>
          <pc:sldLayoutMkLst>
            <pc:docMk/>
            <pc:sldMasterMk cId="2460954070" sldId="2147483660"/>
            <pc:sldLayoutMk cId="2385387890" sldId="2147483661"/>
          </pc:sldLayoutMkLst>
          <pc:spChg chg="mod">
            <ac:chgData name="Amy Peebles" userId="55df9692-3791-40ae-bd44-2b55daecbb6e" providerId="ADAL" clId="{AD7B0AA9-79D7-48EA-9628-4791FFC8E1B8}" dt="2026-09-04T15:14:54.457" v="374"/>
            <ac:spMkLst>
              <pc:docMk/>
              <pc:sldMasterMk cId="2460954070" sldId="2147483660"/>
              <pc:sldLayoutMk cId="2385387890" sldId="2147483661"/>
              <ac:spMk id="37" creationId="{51430892-FE2D-4C4C-5085-654525FA40D9}"/>
            </ac:spMkLst>
          </pc:spChg>
        </pc:sldLayoutChg>
        <pc:sldLayoutChg chg="modSp setBg">
          <pc:chgData name="Amy Peebles" userId="55df9692-3791-40ae-bd44-2b55daecbb6e" providerId="ADAL" clId="{AD7B0AA9-79D7-48EA-9628-4791FFC8E1B8}" dt="2026-09-04T15:14:54.457" v="374"/>
          <pc:sldLayoutMkLst>
            <pc:docMk/>
            <pc:sldMasterMk cId="2460954070" sldId="2147483660"/>
            <pc:sldLayoutMk cId="1248076482" sldId="2147483662"/>
          </pc:sldLayoutMkLst>
          <pc:spChg chg="mod">
            <ac:chgData name="Amy Peebles" userId="55df9692-3791-40ae-bd44-2b55daecbb6e" providerId="ADAL" clId="{AD7B0AA9-79D7-48EA-9628-4791FFC8E1B8}" dt="2026-09-04T15:14:54.457" v="374"/>
            <ac:spMkLst>
              <pc:docMk/>
              <pc:sldMasterMk cId="2460954070" sldId="2147483660"/>
              <pc:sldLayoutMk cId="1248076482" sldId="2147483662"/>
              <ac:spMk id="13" creationId="{F8E2B28E-7E33-9F12-1A55-A7BCF24D5CF2}"/>
            </ac:spMkLst>
          </pc:spChg>
        </pc:sldLayoutChg>
        <pc:sldLayoutChg chg="modSp setBg">
          <pc:chgData name="Amy Peebles" userId="55df9692-3791-40ae-bd44-2b55daecbb6e" providerId="ADAL" clId="{AD7B0AA9-79D7-48EA-9628-4791FFC8E1B8}" dt="2026-09-04T15:14:54.457" v="374"/>
          <pc:sldLayoutMkLst>
            <pc:docMk/>
            <pc:sldMasterMk cId="2460954070" sldId="2147483660"/>
            <pc:sldLayoutMk cId="1139035286" sldId="2147483663"/>
          </pc:sldLayoutMkLst>
          <pc:spChg chg="mod">
            <ac:chgData name="Amy Peebles" userId="55df9692-3791-40ae-bd44-2b55daecbb6e" providerId="ADAL" clId="{AD7B0AA9-79D7-48EA-9628-4791FFC8E1B8}" dt="2026-09-04T15:14:54.457" v="374"/>
            <ac:spMkLst>
              <pc:docMk/>
              <pc:sldMasterMk cId="2460954070" sldId="2147483660"/>
              <pc:sldLayoutMk cId="1139035286" sldId="2147483663"/>
              <ac:spMk id="53" creationId="{7CDC3DE9-E720-CA7D-E04D-91B4CFC61E60}"/>
            </ac:spMkLst>
          </pc:spChg>
        </pc:sldLayoutChg>
        <pc:sldLayoutChg chg="modSp setBg">
          <pc:chgData name="Amy Peebles" userId="55df9692-3791-40ae-bd44-2b55daecbb6e" providerId="ADAL" clId="{AD7B0AA9-79D7-48EA-9628-4791FFC8E1B8}" dt="2026-09-04T15:14:54.457" v="374"/>
          <pc:sldLayoutMkLst>
            <pc:docMk/>
            <pc:sldMasterMk cId="2460954070" sldId="2147483660"/>
            <pc:sldLayoutMk cId="4135159618" sldId="2147483664"/>
          </pc:sldLayoutMkLst>
          <pc:spChg chg="mod">
            <ac:chgData name="Amy Peebles" userId="55df9692-3791-40ae-bd44-2b55daecbb6e" providerId="ADAL" clId="{AD7B0AA9-79D7-48EA-9628-4791FFC8E1B8}" dt="2026-09-04T15:14:54.457" v="374"/>
            <ac:spMkLst>
              <pc:docMk/>
              <pc:sldMasterMk cId="2460954070" sldId="2147483660"/>
              <pc:sldLayoutMk cId="4135159618" sldId="2147483664"/>
              <ac:spMk id="12" creationId="{AC0E48FA-CA1F-C773-8A51-2B17AEAD1971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55C777-F955-4B11-85EF-033529863E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F2B2F-A92E-46B4-9E15-A6A9D365FD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4B104-792C-4978-B6A9-07FC550E311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DE689-54D7-4E87-8D1F-B6298DD008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2D16D-3B6B-4CA1-977B-687D4D7419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CB57C-B10F-4871-A4D3-586A13C53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13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16758-EAD6-4A71-A8FD-CCC27153C41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04024-520A-4FA2-A6CD-537239085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30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9914A-3ECF-C770-CED1-EC49BA609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8B2EF-D335-C267-B759-B4549B737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68869-4D81-B5E3-327C-090962396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3A05D-1B9D-8203-2AB0-8E6493A50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064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2149-C00F-750E-8D28-D94FB8021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6123A-7BCB-EAC5-46E8-D09DEDC0F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3AC88-C7A3-7AA7-40B2-D3AD397E0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E7AF3-0CA0-090C-CAC3-728F2DE6B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856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881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747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C499-7933-F1F4-3025-9253E901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CB9AC-B2C4-7739-30D3-ECEBDC5AB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C9825-DDFE-A9DA-2E61-2E1218B1C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88E52-5709-82B5-1E95-C6ACADF99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014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82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062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951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17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uter Sc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E4E071-A5ED-7FA2-B941-6B3D19A62717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8122516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2">
            <a:extLst>
              <a:ext uri="{FF2B5EF4-FFF2-40B4-BE49-F238E27FC236}">
                <a16:creationId xmlns:a16="http://schemas.microsoft.com/office/drawing/2014/main" id="{ABC7C60A-21C0-C46F-AF62-3A70277B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812251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F7583BF-CB5B-480C-212A-68654FBA8AE5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 dirty="0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 dirty="0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83544672-6F1F-FB05-EC77-01E20EF3FF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746B2A39-90FD-7EA0-7E4B-1486AF0FD8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B3D9F8A3-F5FA-2710-4C2D-15B4BE81FB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97B5D19A-DF34-A2CD-E63C-ED7613E305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24" name="Graphic 23" descr="Lightbulb and gear">
            <a:extLst>
              <a:ext uri="{FF2B5EF4-FFF2-40B4-BE49-F238E27FC236}">
                <a16:creationId xmlns:a16="http://schemas.microsoft.com/office/drawing/2014/main" id="{4E163FE9-800E-1B25-73A1-6601DEE08E6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34" name="Graphic 33" descr="Lightbulb and gear">
            <a:extLst>
              <a:ext uri="{FF2B5EF4-FFF2-40B4-BE49-F238E27FC236}">
                <a16:creationId xmlns:a16="http://schemas.microsoft.com/office/drawing/2014/main" id="{8ADE9D20-775C-C802-87A8-D5D93BCA0A2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35" name="Graphic 34" descr="Lightbulb and gear">
            <a:extLst>
              <a:ext uri="{FF2B5EF4-FFF2-40B4-BE49-F238E27FC236}">
                <a16:creationId xmlns:a16="http://schemas.microsoft.com/office/drawing/2014/main" id="{73151FBD-4681-3AB8-1A3D-C86ED3B7C23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36" name="Graphic 35" descr="Key">
            <a:extLst>
              <a:ext uri="{FF2B5EF4-FFF2-40B4-BE49-F238E27FC236}">
                <a16:creationId xmlns:a16="http://schemas.microsoft.com/office/drawing/2014/main" id="{8A409B86-7E12-70DA-8F91-D6709992C0B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1430892-FE2D-4C4C-5085-654525FA40D9}"/>
              </a:ext>
            </a:extLst>
          </p:cNvPr>
          <p:cNvSpPr/>
          <p:nvPr userDrawn="1"/>
        </p:nvSpPr>
        <p:spPr>
          <a:xfrm>
            <a:off x="9230264" y="539794"/>
            <a:ext cx="2961736" cy="429348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9Lesson 1 -BINARY, BITMAPS &amp; Beyond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CCD8B-D9F0-2100-3326-104074AEBF7C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006A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 dirty="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Computer Science </a:t>
            </a:r>
            <a:r>
              <a:rPr lang="en-GB" sz="1600" b="0" kern="1200" spc="300" dirty="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14DC87E9-701C-02DE-D9AF-71A5B819D3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 Techn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8" y="89529"/>
            <a:ext cx="8122515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accent1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5F93188-CCBA-B877-D46E-928F82DED82F}"/>
              </a:ext>
            </a:extLst>
          </p:cNvPr>
          <p:cNvCxnSpPr>
            <a:cxnSpLocks/>
          </p:cNvCxnSpPr>
          <p:nvPr userDrawn="1"/>
        </p:nvCxnSpPr>
        <p:spPr>
          <a:xfrm>
            <a:off x="840508" y="572071"/>
            <a:ext cx="8121494" cy="1777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tle 1">
            <a:extLst>
              <a:ext uri="{FF2B5EF4-FFF2-40B4-BE49-F238E27FC236}">
                <a16:creationId xmlns:a16="http://schemas.microsoft.com/office/drawing/2014/main" id="{4A250323-FFCF-FCA6-DE9D-0DC17484410F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 dirty="0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 dirty="0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 Placeholder 22">
            <a:extLst>
              <a:ext uri="{FF2B5EF4-FFF2-40B4-BE49-F238E27FC236}">
                <a16:creationId xmlns:a16="http://schemas.microsoft.com/office/drawing/2014/main" id="{55DBC8CD-A632-03D1-7C74-0C8998837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6DF2579E-08EC-C970-5C55-E6BBBC124A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3A0DE0D7-B7B1-3642-50DE-3CBF3059CF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DE03672B-0083-C11B-F252-D8829AFF20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49" name="Graphic 48" descr="Lightbulb and gear">
            <a:extLst>
              <a:ext uri="{FF2B5EF4-FFF2-40B4-BE49-F238E27FC236}">
                <a16:creationId xmlns:a16="http://schemas.microsoft.com/office/drawing/2014/main" id="{76A6CA63-CF50-73E7-7606-DDDA11E906F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50" name="Graphic 49" descr="Lightbulb and gear">
            <a:extLst>
              <a:ext uri="{FF2B5EF4-FFF2-40B4-BE49-F238E27FC236}">
                <a16:creationId xmlns:a16="http://schemas.microsoft.com/office/drawing/2014/main" id="{589701BB-333D-0904-2D27-EEDDD9F0B62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51" name="Graphic 50" descr="Lightbulb and gear">
            <a:extLst>
              <a:ext uri="{FF2B5EF4-FFF2-40B4-BE49-F238E27FC236}">
                <a16:creationId xmlns:a16="http://schemas.microsoft.com/office/drawing/2014/main" id="{1D2D09CF-4CBB-5EB1-666B-27B2692B2A2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52" name="Graphic 51" descr="Key">
            <a:extLst>
              <a:ext uri="{FF2B5EF4-FFF2-40B4-BE49-F238E27FC236}">
                <a16:creationId xmlns:a16="http://schemas.microsoft.com/office/drawing/2014/main" id="{3140F46D-F29D-4991-3657-F48D729696C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7CDC3DE9-E720-CA7D-E04D-91B4CFC61E60}"/>
              </a:ext>
            </a:extLst>
          </p:cNvPr>
          <p:cNvSpPr/>
          <p:nvPr userDrawn="1"/>
        </p:nvSpPr>
        <p:spPr>
          <a:xfrm>
            <a:off x="9230264" y="539794"/>
            <a:ext cx="2961736" cy="429348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9Lesson 1 -BINARY, BITMAPS &amp; Beyond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88A44-38AE-E7B4-6E89-8AB460EB8CFD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 dirty="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Information Technology </a:t>
            </a:r>
            <a:r>
              <a:rPr lang="en-GB" sz="1600" b="0" kern="1200" spc="300" dirty="0">
                <a:solidFill>
                  <a:schemeClr val="accent1"/>
                </a:solidFill>
                <a:latin typeface="Avenir Next LT Pro" panose="020B05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2DA97A1F-0F1F-A05E-9AE8-34E568428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903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Litera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8121492" cy="0"/>
          </a:xfrm>
          <a:prstGeom prst="line">
            <a:avLst/>
          </a:prstGeom>
          <a:ln w="38100">
            <a:solidFill>
              <a:srgbClr val="6A5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812251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6A587A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03F71-44F9-FC9D-A6A7-F0A6B2E7ED5C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 dirty="0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 dirty="0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8A17AAE5-43DC-EB1F-24F3-4BA6BB18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4F3B6411-5F47-5742-4856-3DEBEAC11A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175EA55-93EB-425B-AD43-3D0CB8A1E1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D96D4149-1F6D-0F63-0FE1-EB173E6A5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EF10083E-FE3F-5671-6D6C-5DBE25ABF4F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F369106B-45B8-D8B0-C783-E6776F82010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AE6F5A45-3000-5968-C5D8-1AE5D2C32C8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10" name="Graphic 9" descr="Key">
            <a:extLst>
              <a:ext uri="{FF2B5EF4-FFF2-40B4-BE49-F238E27FC236}">
                <a16:creationId xmlns:a16="http://schemas.microsoft.com/office/drawing/2014/main" id="{30C285F6-426A-C1EB-E37E-05D3B416C5F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C0E48FA-CA1F-C773-8A51-2B17AEAD1971}"/>
              </a:ext>
            </a:extLst>
          </p:cNvPr>
          <p:cNvSpPr/>
          <p:nvPr userDrawn="1"/>
        </p:nvSpPr>
        <p:spPr>
          <a:xfrm>
            <a:off x="9230264" y="539794"/>
            <a:ext cx="2961736" cy="429348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9Lesson 1 -BINARY, BITMAPS &amp; Beyond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CF14B0AD-6DA6-145D-2D07-F11D5BCD7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96ABD-A480-62DA-E7B8-003F236972E0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6A58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 dirty="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Digital Literacy </a:t>
            </a:r>
            <a:r>
              <a:rPr lang="en-GB" sz="1600" b="0" kern="1200" spc="300" dirty="0">
                <a:solidFill>
                  <a:srgbClr val="6A587A"/>
                </a:solidFill>
                <a:latin typeface="Avenir Next LT Pro" panose="020B0504020202020204" pitchFamily="34" charset="0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35159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a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465138" y="564612"/>
            <a:ext cx="8521041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D0AD5-7871-438B-BF3E-244105F96A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FA5D7AB-0872-4921-8ECD-C0B285539211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 dirty="0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 dirty="0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D1DFE3C3-567F-C3B9-5973-C1444EB20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A7015D62-A861-7A29-7930-18A4092AEA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31D8C83A-FD62-C374-BAAF-029F25BD98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4171082B-C598-9F9E-7C86-A0B2529853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FB17DD32-0160-A34A-A979-FD71112F197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E47F7F0F-D9D7-E029-C0A8-AB4B7331B4D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9D8E8891-285C-FC80-4489-1A82549131A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10" name="Graphic 9" descr="Key">
            <a:extLst>
              <a:ext uri="{FF2B5EF4-FFF2-40B4-BE49-F238E27FC236}">
                <a16:creationId xmlns:a16="http://schemas.microsoft.com/office/drawing/2014/main" id="{0B11F6A0-4496-696B-2E38-027FD12E580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8E2B28E-7E33-9F12-1A55-A7BCF24D5CF2}"/>
              </a:ext>
            </a:extLst>
          </p:cNvPr>
          <p:cNvSpPr/>
          <p:nvPr userDrawn="1"/>
        </p:nvSpPr>
        <p:spPr>
          <a:xfrm>
            <a:off x="9230264" y="539794"/>
            <a:ext cx="2961736" cy="429348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8Lesson 1 -Digital Systems &amp; Media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B81D4-75D3-B325-AE1F-F67199350927}"/>
              </a:ext>
            </a:extLst>
          </p:cNvPr>
          <p:cNvSpPr/>
          <p:nvPr userDrawn="1"/>
        </p:nvSpPr>
        <p:spPr>
          <a:xfrm>
            <a:off x="1" y="6486236"/>
            <a:ext cx="12192000" cy="380999"/>
          </a:xfrm>
          <a:prstGeom prst="rect">
            <a:avLst/>
          </a:prstGeom>
          <a:solidFill>
            <a:srgbClr val="C1D9D1"/>
          </a:solidFill>
          <a:ln>
            <a:solidFill>
              <a:srgbClr val="C1D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600" b="0" kern="1200" spc="300" dirty="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Proficient, responsible and innovative problem solvers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F77C40-2E5C-01C5-526F-BCB40E27E0A6}"/>
              </a:ext>
            </a:extLst>
          </p:cNvPr>
          <p:cNvSpPr/>
          <p:nvPr userDrawn="1"/>
        </p:nvSpPr>
        <p:spPr>
          <a:xfrm>
            <a:off x="0" y="6153174"/>
            <a:ext cx="723901" cy="514325"/>
          </a:xfrm>
          <a:prstGeom prst="rect">
            <a:avLst/>
          </a:prstGeom>
          <a:solidFill>
            <a:srgbClr val="C1D9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1600" b="0" kern="1200" spc="300" dirty="0">
              <a:solidFill>
                <a:srgbClr val="00684B"/>
              </a:solidFill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4" name="Picture 13" descr="A green circle with white text&#10;&#10;Description automatically generated">
            <a:extLst>
              <a:ext uri="{FF2B5EF4-FFF2-40B4-BE49-F238E27FC236}">
                <a16:creationId xmlns:a16="http://schemas.microsoft.com/office/drawing/2014/main" id="{F7BF061B-E249-7F97-7002-11A2C3C5B9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873" y="5426498"/>
            <a:ext cx="1495425" cy="146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7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465138" y="564612"/>
            <a:ext cx="11284548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D0AD5-7871-438B-BF3E-244105F96A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564" y="698185"/>
            <a:ext cx="11325037" cy="559520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11294374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B81D4-75D3-B325-AE1F-F67199350927}"/>
              </a:ext>
            </a:extLst>
          </p:cNvPr>
          <p:cNvSpPr/>
          <p:nvPr userDrawn="1"/>
        </p:nvSpPr>
        <p:spPr>
          <a:xfrm>
            <a:off x="1" y="6486236"/>
            <a:ext cx="12192000" cy="380999"/>
          </a:xfrm>
          <a:prstGeom prst="rect">
            <a:avLst/>
          </a:prstGeom>
          <a:solidFill>
            <a:srgbClr val="C1D9D1"/>
          </a:solidFill>
          <a:ln>
            <a:solidFill>
              <a:srgbClr val="C1D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600" b="0" kern="1200" spc="30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Proficient, responsible and innovative problem solvers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F77C40-2E5C-01C5-526F-BCB40E27E0A6}"/>
              </a:ext>
            </a:extLst>
          </p:cNvPr>
          <p:cNvSpPr/>
          <p:nvPr userDrawn="1"/>
        </p:nvSpPr>
        <p:spPr>
          <a:xfrm>
            <a:off x="0" y="6153174"/>
            <a:ext cx="723901" cy="514325"/>
          </a:xfrm>
          <a:prstGeom prst="rect">
            <a:avLst/>
          </a:prstGeom>
          <a:solidFill>
            <a:srgbClr val="C1D9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1600" b="0" kern="1200" spc="300">
              <a:solidFill>
                <a:srgbClr val="00684B"/>
              </a:solidFill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4" name="Picture 13" descr="A green circle with white text&#10;&#10;Description automatically generated">
            <a:extLst>
              <a:ext uri="{FF2B5EF4-FFF2-40B4-BE49-F238E27FC236}">
                <a16:creationId xmlns:a16="http://schemas.microsoft.com/office/drawing/2014/main" id="{F7BF061B-E249-7F97-7002-11A2C3C5B9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6026"/>
            <a:ext cx="1165400" cy="114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25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2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reephamhigh.org.uk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9.jpe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3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B0ebkDqkG7M?start=137&amp;feature=oembed" TargetMode="External"/><Relationship Id="rId6" Type="http://schemas.microsoft.com/office/2007/relationships/hdphoto" Target="../media/hdphoto2.wdp"/><Relationship Id="rId5" Type="http://schemas.openxmlformats.org/officeDocument/2006/relationships/image" Target="../media/image18.png"/><Relationship Id="rId10" Type="http://schemas.openxmlformats.org/officeDocument/2006/relationships/image" Target="../media/image24.png"/><Relationship Id="rId4" Type="http://schemas.openxmlformats.org/officeDocument/2006/relationships/image" Target="../media/image1.svg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microsoft.com/office/2007/relationships/hdphoto" Target="../media/hdphoto6.wdp"/><Relationship Id="rId18" Type="http://schemas.openxmlformats.org/officeDocument/2006/relationships/image" Target="../media/image30.png"/><Relationship Id="rId3" Type="http://schemas.openxmlformats.org/officeDocument/2006/relationships/image" Target="../media/image1.svg"/><Relationship Id="rId7" Type="http://schemas.microsoft.com/office/2007/relationships/hdphoto" Target="../media/hdphoto3.wdp"/><Relationship Id="rId12" Type="http://schemas.openxmlformats.org/officeDocument/2006/relationships/image" Target="../media/image28.png"/><Relationship Id="rId1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27.png"/><Relationship Id="rId19" Type="http://schemas.microsoft.com/office/2007/relationships/hdphoto" Target="../media/hdphoto8.wdp"/><Relationship Id="rId4" Type="http://schemas.openxmlformats.org/officeDocument/2006/relationships/image" Target="../media/image18.png"/><Relationship Id="rId9" Type="http://schemas.microsoft.com/office/2007/relationships/hdphoto" Target="../media/hdphoto4.wdp"/><Relationship Id="rId1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1.png"/><Relationship Id="rId7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microsoft.com/office/2007/relationships/hdphoto" Target="../media/hdphoto9.wdp"/><Relationship Id="rId4" Type="http://schemas.openxmlformats.org/officeDocument/2006/relationships/image" Target="../media/image32.png"/><Relationship Id="rId9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FFD35C-31D7-48B1-6CAB-CE0ECCF34D2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2400" b="1" dirty="0">
                <a:latin typeface="Daytona" panose="020B0604030500040204" pitchFamily="34" charset="0"/>
              </a:rPr>
              <a:t>Do Now</a:t>
            </a:r>
          </a:p>
          <a:p>
            <a:pPr marL="0" indent="0">
              <a:buNone/>
            </a:pPr>
            <a:r>
              <a:rPr lang="en-GB" sz="2200" dirty="0">
                <a:latin typeface="Daytona" panose="020B0604030500040204" pitchFamily="34" charset="0"/>
              </a:rPr>
              <a:t>Complete in your booklet: </a:t>
            </a:r>
            <a:r>
              <a:rPr lang="en-GB" sz="2200" b="1" dirty="0">
                <a:latin typeface="Daytona" panose="020B0604030500040204" pitchFamily="34" charset="0"/>
              </a:rPr>
              <a:t>8.1 Lesson 1</a:t>
            </a:r>
          </a:p>
          <a:p>
            <a:pPr marL="0" indent="0"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None/>
            </a:pPr>
            <a:r>
              <a:rPr lang="en-GB" sz="2200" b="1" dirty="0">
                <a:solidFill>
                  <a:srgbClr val="CB2662"/>
                </a:solidFill>
                <a:latin typeface="Daytona" panose="020B0604030500040204" pitchFamily="34" charset="0"/>
              </a:rPr>
              <a:t>Presentation:</a:t>
            </a:r>
          </a:p>
          <a:p>
            <a:pPr marL="800100" lvl="1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2000" kern="100" dirty="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Write in black or blue ink.</a:t>
            </a:r>
          </a:p>
          <a:p>
            <a:pPr marL="800100" lvl="1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2000" kern="100" dirty="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 in coloured pen. </a:t>
            </a:r>
          </a:p>
          <a:p>
            <a:pPr marL="800100" lvl="1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2000" kern="100" dirty="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best handwriting (joined up or printed clearly).</a:t>
            </a:r>
          </a:p>
          <a:p>
            <a:pPr marL="800100" lvl="1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2000" kern="100" dirty="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Mistakes crossed out with a single line.</a:t>
            </a:r>
          </a:p>
          <a:p>
            <a:pPr marL="800100" lvl="1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2000" kern="100" dirty="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scribbles, doodles or graffiti.</a:t>
            </a:r>
          </a:p>
          <a:p>
            <a:pPr marL="800100" lvl="1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2000" kern="100" dirty="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Pages not torn, creased or stained.</a:t>
            </a:r>
          </a:p>
          <a:p>
            <a:pPr marL="800100" lvl="1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2000" kern="100" dirty="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Correct use of capital letters, full stops and commas etc.</a:t>
            </a:r>
          </a:p>
          <a:p>
            <a:pPr marL="800100" lvl="1" indent="-342900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2000" kern="100" dirty="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Write in full sentences.</a:t>
            </a:r>
          </a:p>
          <a:p>
            <a:pPr marL="0" indent="0"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None/>
            </a:pPr>
            <a:endParaRPr lang="en-GB" sz="2200" b="1" dirty="0">
              <a:latin typeface="Daytona" panose="020B0604030500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1 - Computer Systems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19722-7D0E-B45E-BE2A-54BEFFAA24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1" dirty="0"/>
              <a:t>Classify</a:t>
            </a:r>
            <a:r>
              <a:rPr lang="en-GB" dirty="0"/>
              <a:t> devices as either input or output.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73EFE-F197-79EF-F98F-F549546F79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 dirty="0"/>
              <a:t>Explain</a:t>
            </a:r>
            <a:r>
              <a:rPr lang="en-GB" dirty="0"/>
              <a:t> </a:t>
            </a:r>
            <a:r>
              <a:rPr lang="en-US" dirty="0"/>
              <a:t>the difference between an input/ output device and a computer system.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F6E732-2986-8EFD-09C2-1680318F8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US" b="1" dirty="0"/>
              <a:t>Identify </a:t>
            </a:r>
            <a:r>
              <a:rPr lang="en-US" dirty="0"/>
              <a:t>the inputs and outputs of large computer systems such as a self checkout system.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448708-F131-BE8B-A056-2C14ECF0CE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 dirty="0"/>
              <a:t>Input        Output</a:t>
            </a:r>
          </a:p>
          <a:p>
            <a:pPr algn="ctr"/>
            <a:r>
              <a:rPr lang="en-GB" dirty="0"/>
              <a:t>   Device      Processing</a:t>
            </a:r>
          </a:p>
          <a:p>
            <a:pPr algn="ctr"/>
            <a:r>
              <a:rPr lang="en-GB" dirty="0"/>
              <a:t>Memory      Storage</a:t>
            </a:r>
          </a:p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208891-55F2-90E4-5607-14E52B6B2653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9E235A-A290-4C9D-500B-2A2E47205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59" y="327832"/>
            <a:ext cx="1972906" cy="10889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8C2FC4-17A1-D624-7E13-752F6121A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59" y="1744642"/>
            <a:ext cx="1972906" cy="114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0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BB996-EEAA-CE22-06FB-A38B12C0B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650566-3B61-AA55-96DB-331614B6FFA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GB" sz="2400" b="1" dirty="0">
                <a:latin typeface="Daytona"/>
              </a:rPr>
              <a:t>Review Now</a:t>
            </a:r>
            <a:br>
              <a:rPr lang="en-GB" sz="2400" b="1" dirty="0">
                <a:latin typeface="Daytona"/>
              </a:rPr>
            </a:br>
            <a:endParaRPr lang="en-GB" sz="2400" b="1" dirty="0">
              <a:latin typeface="Daytona" panose="020B0604030500040204" pitchFamily="34" charset="0"/>
            </a:endParaRP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GB" sz="2200" dirty="0">
                <a:latin typeface="Daytona" panose="020B0604030500040204" pitchFamily="34" charset="0"/>
              </a:rPr>
              <a:t>True or False: Binary is made up of two numbers, 0 and 1.</a:t>
            </a:r>
            <a:br>
              <a:rPr lang="en-GB" sz="2200" dirty="0">
                <a:latin typeface="Daytona" panose="020B0604030500040204" pitchFamily="34" charset="0"/>
              </a:rPr>
            </a:br>
            <a:endParaRPr lang="en-GB" sz="2200" dirty="0">
              <a:latin typeface="Daytona" panose="020B0604030500040204" pitchFamily="34" charset="0"/>
            </a:endParaRP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GB" sz="2200" dirty="0">
                <a:latin typeface="Daytona" panose="020B0604030500040204" pitchFamily="34" charset="0"/>
              </a:rPr>
              <a:t>What does the CPU stand for?</a:t>
            </a:r>
          </a:p>
          <a:p>
            <a:pPr marL="0" indent="0">
              <a:buNone/>
            </a:pPr>
            <a:r>
              <a:rPr lang="en-GB" sz="2200" dirty="0">
                <a:latin typeface="Daytona" panose="020B0604030500040204" pitchFamily="34" charset="0"/>
              </a:rPr>
              <a:t>	</a:t>
            </a:r>
          </a:p>
          <a:p>
            <a:pPr marL="625475" indent="0">
              <a:buNone/>
            </a:pPr>
            <a:r>
              <a:rPr lang="en-GB" sz="2200" dirty="0">
                <a:latin typeface="Daytona" panose="020B0604030500040204" pitchFamily="34" charset="0"/>
              </a:rPr>
              <a:t>a) </a:t>
            </a:r>
            <a:r>
              <a:rPr lang="en-GB" sz="2200" dirty="0" err="1">
                <a:latin typeface="Daytona" panose="020B0604030500040204" pitchFamily="34" charset="0"/>
              </a:rPr>
              <a:t>Center</a:t>
            </a:r>
            <a:r>
              <a:rPr lang="en-GB" sz="2200" dirty="0">
                <a:latin typeface="Daytona" panose="020B0604030500040204" pitchFamily="34" charset="0"/>
              </a:rPr>
              <a:t> Power Unit		b) Central Power Unit</a:t>
            </a:r>
            <a:br>
              <a:rPr lang="en-GB" sz="2200" dirty="0">
                <a:latin typeface="Daytona" panose="020B0604030500040204" pitchFamily="34" charset="0"/>
              </a:rPr>
            </a:br>
            <a:br>
              <a:rPr lang="en-GB" sz="2200" dirty="0">
                <a:latin typeface="Daytona" panose="020B0604030500040204" pitchFamily="34" charset="0"/>
              </a:rPr>
            </a:br>
            <a:r>
              <a:rPr lang="en-GB" sz="2200" dirty="0">
                <a:latin typeface="Daytona" panose="020B0604030500040204" pitchFamily="34" charset="0"/>
              </a:rPr>
              <a:t>c) Central Processing Unit	d) Control Processing Unit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7733B9A5-AEA1-D02D-AC46-DE46836AA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GB" dirty="0"/>
              <a:t>8.1 Lesson 1 - Computer Systems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572FF3-5896-6412-1CC7-7332E2CA647A}"/>
              </a:ext>
            </a:extLst>
          </p:cNvPr>
          <p:cNvSpPr/>
          <p:nvPr/>
        </p:nvSpPr>
        <p:spPr>
          <a:xfrm>
            <a:off x="871086" y="1524842"/>
            <a:ext cx="879108" cy="440768"/>
          </a:xfrm>
          <a:prstGeom prst="roundRect">
            <a:avLst/>
          </a:prstGeom>
          <a:solidFill>
            <a:srgbClr val="C1D9D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00" dirty="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BD56A6-3091-55C7-7787-2F9212754E92}"/>
              </a:ext>
            </a:extLst>
          </p:cNvPr>
          <p:cNvSpPr/>
          <p:nvPr/>
        </p:nvSpPr>
        <p:spPr>
          <a:xfrm>
            <a:off x="1074029" y="3823821"/>
            <a:ext cx="3702508" cy="545307"/>
          </a:xfrm>
          <a:prstGeom prst="roundRect">
            <a:avLst/>
          </a:prstGeom>
          <a:solidFill>
            <a:srgbClr val="C1D9D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00" dirty="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9BAD15B-E10C-2725-98EA-58418D7AC424}"/>
              </a:ext>
            </a:extLst>
          </p:cNvPr>
          <p:cNvSpPr txBox="1">
            <a:spLocks/>
          </p:cNvSpPr>
          <p:nvPr/>
        </p:nvSpPr>
        <p:spPr>
          <a:xfrm>
            <a:off x="10045921" y="2358780"/>
            <a:ext cx="1947605" cy="94221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1" dirty="0"/>
              <a:t>Describe </a:t>
            </a:r>
            <a:r>
              <a:rPr lang="en-GB" dirty="0"/>
              <a:t>what you should look for when choosing an ISP. </a:t>
            </a:r>
            <a:endParaRPr lang="en-GB" b="1" i="1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BA4B733-E01C-9AC4-A5BB-AE58F8B56C19}"/>
              </a:ext>
            </a:extLst>
          </p:cNvPr>
          <p:cNvSpPr txBox="1">
            <a:spLocks/>
          </p:cNvSpPr>
          <p:nvPr/>
        </p:nvSpPr>
        <p:spPr>
          <a:xfrm>
            <a:off x="10045920" y="3661466"/>
            <a:ext cx="1947605" cy="94221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1" dirty="0"/>
              <a:t>Justify </a:t>
            </a:r>
            <a:r>
              <a:rPr lang="en-GB" dirty="0"/>
              <a:t>which ISP should be choosing using factors to help you to explain. 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DD6DA1-C07E-5718-FDE8-1A15D4103F1D}"/>
              </a:ext>
            </a:extLst>
          </p:cNvPr>
          <p:cNvSpPr txBox="1">
            <a:spLocks/>
          </p:cNvSpPr>
          <p:nvPr/>
        </p:nvSpPr>
        <p:spPr>
          <a:xfrm>
            <a:off x="9940784" y="5210964"/>
            <a:ext cx="1947605" cy="1274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ISP</a:t>
            </a:r>
          </a:p>
          <a:p>
            <a:pPr algn="ctr"/>
            <a:r>
              <a:rPr lang="en-US" dirty="0"/>
              <a:t>Availability</a:t>
            </a:r>
          </a:p>
          <a:p>
            <a:pPr algn="ctr"/>
            <a:r>
              <a:rPr lang="en-US" dirty="0"/>
              <a:t>Speed – </a:t>
            </a:r>
            <a:r>
              <a:rPr lang="en-US" dirty="0" err="1"/>
              <a:t>GBps</a:t>
            </a:r>
            <a:endParaRPr lang="en-US" dirty="0"/>
          </a:p>
          <a:p>
            <a:pPr algn="ctr"/>
            <a:r>
              <a:rPr lang="en-US" dirty="0"/>
              <a:t>Contract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82E0529-2925-D1BD-147C-627DA53D4EB2}"/>
              </a:ext>
            </a:extLst>
          </p:cNvPr>
          <p:cNvSpPr txBox="1">
            <a:spLocks/>
          </p:cNvSpPr>
          <p:nvPr/>
        </p:nvSpPr>
        <p:spPr>
          <a:xfrm>
            <a:off x="10045919" y="1053737"/>
            <a:ext cx="1947605" cy="94221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1" dirty="0"/>
              <a:t>State </a:t>
            </a:r>
            <a:r>
              <a:rPr lang="en-GB" dirty="0"/>
              <a:t>what an ISP is.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6F47A-B503-067D-98BE-E51427B18DEE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F05028-5EC2-A6A6-9E5D-52407ED83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59" y="327832"/>
            <a:ext cx="1972906" cy="10889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D24B3C-F79F-539B-EEDD-EDC2B723E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8130" y="1744642"/>
            <a:ext cx="1970135" cy="108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BB996-EEAA-CE22-06FB-A38B12C0B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7733B9A5-AEA1-D02D-AC46-DE46836AA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GB" dirty="0"/>
              <a:t>8.1 Lesson 1 - Computer Systems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BD56A6-3091-55C7-7787-2F9212754E92}"/>
              </a:ext>
            </a:extLst>
          </p:cNvPr>
          <p:cNvSpPr/>
          <p:nvPr/>
        </p:nvSpPr>
        <p:spPr>
          <a:xfrm>
            <a:off x="1447186" y="2352526"/>
            <a:ext cx="4842403" cy="452459"/>
          </a:xfrm>
          <a:prstGeom prst="roundRect">
            <a:avLst/>
          </a:prstGeom>
          <a:solidFill>
            <a:srgbClr val="C1D9D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00" dirty="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D96AB7E-6419-4FFB-80BB-2BE6137B7D51}"/>
              </a:ext>
            </a:extLst>
          </p:cNvPr>
          <p:cNvSpPr txBox="1">
            <a:spLocks/>
          </p:cNvSpPr>
          <p:nvPr/>
        </p:nvSpPr>
        <p:spPr>
          <a:xfrm>
            <a:off x="10045921" y="2358780"/>
            <a:ext cx="1947605" cy="94221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1" dirty="0"/>
              <a:t>Describe </a:t>
            </a:r>
            <a:r>
              <a:rPr lang="en-GB" dirty="0"/>
              <a:t>what you should look for when choosing an ISP. </a:t>
            </a:r>
            <a:endParaRPr lang="en-GB" b="1" i="1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2D4F8DC-1DA9-0C57-6BB0-5FDE0E67B30B}"/>
              </a:ext>
            </a:extLst>
          </p:cNvPr>
          <p:cNvSpPr txBox="1">
            <a:spLocks/>
          </p:cNvSpPr>
          <p:nvPr/>
        </p:nvSpPr>
        <p:spPr>
          <a:xfrm>
            <a:off x="10045920" y="3661466"/>
            <a:ext cx="1947605" cy="94221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1" dirty="0"/>
              <a:t>Justify </a:t>
            </a:r>
            <a:r>
              <a:rPr lang="en-GB" dirty="0"/>
              <a:t>which ISP should be choosing using factors to help you to explain.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1F6543C-5382-29BE-67B9-85073B05F6E7}"/>
              </a:ext>
            </a:extLst>
          </p:cNvPr>
          <p:cNvSpPr txBox="1">
            <a:spLocks/>
          </p:cNvSpPr>
          <p:nvPr/>
        </p:nvSpPr>
        <p:spPr>
          <a:xfrm>
            <a:off x="9940784" y="5210964"/>
            <a:ext cx="1947605" cy="1274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ISP</a:t>
            </a:r>
          </a:p>
          <a:p>
            <a:pPr algn="ctr"/>
            <a:r>
              <a:rPr lang="en-US" dirty="0"/>
              <a:t>Availability</a:t>
            </a:r>
          </a:p>
          <a:p>
            <a:pPr algn="ctr"/>
            <a:r>
              <a:rPr lang="en-US" dirty="0"/>
              <a:t>Speed – </a:t>
            </a:r>
            <a:r>
              <a:rPr lang="en-US" dirty="0" err="1"/>
              <a:t>GBps</a:t>
            </a:r>
            <a:endParaRPr lang="en-US" dirty="0"/>
          </a:p>
          <a:p>
            <a:pPr algn="ctr"/>
            <a:r>
              <a:rPr lang="en-US" dirty="0"/>
              <a:t>Contract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179CFEC-1D31-17C6-4378-ABB7A34DA370}"/>
              </a:ext>
            </a:extLst>
          </p:cNvPr>
          <p:cNvSpPr txBox="1">
            <a:spLocks/>
          </p:cNvSpPr>
          <p:nvPr/>
        </p:nvSpPr>
        <p:spPr>
          <a:xfrm>
            <a:off x="10045919" y="1053737"/>
            <a:ext cx="1947605" cy="94221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1" dirty="0"/>
              <a:t>State </a:t>
            </a:r>
            <a:r>
              <a:rPr lang="en-GB" dirty="0"/>
              <a:t>what an ISP is.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1753F5-A0B2-CF11-B443-9724E0276575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7D30B6-1E43-96CD-A661-0C97DEA51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59" y="327832"/>
            <a:ext cx="1972906" cy="1088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A07F2A-BF3B-12EE-EBDE-552D326CF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59" y="1744642"/>
            <a:ext cx="1972906" cy="1141626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650566-3B61-AA55-96DB-331614B6FFA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4564" y="698186"/>
            <a:ext cx="10538236" cy="327354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GB" sz="2400" b="1" dirty="0">
                <a:latin typeface="Daytona"/>
              </a:rPr>
              <a:t>Review Now</a:t>
            </a:r>
            <a:br>
              <a:rPr lang="en-GB" sz="2400" b="1" dirty="0">
                <a:latin typeface="Daytona"/>
              </a:rPr>
            </a:br>
            <a:r>
              <a:rPr lang="en-GB" sz="1100" b="1" dirty="0">
                <a:latin typeface="Daytona"/>
              </a:rPr>
              <a:t> </a:t>
            </a:r>
            <a:endParaRPr lang="en-GB" sz="1100" b="1" dirty="0">
              <a:latin typeface="Daytona" panose="020B0604030500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GB" sz="2200" dirty="0">
                <a:latin typeface="Daytona" panose="020B0604030500040204" pitchFamily="34" charset="0"/>
              </a:rPr>
              <a:t>What should you do if something doesn’t feel right online?</a:t>
            </a:r>
          </a:p>
          <a:p>
            <a:pPr marL="1524000" lvl="1" indent="-457200">
              <a:buFont typeface="+mj-lt"/>
              <a:buAutoNum type="alphaLcParenR"/>
            </a:pPr>
            <a:r>
              <a:rPr lang="en-GB" sz="2200" dirty="0">
                <a:latin typeface="Daytona" panose="020B0604030500040204" pitchFamily="34" charset="0"/>
              </a:rPr>
              <a:t>Confront the person online</a:t>
            </a:r>
          </a:p>
          <a:p>
            <a:pPr marL="1524000" lvl="1" indent="-457200">
              <a:buFont typeface="+mj-lt"/>
              <a:buAutoNum type="alphaLcParenR"/>
            </a:pPr>
            <a:r>
              <a:rPr lang="en-GB" sz="2200" dirty="0">
                <a:latin typeface="Daytona" panose="020B0604030500040204" pitchFamily="34" charset="0"/>
              </a:rPr>
              <a:t>Delete your account</a:t>
            </a:r>
          </a:p>
          <a:p>
            <a:pPr marL="1524000" lvl="1" indent="-457200">
              <a:buFont typeface="+mj-lt"/>
              <a:buAutoNum type="alphaLcParenR"/>
            </a:pPr>
            <a:r>
              <a:rPr lang="en-GB" sz="2200" dirty="0">
                <a:latin typeface="Daytona" panose="020B0604030500040204" pitchFamily="34" charset="0"/>
              </a:rPr>
              <a:t>Tell someone in the real world</a:t>
            </a:r>
          </a:p>
          <a:p>
            <a:pPr marL="1524000" lvl="1" indent="-457200">
              <a:buFont typeface="+mj-lt"/>
              <a:buAutoNum type="alphaLcParenR"/>
            </a:pPr>
            <a:r>
              <a:rPr lang="en-GB" sz="2200" dirty="0">
                <a:latin typeface="Daytona" panose="020B0604030500040204" pitchFamily="34" charset="0"/>
              </a:rPr>
              <a:t>Ignore it</a:t>
            </a:r>
          </a:p>
          <a:p>
            <a:pPr marL="0" indent="0">
              <a:buNone/>
            </a:pPr>
            <a:endParaRPr lang="en-GB" sz="2200" dirty="0">
              <a:latin typeface="Daytona" panose="020B0604030500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GB" sz="2200" dirty="0">
                <a:latin typeface="Daytona" panose="020B0604030500040204" pitchFamily="34" charset="0"/>
              </a:rPr>
              <a:t>To log into Teams from my home computer I should…</a:t>
            </a:r>
            <a:r>
              <a:rPr lang="en-GB" sz="2200" b="1" dirty="0">
                <a:solidFill>
                  <a:srgbClr val="CB2662"/>
                </a:solidFill>
                <a:latin typeface="Daytona" panose="020B0604030500040204" pitchFamily="34" charset="0"/>
              </a:rPr>
              <a:t>HAS CHANGED!</a:t>
            </a:r>
          </a:p>
          <a:p>
            <a:pPr marL="0" indent="0">
              <a:buNone/>
            </a:pPr>
            <a:endParaRPr lang="en-GB" sz="2200" dirty="0">
              <a:latin typeface="Daytona" panose="020B060403050004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B5E209-E6C2-4C83-62A1-D65D6687AEE0}"/>
              </a:ext>
            </a:extLst>
          </p:cNvPr>
          <p:cNvSpPr/>
          <p:nvPr/>
        </p:nvSpPr>
        <p:spPr>
          <a:xfrm>
            <a:off x="1682087" y="4141310"/>
            <a:ext cx="7795288" cy="1621701"/>
          </a:xfrm>
          <a:prstGeom prst="roundRect">
            <a:avLst/>
          </a:prstGeom>
          <a:solidFill>
            <a:srgbClr val="C1D9D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200" dirty="0">
                <a:solidFill>
                  <a:schemeClr val="tx1"/>
                </a:solidFill>
                <a:latin typeface="Daytona" panose="020B0604030500040204" pitchFamily="34" charset="0"/>
              </a:rPr>
              <a:t>d) Go to the </a:t>
            </a:r>
            <a:r>
              <a:rPr lang="en-GB" sz="2200" dirty="0">
                <a:solidFill>
                  <a:schemeClr val="tx1"/>
                </a:solidFill>
                <a:latin typeface="Daytona" panose="020B0604030500040204" pitchFamily="34" charset="0"/>
                <a:hlinkClick r:id="rId4"/>
              </a:rPr>
              <a:t>school website</a:t>
            </a:r>
            <a:r>
              <a:rPr lang="en-GB" sz="2200" dirty="0">
                <a:solidFill>
                  <a:schemeClr val="tx1"/>
                </a:solidFill>
                <a:latin typeface="Daytona" panose="020B0604030500040204" pitchFamily="34" charset="0"/>
              </a:rPr>
              <a:t>.</a:t>
            </a:r>
          </a:p>
          <a:p>
            <a:r>
              <a:rPr lang="en-GB" sz="2200" dirty="0">
                <a:solidFill>
                  <a:schemeClr val="tx1"/>
                </a:solidFill>
                <a:latin typeface="Daytona" panose="020B0604030500040204" pitchFamily="34" charset="0"/>
              </a:rPr>
              <a:t>a) Click on </a:t>
            </a:r>
            <a:r>
              <a:rPr lang="en-GB" sz="2200" b="1" dirty="0">
                <a:solidFill>
                  <a:srgbClr val="CB2662"/>
                </a:solidFill>
                <a:latin typeface="Daytona" panose="020B0604030500040204" pitchFamily="34" charset="0"/>
              </a:rPr>
              <a:t>“For Pupils” (Useful Links and Downloads)</a:t>
            </a:r>
          </a:p>
          <a:p>
            <a:r>
              <a:rPr lang="en-GB" sz="2200" dirty="0">
                <a:solidFill>
                  <a:schemeClr val="tx1"/>
                </a:solidFill>
                <a:latin typeface="Daytona" panose="020B0604030500040204" pitchFamily="34" charset="0"/>
              </a:rPr>
              <a:t>b) Click on the Teams Icon</a:t>
            </a:r>
          </a:p>
          <a:p>
            <a:r>
              <a:rPr lang="en-GB" sz="2200" dirty="0">
                <a:solidFill>
                  <a:schemeClr val="tx1"/>
                </a:solidFill>
                <a:latin typeface="Daytona" panose="020B0604030500040204" pitchFamily="34" charset="0"/>
              </a:rPr>
              <a:t>c) Log in using my email and password. </a:t>
            </a:r>
          </a:p>
        </p:txBody>
      </p:sp>
    </p:spTree>
    <p:extLst>
      <p:ext uri="{BB962C8B-B14F-4D97-AF65-F5344CB8AC3E}">
        <p14:creationId xmlns:p14="http://schemas.microsoft.com/office/powerpoint/2010/main" val="383713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B4355-E5A2-19E7-72A8-D7A98B9E4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8FBC10-6518-101C-7392-738C190F8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1 - Computer Systems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F599A-A52B-6E5E-227B-996EDCE07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1" dirty="0"/>
              <a:t>Classify</a:t>
            </a:r>
            <a:r>
              <a:rPr lang="en-GB" dirty="0"/>
              <a:t> devices as either input or output.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8DC967-43ED-865E-8BDD-DAA55786D2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 dirty="0"/>
              <a:t>Explain</a:t>
            </a:r>
            <a:r>
              <a:rPr lang="en-GB" dirty="0"/>
              <a:t> </a:t>
            </a:r>
            <a:r>
              <a:rPr lang="en-US" dirty="0"/>
              <a:t>the difference between an input/ output device and a computer system.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FC649E-582D-1D67-F031-8228E774D4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US" b="1" dirty="0"/>
              <a:t>Identify </a:t>
            </a:r>
            <a:r>
              <a:rPr lang="en-US" dirty="0"/>
              <a:t>the inputs and outputs of large computer systems such as a self checkout system.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2E367F-D737-1AB4-4B71-B5F7C7EA35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 dirty="0"/>
              <a:t>Input        Output</a:t>
            </a:r>
          </a:p>
          <a:p>
            <a:pPr algn="ctr"/>
            <a:r>
              <a:rPr lang="en-GB" dirty="0"/>
              <a:t>   Device      Processing</a:t>
            </a:r>
          </a:p>
          <a:p>
            <a:pPr algn="ctr"/>
            <a:r>
              <a:rPr lang="en-GB" dirty="0"/>
              <a:t>Memory      Storage</a:t>
            </a:r>
          </a:p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51714F-9C08-9502-AE4B-FDB7E1414DBF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C226E55-9964-D395-F826-ED2814754748}"/>
              </a:ext>
            </a:extLst>
          </p:cNvPr>
          <p:cNvSpPr txBox="1">
            <a:spLocks/>
          </p:cNvSpPr>
          <p:nvPr/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dirty="0">
                <a:latin typeface="Daytona" panose="020B0604030500040204" pitchFamily="34" charset="0"/>
              </a:rPr>
              <a:t>Last Homework</a:t>
            </a:r>
          </a:p>
          <a:p>
            <a:pPr marL="0" indent="0">
              <a:buNone/>
            </a:pPr>
            <a:r>
              <a:rPr lang="en-US" sz="2200" dirty="0">
                <a:latin typeface="Daytona" panose="020B0604030500040204" pitchFamily="34" charset="0"/>
              </a:rPr>
              <a:t>P</a:t>
            </a:r>
            <a:r>
              <a:rPr lang="en-GB" sz="2200" dirty="0" err="1">
                <a:latin typeface="Daytona" panose="020B0604030500040204" pitchFamily="34" charset="0"/>
              </a:rPr>
              <a:t>arent</a:t>
            </a:r>
            <a:r>
              <a:rPr lang="en-GB" sz="2200" dirty="0">
                <a:latin typeface="Daytona" panose="020B0604030500040204" pitchFamily="34" charset="0"/>
              </a:rPr>
              <a:t>/Guardian signed Acceptable Use Agreement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b="1" dirty="0">
              <a:latin typeface="Daytona" panose="020B0604030500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 b="1" dirty="0">
              <a:latin typeface="Daytona" panose="020B0604030500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b="1" dirty="0">
                <a:latin typeface="Daytona" panose="020B0604030500040204" pitchFamily="34" charset="0"/>
              </a:rPr>
              <a:t>Next Homework</a:t>
            </a: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200" dirty="0">
                <a:latin typeface="Daytona" panose="020B0604030500040204" pitchFamily="34" charset="0"/>
              </a:rPr>
              <a:t>Your next homework is due on Monday 28</a:t>
            </a:r>
            <a:r>
              <a:rPr lang="en-GB" sz="2200" baseline="30000" dirty="0">
                <a:latin typeface="Daytona" panose="020B0604030500040204" pitchFamily="34" charset="0"/>
              </a:rPr>
              <a:t>th</a:t>
            </a:r>
            <a:r>
              <a:rPr lang="en-GB" sz="2200" dirty="0">
                <a:latin typeface="Daytona" panose="020B0604030500040204" pitchFamily="34" charset="0"/>
              </a:rPr>
              <a:t> September.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GB" sz="2200" dirty="0">
                <a:latin typeface="Daytona" panose="020B0604030500040204" pitchFamily="34" charset="0"/>
              </a:rPr>
            </a:br>
            <a:r>
              <a:rPr lang="en-GB" sz="2200" dirty="0">
                <a:latin typeface="Daytona" panose="020B0604030500040204" pitchFamily="34" charset="0"/>
              </a:rPr>
              <a:t>Computing - Yr8 Homework 1 on </a:t>
            </a:r>
          </a:p>
        </p:txBody>
      </p:sp>
      <p:pic>
        <p:nvPicPr>
          <p:cNvPr id="10" name="Picture 9" descr="Curriki AI Grants - Curriki AI Grants">
            <a:extLst>
              <a:ext uri="{FF2B5EF4-FFF2-40B4-BE49-F238E27FC236}">
                <a16:creationId xmlns:a16="http://schemas.microsoft.com/office/drawing/2014/main" id="{2A8DFAB8-8E1B-0F37-0C24-58EFD0C99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2812" y1="46944" x2="12812" y2="46944"/>
                        <a14:foregroundMark x1="16406" y1="44861" x2="16406" y2="44861"/>
                        <a14:foregroundMark x1="20625" y1="41250" x2="20625" y2="41250"/>
                        <a14:foregroundMark x1="28359" y1="47083" x2="28359" y2="47083"/>
                        <a14:foregroundMark x1="36406" y1="45833" x2="36406" y2="45833"/>
                        <a14:foregroundMark x1="43906" y1="45833" x2="43906" y2="45833"/>
                        <a14:foregroundMark x1="52500" y1="48333" x2="52500" y2="48333"/>
                        <a14:foregroundMark x1="56328" y1="49583" x2="56328" y2="49583"/>
                        <a14:foregroundMark x1="62891" y1="46667" x2="62891" y2="46667"/>
                        <a14:foregroundMark x1="70781" y1="46389" x2="70781" y2="46389"/>
                        <a14:foregroundMark x1="77188" y1="46250" x2="77188" y2="46250"/>
                        <a14:foregroundMark x1="84531" y1="45694" x2="84531" y2="45694"/>
                        <a14:backgroundMark x1="38906" y1="42361" x2="38906" y2="42361"/>
                        <a14:backgroundMark x1="57344" y1="40833" x2="57344" y2="40833"/>
                        <a14:backgroundMark x1="72500" y1="62361" x2="92344" y2="61944"/>
                      </a14:backgroundRemoval>
                    </a14:imgEffect>
                  </a14:imgLayer>
                </a14:imgProps>
              </a:ext>
            </a:extLst>
          </a:blip>
          <a:srcRect l="8567" t="29434" r="9488" b="45220"/>
          <a:stretch>
            <a:fillRect/>
          </a:stretch>
        </p:blipFill>
        <p:spPr>
          <a:xfrm>
            <a:off x="4976469" y="3569079"/>
            <a:ext cx="3337089" cy="580596"/>
          </a:xfrm>
          <a:prstGeom prst="rect">
            <a:avLst/>
          </a:prstGeom>
        </p:spPr>
      </p:pic>
      <p:pic>
        <p:nvPicPr>
          <p:cNvPr id="13" name="Graphic 12" descr="Signature outline">
            <a:extLst>
              <a:ext uri="{FF2B5EF4-FFF2-40B4-BE49-F238E27FC236}">
                <a16:creationId xmlns:a16="http://schemas.microsoft.com/office/drawing/2014/main" id="{2FDB3AF3-73F3-D94C-5CBA-66D40A9A5D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05369" y="1526709"/>
            <a:ext cx="914400" cy="914400"/>
          </a:xfrm>
          <a:prstGeom prst="rect">
            <a:avLst/>
          </a:prstGeom>
        </p:spPr>
      </p:pic>
      <p:pic>
        <p:nvPicPr>
          <p:cNvPr id="14" name="Graphic 13" descr="Open book outline">
            <a:extLst>
              <a:ext uri="{FF2B5EF4-FFF2-40B4-BE49-F238E27FC236}">
                <a16:creationId xmlns:a16="http://schemas.microsoft.com/office/drawing/2014/main" id="{6F2B1122-51BC-68CF-A01C-5BE13C9A2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9578" y="950554"/>
            <a:ext cx="2095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76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F9E4-A56E-A90E-E6ED-D3B5D79CD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1BA9B1-4B2C-BD18-C162-460AFF72C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49" y="89529"/>
            <a:ext cx="8169954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1 - Computer Systems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10AD3ED-F010-6B8B-EFAF-67E53982F4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GB" b="1" dirty="0"/>
              <a:t>Classify</a:t>
            </a:r>
            <a:r>
              <a:rPr lang="en-GB" dirty="0"/>
              <a:t> devices as either input or output.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125FAE3-3B71-E06D-7D6D-8F12B858FC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 dirty="0"/>
              <a:t>Explain</a:t>
            </a:r>
            <a:r>
              <a:rPr lang="en-GB" dirty="0"/>
              <a:t> </a:t>
            </a:r>
            <a:r>
              <a:rPr lang="en-US" dirty="0"/>
              <a:t>the difference between an input/ output device and a computer system. 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A68A35B-14A0-6F08-067A-044601400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US" b="1" dirty="0"/>
              <a:t>Identify </a:t>
            </a:r>
            <a:r>
              <a:rPr lang="en-US" dirty="0"/>
              <a:t>the inputs and outputs of large computer systems such as a self checkout system. 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659DC63-DE13-1115-4019-C667058F18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 dirty="0"/>
              <a:t>Input        Output</a:t>
            </a:r>
          </a:p>
          <a:p>
            <a:pPr algn="ctr"/>
            <a:r>
              <a:rPr lang="en-GB" dirty="0"/>
              <a:t>   Device      Processing</a:t>
            </a:r>
          </a:p>
          <a:p>
            <a:pPr algn="ctr"/>
            <a:r>
              <a:rPr lang="en-GB" dirty="0"/>
              <a:t>Memory      Storage</a:t>
            </a:r>
          </a:p>
          <a:p>
            <a:pPr algn="ctr"/>
            <a:endParaRPr lang="en-GB" dirty="0"/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2B0A0297-CFB4-B30C-9248-C1360546AB47}"/>
              </a:ext>
            </a:extLst>
          </p:cNvPr>
          <p:cNvSpPr txBox="1">
            <a:spLocks/>
          </p:cNvSpPr>
          <p:nvPr/>
        </p:nvSpPr>
        <p:spPr>
          <a:xfrm>
            <a:off x="1048175" y="791443"/>
            <a:ext cx="8528461" cy="48254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dirty="0">
                <a:latin typeface="Daytona" panose="020B0604030500040204" pitchFamily="34" charset="0"/>
              </a:rPr>
              <a:t>Lesson Objectives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GB" sz="2200" b="1" dirty="0">
                <a:latin typeface="Daytona" panose="020B0604030500040204" pitchFamily="34" charset="0"/>
              </a:rPr>
            </a:br>
            <a:endParaRPr lang="en-GB" sz="2200" b="1" dirty="0">
              <a:latin typeface="Daytona" panose="020B0604030500040204" pitchFamily="34" charset="0"/>
            </a:endParaRPr>
          </a:p>
        </p:txBody>
      </p:sp>
      <p:pic>
        <p:nvPicPr>
          <p:cNvPr id="34" name="Graphic 33" descr="Lightbulb and gear">
            <a:extLst>
              <a:ext uri="{FF2B5EF4-FFF2-40B4-BE49-F238E27FC236}">
                <a16:creationId xmlns:a16="http://schemas.microsoft.com/office/drawing/2014/main" id="{675E0316-0834-CEAE-D0B4-193E02DE78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3814" y="1360263"/>
            <a:ext cx="658851" cy="658851"/>
          </a:xfrm>
          <a:prstGeom prst="rect">
            <a:avLst/>
          </a:prstGeom>
        </p:spPr>
      </p:pic>
      <p:pic>
        <p:nvPicPr>
          <p:cNvPr id="35" name="Graphic 34" descr="Lightbulb and gear">
            <a:extLst>
              <a:ext uri="{FF2B5EF4-FFF2-40B4-BE49-F238E27FC236}">
                <a16:creationId xmlns:a16="http://schemas.microsoft.com/office/drawing/2014/main" id="{1612D43B-DDBB-763A-4717-AA8E550A42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176" y="2388454"/>
            <a:ext cx="658851" cy="658851"/>
          </a:xfrm>
          <a:prstGeom prst="rect">
            <a:avLst/>
          </a:prstGeom>
        </p:spPr>
      </p:pic>
      <p:pic>
        <p:nvPicPr>
          <p:cNvPr id="36" name="Graphic 35" descr="Lightbulb and gear">
            <a:extLst>
              <a:ext uri="{FF2B5EF4-FFF2-40B4-BE49-F238E27FC236}">
                <a16:creationId xmlns:a16="http://schemas.microsoft.com/office/drawing/2014/main" id="{ABABF8A2-3416-92A5-635C-8F8A798BAF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175" y="3413904"/>
            <a:ext cx="658851" cy="658851"/>
          </a:xfrm>
          <a:prstGeom prst="rect">
            <a:avLst/>
          </a:prstGeom>
        </p:spPr>
      </p:pic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2F128599-467A-3771-DE7C-F95DB1E93BB4}"/>
              </a:ext>
            </a:extLst>
          </p:cNvPr>
          <p:cNvSpPr txBox="1">
            <a:spLocks/>
          </p:cNvSpPr>
          <p:nvPr/>
        </p:nvSpPr>
        <p:spPr>
          <a:xfrm>
            <a:off x="1815217" y="1402778"/>
            <a:ext cx="8185464" cy="654060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b="1" dirty="0"/>
              <a:t>Classify</a:t>
            </a:r>
            <a:r>
              <a:rPr lang="en-GB" sz="2200" dirty="0"/>
              <a:t> devices as either input or output.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35B860D4-D46A-5EC1-03BC-5BBB4E0F6B15}"/>
              </a:ext>
            </a:extLst>
          </p:cNvPr>
          <p:cNvSpPr txBox="1">
            <a:spLocks/>
          </p:cNvSpPr>
          <p:nvPr/>
        </p:nvSpPr>
        <p:spPr>
          <a:xfrm>
            <a:off x="1862026" y="2425266"/>
            <a:ext cx="7122177" cy="654060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b="1" dirty="0">
                <a:solidFill>
                  <a:schemeClr val="tx1"/>
                </a:solidFill>
              </a:rPr>
              <a:t>Explain</a:t>
            </a:r>
            <a:r>
              <a:rPr lang="en-GB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 difference between an input/ output device and a computer system. 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F680500E-B5AB-2ACD-7D55-3E0A34C5EFAD}"/>
              </a:ext>
            </a:extLst>
          </p:cNvPr>
          <p:cNvSpPr txBox="1">
            <a:spLocks/>
          </p:cNvSpPr>
          <p:nvPr/>
        </p:nvSpPr>
        <p:spPr>
          <a:xfrm>
            <a:off x="1862026" y="3429000"/>
            <a:ext cx="7122177" cy="654060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Identify </a:t>
            </a:r>
            <a:r>
              <a:rPr lang="en-US" sz="2200" dirty="0">
                <a:solidFill>
                  <a:schemeClr val="tx1"/>
                </a:solidFill>
              </a:rPr>
              <a:t>the inputs and outputs of large computer systems such as a self checkout system.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931BA15-CBCE-32E3-3BC2-41DA455F1258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5783BD5-F828-0D88-5D46-3C78D8164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977" y="329840"/>
            <a:ext cx="1972906" cy="108897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8189840-030A-F61E-07F6-4A6F1F236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748" y="1750707"/>
            <a:ext cx="1970135" cy="108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92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A93C-7D13-7305-FD3D-466E111E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55BC9F-6CE9-6EE8-6DCA-67DF93BF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49" y="89529"/>
            <a:ext cx="8169954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1 - Computer Systems</a:t>
            </a:r>
          </a:p>
        </p:txBody>
      </p:sp>
      <p:pic>
        <p:nvPicPr>
          <p:cNvPr id="28" name="Picture 2" descr="Flashback Icons - Free SVG &amp; PNG Flashback Images - Noun Project">
            <a:extLst>
              <a:ext uri="{FF2B5EF4-FFF2-40B4-BE49-F238E27FC236}">
                <a16:creationId xmlns:a16="http://schemas.microsoft.com/office/drawing/2014/main" id="{2D3986EB-5E82-B568-02C2-A9ADA0895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302" y="572071"/>
            <a:ext cx="996208" cy="99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8F76715-5583-F343-CD1B-9A9ED7AE04E4}"/>
              </a:ext>
            </a:extLst>
          </p:cNvPr>
          <p:cNvSpPr txBox="1">
            <a:spLocks/>
          </p:cNvSpPr>
          <p:nvPr/>
        </p:nvSpPr>
        <p:spPr>
          <a:xfrm>
            <a:off x="1919510" y="872992"/>
            <a:ext cx="2561426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Flashback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8FDDCF2-2F85-B199-7E23-067B84CEEC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GB" b="1" dirty="0"/>
              <a:t>Classify</a:t>
            </a:r>
            <a:r>
              <a:rPr lang="en-GB" dirty="0"/>
              <a:t> devices as either input or output.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09E445D-AB19-95DF-FA6F-E7970E7023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 dirty="0"/>
              <a:t>Explain</a:t>
            </a:r>
            <a:r>
              <a:rPr lang="en-GB" dirty="0"/>
              <a:t> </a:t>
            </a:r>
            <a:r>
              <a:rPr lang="en-US" dirty="0"/>
              <a:t>the difference between an input/ output device and a computer system. 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47EEC4E-72F6-E162-263D-13C52E3E09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US" b="1" dirty="0"/>
              <a:t>Identify </a:t>
            </a:r>
            <a:r>
              <a:rPr lang="en-US" dirty="0"/>
              <a:t>the inputs and outputs of large computer systems such as a self checkout system. 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A4969D3-51FB-90B3-7F37-FEC7960785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 dirty="0"/>
              <a:t>Input        Output</a:t>
            </a:r>
          </a:p>
          <a:p>
            <a:pPr algn="ctr"/>
            <a:r>
              <a:rPr lang="en-GB" dirty="0"/>
              <a:t>   Device      Processing</a:t>
            </a:r>
          </a:p>
          <a:p>
            <a:pPr algn="ctr"/>
            <a:r>
              <a:rPr lang="en-GB" dirty="0"/>
              <a:t>Memory      Storage</a:t>
            </a:r>
          </a:p>
          <a:p>
            <a:pPr algn="ctr"/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D05B1E57-04C4-DFC6-ED61-C0CD67C642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95375" y="1568279"/>
            <a:ext cx="8004662" cy="4068619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All ‘computer systems’ do these four things: </a:t>
            </a:r>
          </a:p>
          <a:p>
            <a:pPr marL="0" indent="0">
              <a:buNone/>
            </a:pPr>
            <a:endParaRPr lang="en-US" sz="2200" dirty="0"/>
          </a:p>
        </p:txBody>
      </p:sp>
      <p:grpSp>
        <p:nvGrpSpPr>
          <p:cNvPr id="3" name="Google Shape;88;p8">
            <a:extLst>
              <a:ext uri="{FF2B5EF4-FFF2-40B4-BE49-F238E27FC236}">
                <a16:creationId xmlns:a16="http://schemas.microsoft.com/office/drawing/2014/main" id="{D40DC716-FD2D-9788-31E2-71C1D9E68CD5}"/>
              </a:ext>
            </a:extLst>
          </p:cNvPr>
          <p:cNvGrpSpPr/>
          <p:nvPr/>
        </p:nvGrpSpPr>
        <p:grpSpPr>
          <a:xfrm>
            <a:off x="1123252" y="2060513"/>
            <a:ext cx="7948907" cy="1600953"/>
            <a:chOff x="585250" y="2754200"/>
            <a:chExt cx="5910850" cy="2988700"/>
          </a:xfrm>
          <a:solidFill>
            <a:srgbClr val="D1CAD8"/>
          </a:solidFill>
        </p:grpSpPr>
        <p:sp>
          <p:nvSpPr>
            <p:cNvPr id="4" name="Google Shape;89;p8">
              <a:extLst>
                <a:ext uri="{FF2B5EF4-FFF2-40B4-BE49-F238E27FC236}">
                  <a16:creationId xmlns:a16="http://schemas.microsoft.com/office/drawing/2014/main" id="{83F3F0E8-A7C7-1982-6FD7-5CB60229D265}"/>
                </a:ext>
              </a:extLst>
            </p:cNvPr>
            <p:cNvSpPr/>
            <p:nvPr/>
          </p:nvSpPr>
          <p:spPr>
            <a:xfrm>
              <a:off x="585250" y="2754200"/>
              <a:ext cx="1584300" cy="1026944"/>
            </a:xfrm>
            <a:prstGeom prst="rect">
              <a:avLst/>
            </a:prstGeom>
            <a:solidFill>
              <a:srgbClr val="D1CAD8"/>
            </a:solidFill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 dirty="0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Input</a:t>
              </a:r>
              <a:endParaRPr sz="2200" dirty="0">
                <a:latin typeface="Daytona" panose="020B0604030500040204" pitchFamily="34" charset="0"/>
              </a:endParaRPr>
            </a:p>
          </p:txBody>
        </p:sp>
        <p:sp>
          <p:nvSpPr>
            <p:cNvPr id="5" name="Google Shape;90;p8">
              <a:extLst>
                <a:ext uri="{FF2B5EF4-FFF2-40B4-BE49-F238E27FC236}">
                  <a16:creationId xmlns:a16="http://schemas.microsoft.com/office/drawing/2014/main" id="{1B629C15-E897-3EF9-C95A-1CE99B18623E}"/>
                </a:ext>
              </a:extLst>
            </p:cNvPr>
            <p:cNvSpPr/>
            <p:nvPr/>
          </p:nvSpPr>
          <p:spPr>
            <a:xfrm>
              <a:off x="2748525" y="2754200"/>
              <a:ext cx="1584300" cy="102694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Process</a:t>
              </a:r>
              <a:endParaRPr sz="2200">
                <a:latin typeface="Daytona" panose="020B0604030500040204" pitchFamily="34" charset="0"/>
              </a:endParaRPr>
            </a:p>
          </p:txBody>
        </p:sp>
        <p:sp>
          <p:nvSpPr>
            <p:cNvPr id="12" name="Google Shape;91;p8">
              <a:extLst>
                <a:ext uri="{FF2B5EF4-FFF2-40B4-BE49-F238E27FC236}">
                  <a16:creationId xmlns:a16="http://schemas.microsoft.com/office/drawing/2014/main" id="{574E8F7F-8C4D-D2A2-1846-122E069495DF}"/>
                </a:ext>
              </a:extLst>
            </p:cNvPr>
            <p:cNvSpPr/>
            <p:nvPr/>
          </p:nvSpPr>
          <p:spPr>
            <a:xfrm>
              <a:off x="4911800" y="2754200"/>
              <a:ext cx="1584300" cy="102694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Output</a:t>
              </a:r>
              <a:endParaRPr sz="2200">
                <a:latin typeface="Daytona" panose="020B0604030500040204" pitchFamily="34" charset="0"/>
              </a:endParaRPr>
            </a:p>
          </p:txBody>
        </p:sp>
        <p:sp>
          <p:nvSpPr>
            <p:cNvPr id="13" name="Google Shape;92;p8">
              <a:extLst>
                <a:ext uri="{FF2B5EF4-FFF2-40B4-BE49-F238E27FC236}">
                  <a16:creationId xmlns:a16="http://schemas.microsoft.com/office/drawing/2014/main" id="{22FA52C9-827D-DD62-094C-A5CED23E9291}"/>
                </a:ext>
              </a:extLst>
            </p:cNvPr>
            <p:cNvSpPr/>
            <p:nvPr/>
          </p:nvSpPr>
          <p:spPr>
            <a:xfrm>
              <a:off x="2748525" y="4638896"/>
              <a:ext cx="1584300" cy="110400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>
                  <a:solidFill>
                    <a:srgbClr val="000000"/>
                  </a:solidFill>
                  <a:latin typeface="Daytona"/>
                  <a:sym typeface="Cantarell"/>
                </a:rPr>
                <a:t>Memory</a:t>
              </a:r>
              <a:endParaRPr sz="2200">
                <a:latin typeface="Daytona" panose="020B0604030500040204" pitchFamily="34" charset="0"/>
              </a:endParaRPr>
            </a:p>
          </p:txBody>
        </p:sp>
        <p:cxnSp>
          <p:nvCxnSpPr>
            <p:cNvPr id="14" name="Google Shape;93;p8">
              <a:extLst>
                <a:ext uri="{FF2B5EF4-FFF2-40B4-BE49-F238E27FC236}">
                  <a16:creationId xmlns:a16="http://schemas.microsoft.com/office/drawing/2014/main" id="{8A034257-F1A8-8747-1196-CD304CFE0233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2169550" y="3267673"/>
              <a:ext cx="578975" cy="0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5" name="Google Shape;94;p8">
              <a:extLst>
                <a:ext uri="{FF2B5EF4-FFF2-40B4-BE49-F238E27FC236}">
                  <a16:creationId xmlns:a16="http://schemas.microsoft.com/office/drawing/2014/main" id="{65330DAD-96E8-24A6-06CE-DE3B9421AE4B}"/>
                </a:ext>
              </a:extLst>
            </p:cNvPr>
            <p:cNvCxnSpPr/>
            <p:nvPr/>
          </p:nvCxnSpPr>
          <p:spPr>
            <a:xfrm>
              <a:off x="4332825" y="3377000"/>
              <a:ext cx="579000" cy="0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6" name="Google Shape;95;p8">
              <a:extLst>
                <a:ext uri="{FF2B5EF4-FFF2-40B4-BE49-F238E27FC236}">
                  <a16:creationId xmlns:a16="http://schemas.microsoft.com/office/drawing/2014/main" id="{9A460F95-4BAC-98FE-21CD-E0B8AC9F5C4C}"/>
                </a:ext>
              </a:extLst>
            </p:cNvPr>
            <p:cNvCxnSpPr>
              <a:cxnSpLocks/>
            </p:cNvCxnSpPr>
            <p:nvPr/>
          </p:nvCxnSpPr>
          <p:spPr>
            <a:xfrm>
              <a:off x="3241275" y="3781144"/>
              <a:ext cx="0" cy="857752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7" name="Google Shape;96;p8">
              <a:extLst>
                <a:ext uri="{FF2B5EF4-FFF2-40B4-BE49-F238E27FC236}">
                  <a16:creationId xmlns:a16="http://schemas.microsoft.com/office/drawing/2014/main" id="{ACBC80DB-CE42-976D-0649-A6B9C86DB5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9802" y="3781144"/>
              <a:ext cx="1" cy="857752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pic>
        <p:nvPicPr>
          <p:cNvPr id="18" name="Google Shape;118;p9">
            <a:extLst>
              <a:ext uri="{FF2B5EF4-FFF2-40B4-BE49-F238E27FC236}">
                <a16:creationId xmlns:a16="http://schemas.microsoft.com/office/drawing/2014/main" id="{D844C7D3-14BD-77E0-3D63-091DE737E28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2085" r="44860"/>
          <a:stretch/>
        </p:blipFill>
        <p:spPr>
          <a:xfrm>
            <a:off x="1055963" y="3906507"/>
            <a:ext cx="1725872" cy="23567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F629130-F295-C25E-D213-B5AE9EE1A268}"/>
              </a:ext>
            </a:extLst>
          </p:cNvPr>
          <p:cNvSpPr txBox="1"/>
          <p:nvPr/>
        </p:nvSpPr>
        <p:spPr>
          <a:xfrm>
            <a:off x="2798451" y="4018701"/>
            <a:ext cx="17258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Daytona" panose="020B0604030500040204" pitchFamily="34" charset="0"/>
              </a:rPr>
              <a:t>Some devices do all four functions.</a:t>
            </a:r>
          </a:p>
        </p:txBody>
      </p:sp>
      <p:pic>
        <p:nvPicPr>
          <p:cNvPr id="20" name="Picture 4" descr="Professionally Renewed Gaming PC with Dual 19in Monitors 2000GB Storage 8GB  DDR3 RAM Dual Core Intel">
            <a:extLst>
              <a:ext uri="{FF2B5EF4-FFF2-40B4-BE49-F238E27FC236}">
                <a16:creationId xmlns:a16="http://schemas.microsoft.com/office/drawing/2014/main" id="{BB2794C4-2479-EF0F-2E1F-A3BC45CDB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622" y="4363082"/>
            <a:ext cx="3717415" cy="2246971"/>
          </a:xfrm>
          <a:prstGeom prst="roundRect">
            <a:avLst>
              <a:gd name="adj" fmla="val 5419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E3024D4-ECE5-8CB2-14C9-B1BDDCB1EC6E}"/>
              </a:ext>
            </a:extLst>
          </p:cNvPr>
          <p:cNvSpPr txBox="1"/>
          <p:nvPr/>
        </p:nvSpPr>
        <p:spPr>
          <a:xfrm>
            <a:off x="3218824" y="5743661"/>
            <a:ext cx="21305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800">
                <a:latin typeface="Daytona" panose="020B0604030500040204" pitchFamily="34" charset="0"/>
              </a:rPr>
              <a:t>Whereas others you plug in peripherals.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BD4F4F-F214-B560-A3D3-8C39B9039DE1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CC9C48F-FDF2-CF36-8C87-521C179EB9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748" y="1750707"/>
            <a:ext cx="1970135" cy="108897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B42FAC2-B61B-D95C-6DF3-482C576AFA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977" y="329840"/>
            <a:ext cx="1972906" cy="108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5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DBA413-FD07-4FC7-8F41-7770927D4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49" y="89529"/>
            <a:ext cx="8169954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1 - Computer Systems</a:t>
            </a:r>
          </a:p>
        </p:txBody>
      </p:sp>
      <p:grpSp>
        <p:nvGrpSpPr>
          <p:cNvPr id="31" name="Google Shape;88;p8">
            <a:extLst>
              <a:ext uri="{FF2B5EF4-FFF2-40B4-BE49-F238E27FC236}">
                <a16:creationId xmlns:a16="http://schemas.microsoft.com/office/drawing/2014/main" id="{BB444119-8E6F-6651-A5D6-8C00C22138B0}"/>
              </a:ext>
            </a:extLst>
          </p:cNvPr>
          <p:cNvGrpSpPr/>
          <p:nvPr/>
        </p:nvGrpSpPr>
        <p:grpSpPr>
          <a:xfrm>
            <a:off x="1266461" y="2197567"/>
            <a:ext cx="7948907" cy="1600953"/>
            <a:chOff x="585250" y="2754200"/>
            <a:chExt cx="5910850" cy="2988700"/>
          </a:xfrm>
          <a:solidFill>
            <a:srgbClr val="D1CAD8"/>
          </a:solidFill>
        </p:grpSpPr>
        <p:sp>
          <p:nvSpPr>
            <p:cNvPr id="32" name="Google Shape;89;p8">
              <a:extLst>
                <a:ext uri="{FF2B5EF4-FFF2-40B4-BE49-F238E27FC236}">
                  <a16:creationId xmlns:a16="http://schemas.microsoft.com/office/drawing/2014/main" id="{419FF1C3-83AF-EAA5-01AB-2A17A99FB260}"/>
                </a:ext>
              </a:extLst>
            </p:cNvPr>
            <p:cNvSpPr/>
            <p:nvPr/>
          </p:nvSpPr>
          <p:spPr>
            <a:xfrm>
              <a:off x="585250" y="2754200"/>
              <a:ext cx="1584300" cy="1026944"/>
            </a:xfrm>
            <a:prstGeom prst="rect">
              <a:avLst/>
            </a:prstGeom>
            <a:solidFill>
              <a:srgbClr val="D1CAD8"/>
            </a:solidFill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Input</a:t>
              </a:r>
              <a:endParaRPr sz="2200">
                <a:latin typeface="Daytona" panose="020B0604030500040204" pitchFamily="34" charset="0"/>
              </a:endParaRPr>
            </a:p>
          </p:txBody>
        </p:sp>
        <p:sp>
          <p:nvSpPr>
            <p:cNvPr id="33" name="Google Shape;90;p8">
              <a:extLst>
                <a:ext uri="{FF2B5EF4-FFF2-40B4-BE49-F238E27FC236}">
                  <a16:creationId xmlns:a16="http://schemas.microsoft.com/office/drawing/2014/main" id="{91A506E0-FD8D-FD7A-C574-C5F3BA80698D}"/>
                </a:ext>
              </a:extLst>
            </p:cNvPr>
            <p:cNvSpPr/>
            <p:nvPr/>
          </p:nvSpPr>
          <p:spPr>
            <a:xfrm>
              <a:off x="2748525" y="2754200"/>
              <a:ext cx="1584300" cy="102694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Process</a:t>
              </a:r>
              <a:endParaRPr sz="2200">
                <a:latin typeface="Daytona" panose="020B0604030500040204" pitchFamily="34" charset="0"/>
              </a:endParaRPr>
            </a:p>
          </p:txBody>
        </p:sp>
        <p:sp>
          <p:nvSpPr>
            <p:cNvPr id="36" name="Google Shape;91;p8">
              <a:extLst>
                <a:ext uri="{FF2B5EF4-FFF2-40B4-BE49-F238E27FC236}">
                  <a16:creationId xmlns:a16="http://schemas.microsoft.com/office/drawing/2014/main" id="{DCB316CF-AA7C-0C7B-A45D-02F328C6389F}"/>
                </a:ext>
              </a:extLst>
            </p:cNvPr>
            <p:cNvSpPr/>
            <p:nvPr/>
          </p:nvSpPr>
          <p:spPr>
            <a:xfrm>
              <a:off x="4911800" y="2754200"/>
              <a:ext cx="1584300" cy="102694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Output</a:t>
              </a:r>
              <a:endParaRPr sz="2200">
                <a:latin typeface="Daytona" panose="020B0604030500040204" pitchFamily="34" charset="0"/>
              </a:endParaRPr>
            </a:p>
          </p:txBody>
        </p:sp>
        <p:sp>
          <p:nvSpPr>
            <p:cNvPr id="37" name="Google Shape;92;p8">
              <a:extLst>
                <a:ext uri="{FF2B5EF4-FFF2-40B4-BE49-F238E27FC236}">
                  <a16:creationId xmlns:a16="http://schemas.microsoft.com/office/drawing/2014/main" id="{6803376F-0552-338F-7EB3-900C39E962F9}"/>
                </a:ext>
              </a:extLst>
            </p:cNvPr>
            <p:cNvSpPr/>
            <p:nvPr/>
          </p:nvSpPr>
          <p:spPr>
            <a:xfrm>
              <a:off x="2748525" y="4638896"/>
              <a:ext cx="1584300" cy="110400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>
                  <a:solidFill>
                    <a:srgbClr val="000000"/>
                  </a:solidFill>
                  <a:latin typeface="Daytona"/>
                  <a:sym typeface="Cantarell"/>
                </a:rPr>
                <a:t>Memory</a:t>
              </a:r>
              <a:endParaRPr sz="2200">
                <a:latin typeface="Daytona" panose="020B0604030500040204" pitchFamily="34" charset="0"/>
              </a:endParaRPr>
            </a:p>
          </p:txBody>
        </p:sp>
        <p:cxnSp>
          <p:nvCxnSpPr>
            <p:cNvPr id="38" name="Google Shape;93;p8">
              <a:extLst>
                <a:ext uri="{FF2B5EF4-FFF2-40B4-BE49-F238E27FC236}">
                  <a16:creationId xmlns:a16="http://schemas.microsoft.com/office/drawing/2014/main" id="{40D62B22-59E4-11C5-B210-B1B296749864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>
              <a:off x="2169550" y="3267673"/>
              <a:ext cx="578975" cy="0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39" name="Google Shape;94;p8">
              <a:extLst>
                <a:ext uri="{FF2B5EF4-FFF2-40B4-BE49-F238E27FC236}">
                  <a16:creationId xmlns:a16="http://schemas.microsoft.com/office/drawing/2014/main" id="{139DC1F5-1D0E-69F8-F913-45415D88B443}"/>
                </a:ext>
              </a:extLst>
            </p:cNvPr>
            <p:cNvCxnSpPr/>
            <p:nvPr/>
          </p:nvCxnSpPr>
          <p:spPr>
            <a:xfrm>
              <a:off x="4332825" y="3377000"/>
              <a:ext cx="579000" cy="0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40" name="Google Shape;95;p8">
              <a:extLst>
                <a:ext uri="{FF2B5EF4-FFF2-40B4-BE49-F238E27FC236}">
                  <a16:creationId xmlns:a16="http://schemas.microsoft.com/office/drawing/2014/main" id="{02229BE3-8CEC-5A0F-37DF-11A10EBF33EC}"/>
                </a:ext>
              </a:extLst>
            </p:cNvPr>
            <p:cNvCxnSpPr>
              <a:cxnSpLocks/>
            </p:cNvCxnSpPr>
            <p:nvPr/>
          </p:nvCxnSpPr>
          <p:spPr>
            <a:xfrm>
              <a:off x="3241275" y="3781144"/>
              <a:ext cx="0" cy="857752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41" name="Google Shape;96;p8">
              <a:extLst>
                <a:ext uri="{FF2B5EF4-FFF2-40B4-BE49-F238E27FC236}">
                  <a16:creationId xmlns:a16="http://schemas.microsoft.com/office/drawing/2014/main" id="{2D301CED-DA35-AE16-27EF-2C3AE36312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9802" y="3781144"/>
              <a:ext cx="1" cy="857752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sp>
        <p:nvSpPr>
          <p:cNvPr id="42" name="Google Shape;89;p8">
            <a:extLst>
              <a:ext uri="{FF2B5EF4-FFF2-40B4-BE49-F238E27FC236}">
                <a16:creationId xmlns:a16="http://schemas.microsoft.com/office/drawing/2014/main" id="{FF90032C-6D10-105E-D6D3-C3295F10E8AD}"/>
              </a:ext>
            </a:extLst>
          </p:cNvPr>
          <p:cNvSpPr/>
          <p:nvPr/>
        </p:nvSpPr>
        <p:spPr>
          <a:xfrm>
            <a:off x="1266461" y="2197567"/>
            <a:ext cx="2130566" cy="550102"/>
          </a:xfrm>
          <a:prstGeom prst="rect">
            <a:avLst/>
          </a:prstGeom>
          <a:solidFill>
            <a:srgbClr val="D1CAD8"/>
          </a:solidFill>
          <a:ln w="38100" cap="flat" cmpd="sng">
            <a:solidFill>
              <a:srgbClr val="42CA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ntarell"/>
              <a:buNone/>
            </a:pPr>
            <a:r>
              <a:rPr lang="en-GB" sz="2200" b="0" i="0" u="none" strike="noStrike" cap="none">
                <a:solidFill>
                  <a:srgbClr val="000000"/>
                </a:solidFill>
                <a:latin typeface="Daytona" panose="020B0604030500040204" pitchFamily="34" charset="0"/>
                <a:ea typeface="Cantarell"/>
                <a:cs typeface="Cantarell"/>
                <a:sym typeface="Cantarell"/>
              </a:rPr>
              <a:t>Input</a:t>
            </a:r>
            <a:endParaRPr sz="2200">
              <a:latin typeface="Daytona" panose="020B060403050004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DF592E-A29F-C4E0-6953-E4E070CD104C}"/>
              </a:ext>
            </a:extLst>
          </p:cNvPr>
          <p:cNvSpPr txBox="1"/>
          <p:nvPr/>
        </p:nvSpPr>
        <p:spPr>
          <a:xfrm>
            <a:off x="1087539" y="2928225"/>
            <a:ext cx="2538962" cy="151039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200">
                <a:latin typeface="Daytona" panose="020B060403050004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rgbClr val="CB2662"/>
                </a:solidFill>
              </a:rPr>
              <a:t>Inputs</a:t>
            </a:r>
            <a:r>
              <a:rPr lang="en-US" dirty="0">
                <a:solidFill>
                  <a:schemeClr val="tx1"/>
                </a:solidFill>
              </a:rPr>
              <a:t> allow the user to put data </a:t>
            </a:r>
            <a:r>
              <a:rPr lang="en-US" b="1" dirty="0">
                <a:solidFill>
                  <a:schemeClr val="tx1"/>
                </a:solidFill>
              </a:rPr>
              <a:t>into</a:t>
            </a:r>
            <a:r>
              <a:rPr lang="en-US" dirty="0">
                <a:solidFill>
                  <a:schemeClr val="tx1"/>
                </a:solidFill>
              </a:rPr>
              <a:t> a computer. </a:t>
            </a:r>
          </a:p>
        </p:txBody>
      </p:sp>
      <p:sp>
        <p:nvSpPr>
          <p:cNvPr id="46" name="Google Shape;92;p8">
            <a:extLst>
              <a:ext uri="{FF2B5EF4-FFF2-40B4-BE49-F238E27FC236}">
                <a16:creationId xmlns:a16="http://schemas.microsoft.com/office/drawing/2014/main" id="{4A482400-0083-3D9A-E261-499D8029EA02}"/>
              </a:ext>
            </a:extLst>
          </p:cNvPr>
          <p:cNvSpPr/>
          <p:nvPr/>
        </p:nvSpPr>
        <p:spPr>
          <a:xfrm>
            <a:off x="4161901" y="4262538"/>
            <a:ext cx="2130566" cy="591380"/>
          </a:xfrm>
          <a:prstGeom prst="rect">
            <a:avLst/>
          </a:prstGeom>
          <a:solidFill>
            <a:srgbClr val="D1CAD8"/>
          </a:solidFill>
          <a:ln w="38100" cap="flat" cmpd="sng">
            <a:solidFill>
              <a:srgbClr val="42CA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ntarell"/>
              <a:buNone/>
            </a:pPr>
            <a:r>
              <a:rPr lang="en-GB" sz="2200">
                <a:solidFill>
                  <a:srgbClr val="000000"/>
                </a:solidFill>
                <a:latin typeface="Daytona"/>
                <a:sym typeface="Cantarell"/>
              </a:rPr>
              <a:t>Storage</a:t>
            </a:r>
            <a:endParaRPr sz="2200">
              <a:latin typeface="Daytona" panose="020B0604030500040204" pitchFamily="34" charset="0"/>
            </a:endParaRPr>
          </a:p>
        </p:txBody>
      </p:sp>
      <p:cxnSp>
        <p:nvCxnSpPr>
          <p:cNvPr id="47" name="Google Shape;95;p8">
            <a:extLst>
              <a:ext uri="{FF2B5EF4-FFF2-40B4-BE49-F238E27FC236}">
                <a16:creationId xmlns:a16="http://schemas.microsoft.com/office/drawing/2014/main" id="{A3BC1E19-3C7E-B112-4EE7-72CE0CE01ABA}"/>
              </a:ext>
            </a:extLst>
          </p:cNvPr>
          <p:cNvCxnSpPr>
            <a:cxnSpLocks/>
          </p:cNvCxnSpPr>
          <p:nvPr/>
        </p:nvCxnSpPr>
        <p:spPr>
          <a:xfrm>
            <a:off x="4824551" y="3803067"/>
            <a:ext cx="0" cy="459471"/>
          </a:xfrm>
          <a:prstGeom prst="straightConnector1">
            <a:avLst/>
          </a:prstGeom>
          <a:solidFill>
            <a:srgbClr val="D1CAD8"/>
          </a:solidFill>
          <a:ln w="38100" cap="flat" cmpd="sng">
            <a:solidFill>
              <a:srgbClr val="7F6A93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48" name="Google Shape;96;p8">
            <a:extLst>
              <a:ext uri="{FF2B5EF4-FFF2-40B4-BE49-F238E27FC236}">
                <a16:creationId xmlns:a16="http://schemas.microsoft.com/office/drawing/2014/main" id="{68214180-2BA9-2ECA-60CA-2EB28ED912E5}"/>
              </a:ext>
            </a:extLst>
          </p:cNvPr>
          <p:cNvCxnSpPr>
            <a:cxnSpLocks/>
          </p:cNvCxnSpPr>
          <p:nvPr/>
        </p:nvCxnSpPr>
        <p:spPr>
          <a:xfrm flipV="1">
            <a:off x="5683241" y="3803067"/>
            <a:ext cx="1" cy="459471"/>
          </a:xfrm>
          <a:prstGeom prst="straightConnector1">
            <a:avLst/>
          </a:prstGeom>
          <a:solidFill>
            <a:srgbClr val="D1CAD8"/>
          </a:solidFill>
          <a:ln w="38100" cap="flat" cmpd="sng">
            <a:solidFill>
              <a:srgbClr val="7F6A93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749DCD1-7230-C624-D2E4-0E8C888DB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GB" b="1" dirty="0"/>
              <a:t>Classify</a:t>
            </a:r>
            <a:r>
              <a:rPr lang="en-GB" dirty="0"/>
              <a:t> devices as either input or output.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6C0A12E-0867-9367-BF46-9A2016EEDB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 dirty="0"/>
              <a:t>Explain</a:t>
            </a:r>
            <a:r>
              <a:rPr lang="en-GB" dirty="0"/>
              <a:t> </a:t>
            </a:r>
            <a:r>
              <a:rPr lang="en-US" dirty="0"/>
              <a:t>the difference between an input/ output device and a computer system. 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3821CA-05F3-BF78-3F5A-C7CEB43A04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US" b="1" dirty="0"/>
              <a:t>Identify </a:t>
            </a:r>
            <a:r>
              <a:rPr lang="en-US" dirty="0"/>
              <a:t>the inputs and outputs of large computer systems such as a self checkout system. 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6D64AC26-DCB8-60D1-9F92-8B21AA831E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 dirty="0"/>
              <a:t>Input        Output</a:t>
            </a:r>
          </a:p>
          <a:p>
            <a:pPr algn="ctr"/>
            <a:r>
              <a:rPr lang="en-GB" dirty="0"/>
              <a:t>   Device      Processing</a:t>
            </a:r>
          </a:p>
          <a:p>
            <a:pPr algn="ctr"/>
            <a:r>
              <a:rPr lang="en-GB" dirty="0"/>
              <a:t>Memory      Storage</a:t>
            </a:r>
          </a:p>
          <a:p>
            <a:pPr algn="ctr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339D74-0373-2157-3014-2B0BC3D8A492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6D1FCF-EE1D-B459-5B0A-8C8AF7A53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748" y="1750707"/>
            <a:ext cx="1970135" cy="10889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E57D37-DBC9-F7A1-6BCB-7EA8C55DC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977" y="329840"/>
            <a:ext cx="1972906" cy="1088978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61C1037F-0FAB-A86C-A117-8DE680480FEA}"/>
              </a:ext>
            </a:extLst>
          </p:cNvPr>
          <p:cNvSpPr txBox="1"/>
          <p:nvPr/>
        </p:nvSpPr>
        <p:spPr>
          <a:xfrm>
            <a:off x="6853143" y="2879458"/>
            <a:ext cx="2538962" cy="15591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200">
                <a:latin typeface="Daytona" panose="020B060403050004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 computer will send data </a:t>
            </a:r>
            <a:r>
              <a:rPr lang="en-US" b="1" dirty="0">
                <a:solidFill>
                  <a:schemeClr val="tx1"/>
                </a:solidFill>
              </a:rPr>
              <a:t>out</a:t>
            </a:r>
            <a:r>
              <a:rPr lang="en-US" dirty="0">
                <a:solidFill>
                  <a:schemeClr val="tx1"/>
                </a:solidFill>
              </a:rPr>
              <a:t> to </a:t>
            </a:r>
            <a:r>
              <a:rPr lang="en-US" b="1" dirty="0">
                <a:solidFill>
                  <a:srgbClr val="CB2662"/>
                </a:solidFill>
              </a:rPr>
              <a:t>output</a:t>
            </a:r>
            <a:r>
              <a:rPr lang="en-US" dirty="0">
                <a:solidFill>
                  <a:schemeClr val="tx1"/>
                </a:solidFill>
              </a:rPr>
              <a:t> devices. 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1359D10-7FCB-7EBC-D4AB-D7509C209019}"/>
              </a:ext>
            </a:extLst>
          </p:cNvPr>
          <p:cNvSpPr/>
          <p:nvPr/>
        </p:nvSpPr>
        <p:spPr>
          <a:xfrm>
            <a:off x="3444637" y="4997059"/>
            <a:ext cx="3565094" cy="151039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CB2662"/>
                </a:solidFill>
                <a:latin typeface="Daytona" panose="020B0604030500040204" pitchFamily="34" charset="0"/>
                <a:cs typeface="Times New Roman" panose="02020603050405020304" pitchFamily="18" charset="0"/>
              </a:rPr>
              <a:t>Storage</a:t>
            </a:r>
            <a:r>
              <a:rPr lang="en-US" sz="2200" dirty="0">
                <a:solidFill>
                  <a:schemeClr val="tx1"/>
                </a:solidFill>
                <a:latin typeface="Daytona" panose="020B0604030500040204" pitchFamily="34" charset="0"/>
                <a:cs typeface="Times New Roman" panose="02020603050405020304" pitchFamily="18" charset="0"/>
              </a:rPr>
              <a:t> holds the </a:t>
            </a:r>
            <a:r>
              <a:rPr lang="en-US" sz="2200" b="1" dirty="0">
                <a:solidFill>
                  <a:schemeClr val="tx1"/>
                </a:solidFill>
                <a:latin typeface="Daytona" panose="020B0604030500040204" pitchFamily="34" charset="0"/>
                <a:cs typeface="Times New Roman" panose="02020603050405020304" pitchFamily="18" charset="0"/>
              </a:rPr>
              <a:t>permanent data </a:t>
            </a:r>
            <a:r>
              <a:rPr lang="en-US" sz="2200" dirty="0">
                <a:solidFill>
                  <a:schemeClr val="tx1"/>
                </a:solidFill>
                <a:latin typeface="Daytona" panose="020B0604030500040204" pitchFamily="34" charset="0"/>
                <a:cs typeface="Times New Roman" panose="02020603050405020304" pitchFamily="18" charset="0"/>
              </a:rPr>
              <a:t>that will need to used in the computer system. </a:t>
            </a:r>
            <a:endParaRPr lang="en-GB" sz="2200" dirty="0">
              <a:solidFill>
                <a:schemeClr val="tx1"/>
              </a:solidFill>
              <a:latin typeface="Daytona" panose="020B0604030500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54E17B9-2460-E888-2F9A-EDE1FAF25B96}"/>
              </a:ext>
            </a:extLst>
          </p:cNvPr>
          <p:cNvSpPr txBox="1">
            <a:spLocks/>
          </p:cNvSpPr>
          <p:nvPr/>
        </p:nvSpPr>
        <p:spPr>
          <a:xfrm>
            <a:off x="1578200" y="893927"/>
            <a:ext cx="3547253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Key Terms Retrieval</a:t>
            </a:r>
          </a:p>
        </p:txBody>
      </p:sp>
      <p:pic>
        <p:nvPicPr>
          <p:cNvPr id="13" name="Picture 2" descr="Free Key SVG, PNG Icon, Symbol. Download Image.">
            <a:extLst>
              <a:ext uri="{FF2B5EF4-FFF2-40B4-BE49-F238E27FC236}">
                <a16:creationId xmlns:a16="http://schemas.microsoft.com/office/drawing/2014/main" id="{7F336C0B-A9E6-480E-C82D-F47264558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35" y="726150"/>
            <a:ext cx="1227208" cy="122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Google Shape;91;p8">
            <a:extLst>
              <a:ext uri="{FF2B5EF4-FFF2-40B4-BE49-F238E27FC236}">
                <a16:creationId xmlns:a16="http://schemas.microsoft.com/office/drawing/2014/main" id="{F1434095-2B41-5F61-13AC-395DE7620382}"/>
              </a:ext>
            </a:extLst>
          </p:cNvPr>
          <p:cNvSpPr/>
          <p:nvPr/>
        </p:nvSpPr>
        <p:spPr>
          <a:xfrm>
            <a:off x="7084802" y="2197567"/>
            <a:ext cx="2130566" cy="550102"/>
          </a:xfrm>
          <a:prstGeom prst="rect">
            <a:avLst/>
          </a:prstGeom>
          <a:solidFill>
            <a:srgbClr val="D1CAD8"/>
          </a:solidFill>
          <a:ln w="38100" cap="flat" cmpd="sng">
            <a:solidFill>
              <a:srgbClr val="42CA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ntarell"/>
              <a:buNone/>
            </a:pPr>
            <a:r>
              <a:rPr lang="en-GB" sz="2200" b="0" i="0" u="none" strike="noStrike" cap="none">
                <a:solidFill>
                  <a:srgbClr val="000000"/>
                </a:solidFill>
                <a:latin typeface="Daytona" panose="020B0604030500040204" pitchFamily="34" charset="0"/>
                <a:ea typeface="Cantarell"/>
                <a:cs typeface="Cantarell"/>
                <a:sym typeface="Cantarell"/>
              </a:rPr>
              <a:t>Output</a:t>
            </a:r>
            <a:endParaRPr sz="2200">
              <a:latin typeface="Daytona" panose="020B0604030500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385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DBA413-FD07-4FC7-8F41-7770927D4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49" y="89529"/>
            <a:ext cx="8169954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1 - Computer Systems</a:t>
            </a:r>
          </a:p>
        </p:txBody>
      </p:sp>
      <p:pic>
        <p:nvPicPr>
          <p:cNvPr id="8" name="Lightbulb 1">
            <a:extLst>
              <a:ext uri="{FF2B5EF4-FFF2-40B4-BE49-F238E27FC236}">
                <a16:creationId xmlns:a16="http://schemas.microsoft.com/office/drawing/2014/main" id="{4C6B35EE-C2B7-3B53-72EC-4DEAB74A08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749DCD1-7230-C624-D2E4-0E8C888DB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GB" b="1" dirty="0"/>
              <a:t>Classify</a:t>
            </a:r>
            <a:r>
              <a:rPr lang="en-GB" dirty="0"/>
              <a:t> devices as either input or output.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6C0A12E-0867-9367-BF46-9A2016EEDB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 dirty="0"/>
              <a:t>Explain</a:t>
            </a:r>
            <a:r>
              <a:rPr lang="en-GB" dirty="0"/>
              <a:t> </a:t>
            </a:r>
            <a:r>
              <a:rPr lang="en-US" dirty="0"/>
              <a:t>the difference between an input/ output device and a computer system. 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3821CA-05F3-BF78-3F5A-C7CEB43A04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US" b="1" dirty="0"/>
              <a:t>Identify </a:t>
            </a:r>
            <a:r>
              <a:rPr lang="en-US" dirty="0"/>
              <a:t>the inputs and outputs of large computer systems such as a self checkout system. 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6D64AC26-DCB8-60D1-9F92-8B21AA831E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 dirty="0"/>
              <a:t>Input        Output</a:t>
            </a:r>
          </a:p>
          <a:p>
            <a:pPr algn="ctr"/>
            <a:r>
              <a:rPr lang="en-GB" dirty="0"/>
              <a:t>   Device      Processing</a:t>
            </a:r>
          </a:p>
          <a:p>
            <a:pPr algn="ctr"/>
            <a:r>
              <a:rPr lang="en-GB" dirty="0"/>
              <a:t>Memory      Storage</a:t>
            </a:r>
          </a:p>
          <a:p>
            <a:pPr algn="ctr"/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96316A3-4112-9074-CADB-30E19A928CCE}"/>
              </a:ext>
            </a:extLst>
          </p:cNvPr>
          <p:cNvSpPr txBox="1">
            <a:spLocks/>
          </p:cNvSpPr>
          <p:nvPr/>
        </p:nvSpPr>
        <p:spPr>
          <a:xfrm>
            <a:off x="1020466" y="809419"/>
            <a:ext cx="4865429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We 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5B3825-38CB-B1CD-F314-B0A091FEE92F}"/>
              </a:ext>
            </a:extLst>
          </p:cNvPr>
          <p:cNvSpPr txBox="1"/>
          <p:nvPr/>
        </p:nvSpPr>
        <p:spPr>
          <a:xfrm>
            <a:off x="1020466" y="5659714"/>
            <a:ext cx="84483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713E5A"/>
                </a:solidFill>
                <a:latin typeface="Daytona" panose="020B0604030500040204" pitchFamily="34" charset="0"/>
              </a:rPr>
              <a:t>Remember input devices put data </a:t>
            </a:r>
            <a:r>
              <a:rPr lang="en-US" sz="2200" b="1" i="1" dirty="0">
                <a:solidFill>
                  <a:srgbClr val="713E5A"/>
                </a:solidFill>
                <a:latin typeface="Daytona" panose="020B0604030500040204" pitchFamily="34" charset="0"/>
              </a:rPr>
              <a:t>into </a:t>
            </a:r>
            <a:r>
              <a:rPr lang="en-US" sz="2200" dirty="0">
                <a:solidFill>
                  <a:srgbClr val="713E5A"/>
                </a:solidFill>
                <a:latin typeface="Daytona" panose="020B0604030500040204" pitchFamily="34" charset="0"/>
              </a:rPr>
              <a:t>a computer.</a:t>
            </a:r>
          </a:p>
          <a:p>
            <a:pPr algn="ctr"/>
            <a:r>
              <a:rPr lang="en-US" sz="2200" dirty="0">
                <a:solidFill>
                  <a:srgbClr val="713E5A"/>
                </a:solidFill>
                <a:latin typeface="Daytona" panose="020B0604030500040204" pitchFamily="34" charset="0"/>
              </a:rPr>
              <a:t>Whereas a computer will send data </a:t>
            </a:r>
            <a:r>
              <a:rPr lang="en-US" sz="2200" b="1" dirty="0">
                <a:solidFill>
                  <a:srgbClr val="713E5A"/>
                </a:solidFill>
                <a:latin typeface="Daytona" panose="020B0604030500040204" pitchFamily="34" charset="0"/>
              </a:rPr>
              <a:t>out </a:t>
            </a:r>
            <a:r>
              <a:rPr lang="en-US" sz="2200" dirty="0">
                <a:solidFill>
                  <a:srgbClr val="713E5A"/>
                </a:solidFill>
                <a:latin typeface="Daytona" panose="020B0604030500040204" pitchFamily="34" charset="0"/>
              </a:rPr>
              <a:t>to an output device.  </a:t>
            </a:r>
            <a:endParaRPr lang="en-GB" sz="2200" dirty="0">
              <a:solidFill>
                <a:srgbClr val="713E5A"/>
              </a:solidFill>
              <a:latin typeface="Daytona" panose="020B0604030500040204" pitchFamily="34" charset="0"/>
            </a:endParaRPr>
          </a:p>
        </p:txBody>
      </p:sp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5D7BF035-CA89-2A7E-8087-E945990A81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5" r="15027" b="3933"/>
          <a:stretch/>
        </p:blipFill>
        <p:spPr bwMode="auto">
          <a:xfrm>
            <a:off x="4662790" y="703733"/>
            <a:ext cx="4437247" cy="458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9A821DD-46F8-1DE5-FEE7-63D248CC3AF8}"/>
              </a:ext>
            </a:extLst>
          </p:cNvPr>
          <p:cNvSpPr txBox="1">
            <a:spLocks/>
          </p:cNvSpPr>
          <p:nvPr/>
        </p:nvSpPr>
        <p:spPr>
          <a:xfrm>
            <a:off x="1020466" y="1200149"/>
            <a:ext cx="3642324" cy="1001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Can you name the parts of this computer system?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Are what are the input, storage and output devices?</a:t>
            </a:r>
            <a:endParaRPr lang="en-US" sz="2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C469F6-C1C6-5BF4-22B5-90694C1BF2E0}"/>
              </a:ext>
            </a:extLst>
          </p:cNvPr>
          <p:cNvSpPr/>
          <p:nvPr/>
        </p:nvSpPr>
        <p:spPr>
          <a:xfrm>
            <a:off x="9191625" y="0"/>
            <a:ext cx="3000375" cy="6051884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We Do">
            <a:extLst>
              <a:ext uri="{FF2B5EF4-FFF2-40B4-BE49-F238E27FC236}">
                <a16:creationId xmlns:a16="http://schemas.microsoft.com/office/drawing/2014/main" id="{EDD5DB17-9293-1C00-DEE7-9832A9AB0D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744" y="369801"/>
            <a:ext cx="1970135" cy="1088978"/>
          </a:xfrm>
          <a:prstGeom prst="rect">
            <a:avLst/>
          </a:prstGeom>
        </p:spPr>
      </p:pic>
      <p:pic>
        <p:nvPicPr>
          <p:cNvPr id="13" name="Turn &amp; Talk">
            <a:extLst>
              <a:ext uri="{FF2B5EF4-FFF2-40B4-BE49-F238E27FC236}">
                <a16:creationId xmlns:a16="http://schemas.microsoft.com/office/drawing/2014/main" id="{4987CDD1-1E73-4D06-E0DE-A4C06BDCDC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805" y="1765885"/>
            <a:ext cx="2020012" cy="108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341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1A2D-9F22-7A55-F12E-BA2873309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7D8731-761C-4006-1A39-165392AF1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49" y="89529"/>
            <a:ext cx="8169954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1 - Computer Systems</a:t>
            </a:r>
          </a:p>
        </p:txBody>
      </p:sp>
      <p:pic>
        <p:nvPicPr>
          <p:cNvPr id="8" name="Lightbulb 1">
            <a:extLst>
              <a:ext uri="{FF2B5EF4-FFF2-40B4-BE49-F238E27FC236}">
                <a16:creationId xmlns:a16="http://schemas.microsoft.com/office/drawing/2014/main" id="{601E27FE-4BD5-0BD0-210F-F8BF7E0322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93B461-4EB5-E8DB-91D6-D2A074C0A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GB" b="1" dirty="0"/>
              <a:t>Classify</a:t>
            </a:r>
            <a:r>
              <a:rPr lang="en-GB" dirty="0"/>
              <a:t> devices as either input or output.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B5760F8-31A1-B034-5590-F6518E153D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 dirty="0"/>
              <a:t>Explain</a:t>
            </a:r>
            <a:r>
              <a:rPr lang="en-GB" dirty="0"/>
              <a:t> </a:t>
            </a:r>
            <a:r>
              <a:rPr lang="en-US" dirty="0"/>
              <a:t>the difference between an input/ output device and a computer system. 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126C3C-E5F8-5C29-A046-4296E3AE93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US" b="1" dirty="0"/>
              <a:t>Identify </a:t>
            </a:r>
            <a:r>
              <a:rPr lang="en-US" dirty="0"/>
              <a:t>the inputs and outputs of large computer systems such as a self checkout system. 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62BF817-535B-8CDF-CCF9-EB5BC88AA1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 dirty="0"/>
              <a:t>Input        Output</a:t>
            </a:r>
          </a:p>
          <a:p>
            <a:pPr algn="ctr"/>
            <a:r>
              <a:rPr lang="en-GB" dirty="0"/>
              <a:t>   Device      Processing</a:t>
            </a:r>
          </a:p>
          <a:p>
            <a:pPr algn="ctr"/>
            <a:r>
              <a:rPr lang="en-GB" dirty="0"/>
              <a:t>Memory      Storage</a:t>
            </a:r>
          </a:p>
          <a:p>
            <a:pPr algn="ctr"/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A89DFF2-BAED-A73B-0A11-EE9E40FA50E9}"/>
              </a:ext>
            </a:extLst>
          </p:cNvPr>
          <p:cNvSpPr txBox="1">
            <a:spLocks/>
          </p:cNvSpPr>
          <p:nvPr/>
        </p:nvSpPr>
        <p:spPr>
          <a:xfrm>
            <a:off x="1020466" y="809419"/>
            <a:ext cx="4865429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We 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006E8-E51F-2698-9806-7A82993ABC05}"/>
              </a:ext>
            </a:extLst>
          </p:cNvPr>
          <p:cNvSpPr txBox="1"/>
          <p:nvPr/>
        </p:nvSpPr>
        <p:spPr>
          <a:xfrm>
            <a:off x="1020466" y="5659714"/>
            <a:ext cx="84483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713E5A"/>
                </a:solidFill>
                <a:latin typeface="Daytona" panose="020B0604030500040204" pitchFamily="34" charset="0"/>
              </a:rPr>
              <a:t>Remember input devices put data </a:t>
            </a:r>
            <a:r>
              <a:rPr lang="en-US" sz="2200" b="1" i="1" dirty="0">
                <a:solidFill>
                  <a:srgbClr val="713E5A"/>
                </a:solidFill>
                <a:latin typeface="Daytona" panose="020B0604030500040204" pitchFamily="34" charset="0"/>
              </a:rPr>
              <a:t>into </a:t>
            </a:r>
            <a:r>
              <a:rPr lang="en-US" sz="2200" dirty="0">
                <a:solidFill>
                  <a:srgbClr val="713E5A"/>
                </a:solidFill>
                <a:latin typeface="Daytona" panose="020B0604030500040204" pitchFamily="34" charset="0"/>
              </a:rPr>
              <a:t>a computer.</a:t>
            </a:r>
          </a:p>
          <a:p>
            <a:pPr algn="ctr"/>
            <a:r>
              <a:rPr lang="en-US" sz="2200" dirty="0">
                <a:solidFill>
                  <a:srgbClr val="713E5A"/>
                </a:solidFill>
                <a:latin typeface="Daytona" panose="020B0604030500040204" pitchFamily="34" charset="0"/>
              </a:rPr>
              <a:t>Whereas a computer will send data </a:t>
            </a:r>
            <a:r>
              <a:rPr lang="en-US" sz="2200" b="1" dirty="0">
                <a:solidFill>
                  <a:srgbClr val="713E5A"/>
                </a:solidFill>
                <a:latin typeface="Daytona" panose="020B0604030500040204" pitchFamily="34" charset="0"/>
              </a:rPr>
              <a:t>out </a:t>
            </a:r>
            <a:r>
              <a:rPr lang="en-US" sz="2200" dirty="0">
                <a:solidFill>
                  <a:srgbClr val="713E5A"/>
                </a:solidFill>
                <a:latin typeface="Daytona" panose="020B0604030500040204" pitchFamily="34" charset="0"/>
              </a:rPr>
              <a:t>to an output device.  </a:t>
            </a:r>
            <a:endParaRPr lang="en-GB" sz="2200" dirty="0">
              <a:solidFill>
                <a:srgbClr val="713E5A"/>
              </a:solidFill>
              <a:latin typeface="Daytona" panose="020B060403050004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F65FCC-37C8-1FA0-05AE-3D0DE55ED7D2}"/>
              </a:ext>
            </a:extLst>
          </p:cNvPr>
          <p:cNvSpPr/>
          <p:nvPr/>
        </p:nvSpPr>
        <p:spPr>
          <a:xfrm>
            <a:off x="9191625" y="0"/>
            <a:ext cx="3000375" cy="6051884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We Do">
            <a:extLst>
              <a:ext uri="{FF2B5EF4-FFF2-40B4-BE49-F238E27FC236}">
                <a16:creationId xmlns:a16="http://schemas.microsoft.com/office/drawing/2014/main" id="{1D73A848-65B7-A7CE-7230-C894267765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744" y="369801"/>
            <a:ext cx="1970135" cy="1088978"/>
          </a:xfrm>
          <a:prstGeom prst="rect">
            <a:avLst/>
          </a:prstGeom>
        </p:spPr>
      </p:pic>
      <p:pic>
        <p:nvPicPr>
          <p:cNvPr id="13" name="Turn &amp; Talk">
            <a:extLst>
              <a:ext uri="{FF2B5EF4-FFF2-40B4-BE49-F238E27FC236}">
                <a16:creationId xmlns:a16="http://schemas.microsoft.com/office/drawing/2014/main" id="{B8A898C7-6504-A13C-D3B3-1EB1178C19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805" y="1765885"/>
            <a:ext cx="2020012" cy="1088978"/>
          </a:xfrm>
          <a:prstGeom prst="rect">
            <a:avLst/>
          </a:prstGeom>
        </p:spPr>
      </p:pic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84F6EC34-F226-B086-307C-0DAD83594C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5" r="15027" b="3933"/>
          <a:stretch/>
        </p:blipFill>
        <p:spPr bwMode="auto">
          <a:xfrm>
            <a:off x="9434690" y="3429000"/>
            <a:ext cx="2514242" cy="2597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DD52D1D-E7E2-B99C-89DC-EB9465730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71316"/>
              </p:ext>
            </p:extLst>
          </p:nvPr>
        </p:nvGraphicFramePr>
        <p:xfrm>
          <a:off x="1127846" y="1419808"/>
          <a:ext cx="7836291" cy="3392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097">
                  <a:extLst>
                    <a:ext uri="{9D8B030D-6E8A-4147-A177-3AD203B41FA5}">
                      <a16:colId xmlns:a16="http://schemas.microsoft.com/office/drawing/2014/main" val="2776984597"/>
                    </a:ext>
                  </a:extLst>
                </a:gridCol>
                <a:gridCol w="2612097">
                  <a:extLst>
                    <a:ext uri="{9D8B030D-6E8A-4147-A177-3AD203B41FA5}">
                      <a16:colId xmlns:a16="http://schemas.microsoft.com/office/drawing/2014/main" val="381462967"/>
                    </a:ext>
                  </a:extLst>
                </a:gridCol>
                <a:gridCol w="2612097">
                  <a:extLst>
                    <a:ext uri="{9D8B030D-6E8A-4147-A177-3AD203B41FA5}">
                      <a16:colId xmlns:a16="http://schemas.microsoft.com/office/drawing/2014/main" val="1884080390"/>
                    </a:ext>
                  </a:extLst>
                </a:gridCol>
              </a:tblGrid>
              <a:tr h="68029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ysClr val="windowText" lastClr="000000"/>
                          </a:solidFill>
                          <a:latin typeface="Daytona" panose="020B0604030500040204" pitchFamily="34" charset="0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ysClr val="windowText" lastClr="000000"/>
                          </a:solidFill>
                          <a:latin typeface="Daytona" panose="020B0604030500040204" pitchFamily="34" charset="0"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ysClr val="windowText" lastClr="000000"/>
                          </a:solidFill>
                          <a:latin typeface="Daytona" panose="020B0604030500040204" pitchFamily="34" charset="0"/>
                        </a:rPr>
                        <a:t>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770382"/>
                  </a:ext>
                </a:extLst>
              </a:tr>
              <a:tr h="2711873">
                <a:tc>
                  <a:txBody>
                    <a:bodyPr/>
                    <a:lstStyle/>
                    <a:p>
                      <a:pPr algn="ctr"/>
                      <a:endParaRPr lang="en-GB" sz="2000">
                        <a:solidFill>
                          <a:sysClr val="windowText" lastClr="000000"/>
                        </a:solidFill>
                        <a:latin typeface="Daytona" panose="020B0604030500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>
                        <a:solidFill>
                          <a:sysClr val="windowText" lastClr="000000"/>
                        </a:solidFill>
                        <a:latin typeface="Daytona" panose="020B0604030500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solidFill>
                          <a:sysClr val="windowText" lastClr="000000"/>
                        </a:solidFill>
                        <a:latin typeface="Daytona" panose="020B0604030500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861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102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DBA413-FD07-4FC7-8F41-7770927D4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49" y="89529"/>
            <a:ext cx="8169954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1 - Computer Systems</a:t>
            </a:r>
          </a:p>
        </p:txBody>
      </p:sp>
      <p:pic>
        <p:nvPicPr>
          <p:cNvPr id="8" name="Lightbulb 1">
            <a:extLst>
              <a:ext uri="{FF2B5EF4-FFF2-40B4-BE49-F238E27FC236}">
                <a16:creationId xmlns:a16="http://schemas.microsoft.com/office/drawing/2014/main" id="{4C6B35EE-C2B7-3B53-72EC-4DEAB74A08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749DCD1-7230-C624-D2E4-0E8C888DB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GB" b="1" dirty="0"/>
              <a:t>Classify</a:t>
            </a:r>
            <a:r>
              <a:rPr lang="en-GB" dirty="0"/>
              <a:t> devices as either input or output.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6C0A12E-0867-9367-BF46-9A2016EEDB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 dirty="0"/>
              <a:t>Explain</a:t>
            </a:r>
            <a:r>
              <a:rPr lang="en-GB" dirty="0"/>
              <a:t> </a:t>
            </a:r>
            <a:r>
              <a:rPr lang="en-US" dirty="0"/>
              <a:t>the difference between an input/ output device and a computer system. 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3821CA-05F3-BF78-3F5A-C7CEB43A04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US" b="1" dirty="0"/>
              <a:t>Identify </a:t>
            </a:r>
            <a:r>
              <a:rPr lang="en-US" dirty="0"/>
              <a:t>the inputs and outputs of large computer systems such as a self checkout system. 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6D64AC26-DCB8-60D1-9F92-8B21AA831E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 dirty="0"/>
              <a:t>Input        Output</a:t>
            </a:r>
          </a:p>
          <a:p>
            <a:pPr algn="ctr"/>
            <a:r>
              <a:rPr lang="en-GB" dirty="0"/>
              <a:t>   Device      Processing</a:t>
            </a:r>
          </a:p>
          <a:p>
            <a:pPr algn="ctr"/>
            <a:r>
              <a:rPr lang="en-GB" dirty="0"/>
              <a:t>Memory      Storage</a:t>
            </a:r>
          </a:p>
          <a:p>
            <a:pPr algn="ctr"/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96316A3-4112-9074-CADB-30E19A928CCE}"/>
              </a:ext>
            </a:extLst>
          </p:cNvPr>
          <p:cNvSpPr txBox="1">
            <a:spLocks/>
          </p:cNvSpPr>
          <p:nvPr/>
        </p:nvSpPr>
        <p:spPr>
          <a:xfrm>
            <a:off x="1020466" y="809419"/>
            <a:ext cx="4865429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You Do</a:t>
            </a:r>
          </a:p>
        </p:txBody>
      </p:sp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5D7BF035-CA89-2A7E-8087-E945990A81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5" r="15027" b="3933"/>
          <a:stretch/>
        </p:blipFill>
        <p:spPr bwMode="auto">
          <a:xfrm>
            <a:off x="5947481" y="732309"/>
            <a:ext cx="3004037" cy="310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Lightbulb 2">
            <a:extLst>
              <a:ext uri="{FF2B5EF4-FFF2-40B4-BE49-F238E27FC236}">
                <a16:creationId xmlns:a16="http://schemas.microsoft.com/office/drawing/2014/main" id="{B7E0547E-55CD-D604-A300-25EC17CD6C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0269" y="2400332"/>
            <a:ext cx="803082" cy="826936"/>
          </a:xfrm>
          <a:prstGeom prst="rect">
            <a:avLst/>
          </a:prstGeom>
        </p:spPr>
      </p:pic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47F960AD-6400-13FA-9224-65BD632922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0465" y="1200149"/>
            <a:ext cx="4780259" cy="1001205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Independently in your class notebook:</a:t>
            </a:r>
          </a:p>
          <a:p>
            <a:pPr lvl="1"/>
            <a:r>
              <a:rPr lang="en-US" sz="2200" dirty="0"/>
              <a:t>Explain the difference between input and output devices using paragraphs.</a:t>
            </a:r>
          </a:p>
          <a:p>
            <a:pPr lvl="1"/>
            <a:r>
              <a:rPr lang="en-US" sz="2200" dirty="0"/>
              <a:t>Add examples of each type either within the sentence or as bullet points/table afterwards.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C70753-3769-C226-D2F0-82C1C07A84CB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CE4D68-68CE-17B5-8350-C088B0E47D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330800"/>
            <a:ext cx="1972906" cy="10889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F3F3DF-797D-84EC-3227-6FEADA5CA9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1751187"/>
            <a:ext cx="1972906" cy="1144397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52A98B-8CD0-71CC-A06F-F02BC1C2A749}"/>
              </a:ext>
            </a:extLst>
          </p:cNvPr>
          <p:cNvSpPr/>
          <p:nvPr/>
        </p:nvSpPr>
        <p:spPr>
          <a:xfrm>
            <a:off x="9762196" y="3226993"/>
            <a:ext cx="1847135" cy="963941"/>
          </a:xfrm>
          <a:prstGeom prst="roundRect">
            <a:avLst>
              <a:gd name="adj" fmla="val 777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Class Notebook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6EF265-6A39-82D6-AFCA-C0F287BDC540}"/>
              </a:ext>
            </a:extLst>
          </p:cNvPr>
          <p:cNvSpPr txBox="1"/>
          <p:nvPr/>
        </p:nvSpPr>
        <p:spPr>
          <a:xfrm>
            <a:off x="1166995" y="4565510"/>
            <a:ext cx="802463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200" b="1" dirty="0">
                <a:solidFill>
                  <a:srgbClr val="CB2662"/>
                </a:solidFill>
                <a:latin typeface="Daytona" panose="020B0604030500040204" pitchFamily="34" charset="0"/>
              </a:rPr>
              <a:t>Presentation Reminder: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2200" dirty="0">
                <a:latin typeface="Daytona" panose="020B0604030500040204" pitchFamily="34" charset="0"/>
                <a:cs typeface="Segoe UI" panose="020B0502040204020203" pitchFamily="34" charset="0"/>
              </a:rPr>
              <a:t>Date added to each row.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2200" dirty="0">
                <a:latin typeface="Daytona" panose="020B0604030500040204" pitchFamily="34" charset="0"/>
                <a:cs typeface="Segoe UI" panose="020B0502040204020203" pitchFamily="34" charset="0"/>
              </a:rPr>
              <a:t>Write in black font.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2200" dirty="0">
                <a:latin typeface="Daytona" panose="020B0604030500040204" pitchFamily="34" charset="0"/>
                <a:cs typeface="Segoe UI" panose="020B0502040204020203" pitchFamily="34" charset="0"/>
              </a:rPr>
              <a:t>Mark in purple font.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2200" dirty="0">
                <a:latin typeface="Daytona" panose="020B0604030500040204" pitchFamily="34" charset="0"/>
                <a:cs typeface="Segoe UI" panose="020B0502040204020203" pitchFamily="34" charset="0"/>
              </a:rPr>
              <a:t>Titles and headings in bold and/or underlined. 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2200" dirty="0">
                <a:latin typeface="Daytona" panose="020B0604030500040204" pitchFamily="34" charset="0"/>
                <a:cs typeface="Segoe UI" panose="020B0502040204020203" pitchFamily="34" charset="0"/>
              </a:rPr>
              <a:t>Use subheadings or write the question in your answer. </a:t>
            </a:r>
          </a:p>
          <a:p>
            <a:pPr marL="800100" lvl="1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endParaRPr lang="en-GB" sz="2000" kern="100" dirty="0"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029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DBA413-FD07-4FC7-8F41-7770927D4CE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8.1 Lesson 1 - Computer Systems</a:t>
            </a:r>
          </a:p>
        </p:txBody>
      </p:sp>
      <p:pic>
        <p:nvPicPr>
          <p:cNvPr id="6" name="Graphic 5" descr="Lightbulb and gear">
            <a:extLst>
              <a:ext uri="{FF2B5EF4-FFF2-40B4-BE49-F238E27FC236}">
                <a16:creationId xmlns:a16="http://schemas.microsoft.com/office/drawing/2014/main" id="{6FEC32E3-4DB9-E330-D365-1F35A5D01A9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7069" y="1212633"/>
            <a:ext cx="658851" cy="658851"/>
          </a:xfrm>
          <a:prstGeom prst="rect">
            <a:avLst/>
          </a:prstGeom>
        </p:spPr>
      </p:pic>
      <p:pic>
        <p:nvPicPr>
          <p:cNvPr id="9" name="Lightbulb 2">
            <a:extLst>
              <a:ext uri="{FF2B5EF4-FFF2-40B4-BE49-F238E27FC236}">
                <a16:creationId xmlns:a16="http://schemas.microsoft.com/office/drawing/2014/main" id="{3EE1F259-DDCF-3857-CB8F-D3DD8658DE1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0269" y="2400332"/>
            <a:ext cx="803082" cy="826936"/>
          </a:xfrm>
          <a:prstGeom prst="rect">
            <a:avLst/>
          </a:prstGeom>
        </p:spPr>
      </p:pic>
      <p:pic>
        <p:nvPicPr>
          <p:cNvPr id="10" name="Lightbulb 1">
            <a:extLst>
              <a:ext uri="{FF2B5EF4-FFF2-40B4-BE49-F238E27FC236}">
                <a16:creationId xmlns:a16="http://schemas.microsoft.com/office/drawing/2014/main" id="{CE7BD902-CFFC-E3AA-1619-3AD6429D546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E631C7A-1E88-BC2D-17D6-F6E342DBB195}"/>
              </a:ext>
            </a:extLst>
          </p:cNvPr>
          <p:cNvSpPr txBox="1">
            <a:spLocks/>
          </p:cNvSpPr>
          <p:nvPr/>
        </p:nvSpPr>
        <p:spPr>
          <a:xfrm>
            <a:off x="977521" y="698185"/>
            <a:ext cx="8122516" cy="49387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You Do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As you are watching the video, note down the input, output and storage devices you notice in the video.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</p:txBody>
      </p:sp>
      <p:pic>
        <p:nvPicPr>
          <p:cNvPr id="4" name="Online Media 2" title="Tesco How to use Scan as you Shop">
            <a:hlinkClick r:id="" action="ppaction://media"/>
            <a:extLst>
              <a:ext uri="{FF2B5EF4-FFF2-40B4-BE49-F238E27FC236}">
                <a16:creationId xmlns:a16="http://schemas.microsoft.com/office/drawing/2014/main" id="{448916BB-1533-46B3-C21D-253F5D0A366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7"/>
          <a:stretch>
            <a:fillRect/>
          </a:stretch>
        </p:blipFill>
        <p:spPr>
          <a:xfrm>
            <a:off x="1638120" y="2087298"/>
            <a:ext cx="6801318" cy="3842745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86FCDA6-226D-8832-E89B-A371C61663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GB" b="1" dirty="0"/>
              <a:t>Classify</a:t>
            </a:r>
            <a:r>
              <a:rPr lang="en-GB" dirty="0"/>
              <a:t> devices as either input or output.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BE1EA5-734D-AF10-D5E6-FF1D890769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 dirty="0"/>
              <a:t>Explain</a:t>
            </a:r>
            <a:r>
              <a:rPr lang="en-GB" dirty="0"/>
              <a:t> </a:t>
            </a:r>
            <a:r>
              <a:rPr lang="en-US" dirty="0"/>
              <a:t>the difference between an input/ output device and a computer system. 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2279254-0C85-F50A-54EE-BE6182FC6C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US" b="1" dirty="0"/>
              <a:t>Identify </a:t>
            </a:r>
            <a:r>
              <a:rPr lang="en-US" dirty="0"/>
              <a:t>the inputs and outputs of large computer systems such as a self checkout system. 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398270D-1C8C-8041-2381-5A9E0BF062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 dirty="0"/>
              <a:t>Input        Output</a:t>
            </a:r>
          </a:p>
          <a:p>
            <a:pPr algn="ctr"/>
            <a:r>
              <a:rPr lang="en-GB" dirty="0"/>
              <a:t>   Device      Processing</a:t>
            </a:r>
          </a:p>
          <a:p>
            <a:pPr algn="ctr"/>
            <a:r>
              <a:rPr lang="en-GB" dirty="0"/>
              <a:t>Memory      Storage</a:t>
            </a:r>
          </a:p>
          <a:p>
            <a:pPr algn="ctr"/>
            <a:endParaRPr lang="en-GB" dirty="0"/>
          </a:p>
        </p:txBody>
      </p:sp>
      <p:pic>
        <p:nvPicPr>
          <p:cNvPr id="13" name="Lightbulb 3">
            <a:extLst>
              <a:ext uri="{FF2B5EF4-FFF2-40B4-BE49-F238E27FC236}">
                <a16:creationId xmlns:a16="http://schemas.microsoft.com/office/drawing/2014/main" id="{2E25F7B4-6B36-8975-9885-44388FE149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8978" y="3675558"/>
            <a:ext cx="803082" cy="8269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92C6E28-CF97-BBDB-3A7A-AFA9F0F65544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4762A1-D7DE-14CE-AEF0-2B645E5FD8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330800"/>
            <a:ext cx="1972906" cy="10889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B356BA-6E88-80A0-C92B-4EB0477FA2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1751187"/>
            <a:ext cx="1972906" cy="11443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DD930FC-F8E7-D9EC-5CDA-C87B1277E8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3226993"/>
            <a:ext cx="1972906" cy="108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28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DBA413-FD07-4FC7-8F41-7770927D4CE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8.1 Lesson 1 - Computer Systems</a:t>
            </a:r>
          </a:p>
        </p:txBody>
      </p:sp>
      <p:pic>
        <p:nvPicPr>
          <p:cNvPr id="4" name="Graphic 3" descr="Lightbulb and gear">
            <a:extLst>
              <a:ext uri="{FF2B5EF4-FFF2-40B4-BE49-F238E27FC236}">
                <a16:creationId xmlns:a16="http://schemas.microsoft.com/office/drawing/2014/main" id="{F1597927-5AFC-FE2F-0541-E6D53483958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69" y="1212633"/>
            <a:ext cx="658851" cy="658851"/>
          </a:xfrm>
          <a:prstGeom prst="rect">
            <a:avLst/>
          </a:prstGeom>
        </p:spPr>
      </p:pic>
      <p:pic>
        <p:nvPicPr>
          <p:cNvPr id="10" name="Lightbulb 1">
            <a:extLst>
              <a:ext uri="{FF2B5EF4-FFF2-40B4-BE49-F238E27FC236}">
                <a16:creationId xmlns:a16="http://schemas.microsoft.com/office/drawing/2014/main" id="{DD65253A-A62B-C4AE-32D4-366EB60A5D4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  <p:pic>
        <p:nvPicPr>
          <p:cNvPr id="11" name="Lightbulb 2">
            <a:extLst>
              <a:ext uri="{FF2B5EF4-FFF2-40B4-BE49-F238E27FC236}">
                <a16:creationId xmlns:a16="http://schemas.microsoft.com/office/drawing/2014/main" id="{913BA4BC-32B9-CBD8-ED87-1FA431FFD1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0269" y="2400332"/>
            <a:ext cx="803082" cy="826936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C6B81D2-978F-896C-FD01-5864661E43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GB" b="1" dirty="0"/>
              <a:t>Classify</a:t>
            </a:r>
            <a:r>
              <a:rPr lang="en-GB" dirty="0"/>
              <a:t> devices as either input or output.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ED63745-4B33-0952-BB56-B51A5A7EC7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GB" b="1" dirty="0"/>
              <a:t>Explain</a:t>
            </a:r>
            <a:r>
              <a:rPr lang="en-GB" dirty="0"/>
              <a:t> </a:t>
            </a:r>
            <a:r>
              <a:rPr lang="en-US" dirty="0"/>
              <a:t>the difference between an input/ output device and a computer system. 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5531094-1072-89A3-B0B4-04E8EDC0F0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US" b="1" dirty="0"/>
              <a:t>Identify </a:t>
            </a:r>
            <a:r>
              <a:rPr lang="en-US" dirty="0"/>
              <a:t>the inputs and outputs of large computer systems such as a self checkout system. 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967A89A-294C-7008-F7A2-28ECDD6102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 dirty="0"/>
              <a:t>Input        Output</a:t>
            </a:r>
          </a:p>
          <a:p>
            <a:pPr algn="ctr"/>
            <a:r>
              <a:rPr lang="en-GB" dirty="0"/>
              <a:t>   Device      Processing</a:t>
            </a:r>
          </a:p>
          <a:p>
            <a:pPr algn="ctr"/>
            <a:r>
              <a:rPr lang="en-GB" dirty="0"/>
              <a:t>Memory      Storage</a:t>
            </a:r>
          </a:p>
          <a:p>
            <a:pPr algn="ctr"/>
            <a:endParaRPr lang="en-GB" dirty="0"/>
          </a:p>
        </p:txBody>
      </p:sp>
      <p:pic>
        <p:nvPicPr>
          <p:cNvPr id="15" name="Lightbulb 3">
            <a:extLst>
              <a:ext uri="{FF2B5EF4-FFF2-40B4-BE49-F238E27FC236}">
                <a16:creationId xmlns:a16="http://schemas.microsoft.com/office/drawing/2014/main" id="{BE31374E-C5FD-522B-A4D2-F6A21019F2E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8978" y="3675558"/>
            <a:ext cx="803082" cy="826936"/>
          </a:xfrm>
          <a:prstGeom prst="rect">
            <a:avLst/>
          </a:prstGeom>
        </p:spPr>
      </p:pic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888D86-0FA2-D345-52E5-BAED4543BF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698185"/>
            <a:ext cx="3614662" cy="80676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Skills</a:t>
            </a:r>
          </a:p>
          <a:p>
            <a:r>
              <a:rPr lang="en-US" sz="2200" dirty="0">
                <a:solidFill>
                  <a:schemeClr val="accent4">
                    <a:lumMod val="75000"/>
                  </a:schemeClr>
                </a:solidFill>
              </a:rPr>
              <a:t>Adding images to ppt</a:t>
            </a:r>
          </a:p>
          <a:p>
            <a:r>
              <a:rPr lang="en-US" sz="2200" dirty="0">
                <a:solidFill>
                  <a:schemeClr val="accent4">
                    <a:lumMod val="75000"/>
                  </a:schemeClr>
                </a:solidFill>
              </a:rPr>
              <a:t>Cropping images</a:t>
            </a:r>
          </a:p>
          <a:p>
            <a:r>
              <a:rPr lang="en-US" sz="2200" dirty="0">
                <a:solidFill>
                  <a:schemeClr val="accent4">
                    <a:lumMod val="75000"/>
                  </a:schemeClr>
                </a:solidFill>
              </a:rPr>
              <a:t>Adding and duplicating arrows</a:t>
            </a:r>
          </a:p>
          <a:p>
            <a:r>
              <a:rPr lang="en-US" sz="2200" dirty="0">
                <a:solidFill>
                  <a:schemeClr val="accent4">
                    <a:lumMod val="75000"/>
                  </a:schemeClr>
                </a:solidFill>
              </a:rPr>
              <a:t>Textboxes</a:t>
            </a:r>
          </a:p>
          <a:p>
            <a:r>
              <a:rPr lang="en-US" sz="2200" dirty="0">
                <a:solidFill>
                  <a:schemeClr val="accent4">
                    <a:lumMod val="75000"/>
                  </a:schemeClr>
                </a:solidFill>
              </a:rPr>
              <a:t>Format Painter</a:t>
            </a:r>
          </a:p>
          <a:p>
            <a:r>
              <a:rPr lang="en-US" sz="2200" dirty="0">
                <a:solidFill>
                  <a:schemeClr val="accent4">
                    <a:lumMod val="75000"/>
                  </a:schemeClr>
                </a:solidFill>
              </a:rPr>
              <a:t>Using rotation/flipping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53A2F49-102F-9CD7-D1B7-3964A1986BB1}"/>
              </a:ext>
            </a:extLst>
          </p:cNvPr>
          <p:cNvSpPr txBox="1">
            <a:spLocks/>
          </p:cNvSpPr>
          <p:nvPr/>
        </p:nvSpPr>
        <p:spPr>
          <a:xfrm>
            <a:off x="4764507" y="719240"/>
            <a:ext cx="4320316" cy="2683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Task 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Add a picture of a computer system of label it. </a:t>
            </a:r>
          </a:p>
          <a:p>
            <a:pPr>
              <a:buFontTx/>
              <a:buChar char="-"/>
            </a:pPr>
            <a:r>
              <a:rPr lang="en-US" sz="2200" dirty="0">
                <a:solidFill>
                  <a:srgbClr val="C00000"/>
                </a:solidFill>
              </a:rPr>
              <a:t>Red for Inputs</a:t>
            </a:r>
          </a:p>
          <a:p>
            <a:pPr>
              <a:buFontTx/>
              <a:buChar char="-"/>
            </a:pPr>
            <a:r>
              <a:rPr lang="en-US" sz="2200" dirty="0">
                <a:solidFill>
                  <a:srgbClr val="0070C0"/>
                </a:solidFill>
              </a:rPr>
              <a:t>Blue for Storage</a:t>
            </a:r>
          </a:p>
          <a:p>
            <a:pPr>
              <a:buFontTx/>
              <a:buChar char="-"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Green for Outputs</a:t>
            </a:r>
          </a:p>
          <a:p>
            <a:pPr>
              <a:buFontTx/>
              <a:buChar char="-"/>
            </a:pPr>
            <a:endParaRPr lang="en-US" sz="2200" dirty="0"/>
          </a:p>
          <a:p>
            <a:pPr marL="0" indent="0">
              <a:buNone/>
            </a:pPr>
            <a:r>
              <a:rPr lang="en-US" b="1" dirty="0"/>
              <a:t>Challenge</a:t>
            </a:r>
          </a:p>
          <a:p>
            <a:pPr marL="0" indent="0">
              <a:buNone/>
            </a:pPr>
            <a:r>
              <a:rPr lang="en-US" sz="2200" dirty="0"/>
              <a:t>Try a more complex system like an ECG machine in a hospital, the inside of a car or the inside of a plane.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878857-8EC5-C5A7-6452-1C3BF88749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59375" y1="48092" x2="59375" y2="48092"/>
                        <a14:foregroundMark x1="85156" y1="51908" x2="85156" y2="519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1571" y="1843149"/>
            <a:ext cx="462012" cy="4728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39A5683-01B6-ACB0-5049-60EDF85234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664" b="89916" l="9283" r="92405">
                        <a14:foregroundMark x1="9283" y1="82353" x2="9283" y2="82353"/>
                        <a14:foregroundMark x1="92405" y1="83193" x2="92405" y2="83193"/>
                        <a14:foregroundMark x1="64557" y1="59244" x2="64557" y2="592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82577" y="2273788"/>
            <a:ext cx="470853" cy="4728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0EC39EE-6FC6-9319-3891-119B18E5AD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54" b="93462" l="6489" r="93511">
                        <a14:foregroundMark x1="6870" y1="27692" x2="7634" y2="34231"/>
                        <a14:foregroundMark x1="39695" y1="46538" x2="39695" y2="55385"/>
                        <a14:foregroundMark x1="20611" y1="8462" x2="22901" y2="8462"/>
                        <a14:foregroundMark x1="11832" y1="13077" x2="10305" y2="17692"/>
                        <a14:foregroundMark x1="36641" y1="6923" x2="22901" y2="6923"/>
                        <a14:foregroundMark x1="20229" y1="91538" x2="28244" y2="92308"/>
                        <a14:foregroundMark x1="69084" y1="92692" x2="75191" y2="92308"/>
                        <a14:foregroundMark x1="85878" y1="88846" x2="87786" y2="85385"/>
                        <a14:foregroundMark x1="92748" y1="69615" x2="92748" y2="73462"/>
                        <a14:foregroundMark x1="92366" y1="63846" x2="92366" y2="83077"/>
                        <a14:foregroundMark x1="93893" y1="58462" x2="93893" y2="72692"/>
                        <a14:foregroundMark x1="29389" y1="93462" x2="53053" y2="93462"/>
                        <a14:foregroundMark x1="53053" y1="93462" x2="72137" y2="93077"/>
                        <a14:foregroundMark x1="8779" y1="55385" x2="8779" y2="80000"/>
                        <a14:foregroundMark x1="38931" y1="72692" x2="39313" y2="53462"/>
                        <a14:foregroundMark x1="47710" y1="36154" x2="38931" y2="48077"/>
                        <a14:foregroundMark x1="73282" y1="30769" x2="48473" y2="33846"/>
                        <a14:foregroundMark x1="83969" y1="30769" x2="72137" y2="30769"/>
                        <a14:foregroundMark x1="74809" y1="42308" x2="85878" y2="30000"/>
                        <a14:backgroundMark x1="51527" y1="9615" x2="30534" y2="25769"/>
                        <a14:backgroundMark x1="64122" y1="65769" x2="70229" y2="738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13583" y="2746628"/>
            <a:ext cx="476478" cy="4728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8492030-2EC4-8091-4127-A65E3C4AD0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821" b="89286" l="7821" r="89944">
                        <a14:foregroundMark x1="7821" y1="53571" x2="7821" y2="53571"/>
                        <a14:foregroundMark x1="62570" y1="46429" x2="62570" y2="46429"/>
                        <a14:foregroundMark x1="69832" y1="61607" x2="69832" y2="61607"/>
                        <a14:foregroundMark x1="69832" y1="56250" x2="69832" y2="56250"/>
                        <a14:foregroundMark x1="63687" y1="56250" x2="63687" y2="56250"/>
                        <a14:foregroundMark x1="63687" y1="61607" x2="63687" y2="61607"/>
                        <a14:foregroundMark x1="76536" y1="57143" x2="76536" y2="57143"/>
                        <a14:foregroundMark x1="82682" y1="55357" x2="82682" y2="55357"/>
                        <a14:foregroundMark x1="83799" y1="61607" x2="83799" y2="61607"/>
                        <a14:foregroundMark x1="82682" y1="68750" x2="82682" y2="68750"/>
                        <a14:foregroundMark x1="75419" y1="73214" x2="75419" y2="73214"/>
                        <a14:foregroundMark x1="70950" y1="73214" x2="70950" y2="73214"/>
                        <a14:foregroundMark x1="68156" y1="71429" x2="68156" y2="714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41898" y="5403574"/>
            <a:ext cx="1289385" cy="8067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16F30B0-BF15-A30E-D069-E2168890774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8871" b="90323" l="8197" r="92623">
                        <a14:foregroundMark x1="31148" y1="18145" x2="31148" y2="18145"/>
                        <a14:foregroundMark x1="32787" y1="30242" x2="32787" y2="30242"/>
                        <a14:foregroundMark x1="41803" y1="17742" x2="41803" y2="17742"/>
                        <a14:foregroundMark x1="41393" y1="9274" x2="41393" y2="9274"/>
                        <a14:foregroundMark x1="17213" y1="30645" x2="17213" y2="30645"/>
                        <a14:foregroundMark x1="17213" y1="20968" x2="17213" y2="20968"/>
                        <a14:foregroundMark x1="29098" y1="47581" x2="29098" y2="47581"/>
                        <a14:foregroundMark x1="47541" y1="29839" x2="47541" y2="29839"/>
                        <a14:foregroundMark x1="20082" y1="55242" x2="20082" y2="55242"/>
                        <a14:foregroundMark x1="15164" y1="55645" x2="15164" y2="55645"/>
                        <a14:foregroundMark x1="8197" y1="53226" x2="8197" y2="53226"/>
                        <a14:foregroundMark x1="16803" y1="62500" x2="16803" y2="62500"/>
                        <a14:foregroundMark x1="25820" y1="87500" x2="25820" y2="87500"/>
                        <a14:foregroundMark x1="39754" y1="77823" x2="39754" y2="77823"/>
                        <a14:foregroundMark x1="37705" y1="65726" x2="37705" y2="65726"/>
                        <a14:foregroundMark x1="38115" y1="55645" x2="38115" y2="55645"/>
                        <a14:foregroundMark x1="27459" y1="55645" x2="27459" y2="55645"/>
                        <a14:foregroundMark x1="46311" y1="56048" x2="46311" y2="56048"/>
                        <a14:foregroundMark x1="51639" y1="55242" x2="51639" y2="55242"/>
                        <a14:foregroundMark x1="57787" y1="55242" x2="57787" y2="55242"/>
                        <a14:foregroundMark x1="58607" y1="90323" x2="58607" y2="90323"/>
                        <a14:foregroundMark x1="70492" y1="38306" x2="70492" y2="38306"/>
                        <a14:foregroundMark x1="92623" y1="27823" x2="92623" y2="27823"/>
                        <a14:foregroundMark x1="86885" y1="19355" x2="86885" y2="1935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5070" y="5287488"/>
            <a:ext cx="1233001" cy="12532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FBAC70-C861-1025-440B-AB2D07BB3289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A80F1-501A-DF7E-28A1-5D1B97B7FCD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330800"/>
            <a:ext cx="1972906" cy="10889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DE6E5A-B235-EDF9-27BA-E76FA5D6EAF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1751187"/>
            <a:ext cx="1972906" cy="114439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9F73E9-82D1-0FF2-B2B4-85A953803BA6}"/>
              </a:ext>
            </a:extLst>
          </p:cNvPr>
          <p:cNvSpPr/>
          <p:nvPr/>
        </p:nvSpPr>
        <p:spPr>
          <a:xfrm>
            <a:off x="9762196" y="3226993"/>
            <a:ext cx="1847135" cy="963941"/>
          </a:xfrm>
          <a:prstGeom prst="roundRect">
            <a:avLst>
              <a:gd name="adj" fmla="val 777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Class Notebook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5EBBD48-49D0-A29A-193E-AB3D4DD5CBD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9960" b="90040" l="10000" r="90000">
                        <a14:foregroundMark x1="65000" y1="20319" x2="65000" y2="20319"/>
                        <a14:foregroundMark x1="68846" y1="33068" x2="68846" y2="33068"/>
                        <a14:foregroundMark x1="63077" y1="75697" x2="63077" y2="75697"/>
                        <a14:foregroundMark x1="31538" y1="90040" x2="31538" y2="900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8136" y="4958510"/>
            <a:ext cx="1588639" cy="153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256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9A350D58-0A86-4C97-AD53-67FF9C87CF2A}"/>
              </a:ext>
            </a:extLst>
          </p:cNvPr>
          <p:cNvSpPr txBox="1"/>
          <p:nvPr/>
        </p:nvSpPr>
        <p:spPr>
          <a:xfrm>
            <a:off x="434563" y="767616"/>
            <a:ext cx="6099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Daytona"/>
                <a:cs typeface="Segoe UI"/>
              </a:rPr>
              <a:t>End of the Lesson </a:t>
            </a:r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6B38912E-D613-F141-5F31-8C4B7568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1 - Computer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665F72-E4E2-FFF9-9E67-C900E77B229C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Exit Questionning">
            <a:extLst>
              <a:ext uri="{FF2B5EF4-FFF2-40B4-BE49-F238E27FC236}">
                <a16:creationId xmlns:a16="http://schemas.microsoft.com/office/drawing/2014/main" id="{0C562160-0E51-21E3-7B73-6A3ED775B4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8520" y="404614"/>
            <a:ext cx="2238916" cy="1141626"/>
          </a:xfrm>
          <a:prstGeom prst="rect">
            <a:avLst/>
          </a:prstGeom>
        </p:spPr>
      </p:pic>
      <p:pic>
        <p:nvPicPr>
          <p:cNvPr id="7" name="Picture 6" descr="Just a Friendly Reminder you should be Receiving your W-2 Form">
            <a:extLst>
              <a:ext uri="{FF2B5EF4-FFF2-40B4-BE49-F238E27FC236}">
                <a16:creationId xmlns:a16="http://schemas.microsoft.com/office/drawing/2014/main" id="{F68B4265-D64A-D2A6-AEBA-9B541FF3C6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69" b="94705" l="9978" r="89686">
                        <a14:foregroundMark x1="43274" y1="8623" x2="44395" y2="15734"/>
                        <a14:foregroundMark x1="56951" y1="80635" x2="55045" y2="62784"/>
                        <a14:foregroundMark x1="48655" y1="87746" x2="48318" y2="72012"/>
                        <a14:foregroundMark x1="55942" y1="94705" x2="54484" y2="74130"/>
                        <a14:foregroundMark x1="60538" y1="90923" x2="59081" y2="74584"/>
                        <a14:foregroundMark x1="41816" y1="8169" x2="41816" y2="8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830"/>
          <a:stretch/>
        </p:blipFill>
        <p:spPr bwMode="auto">
          <a:xfrm rot="5400000">
            <a:off x="7207" y="4574953"/>
            <a:ext cx="1394036" cy="1451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AC7D51-FA17-2F8A-AD24-26C346F1999C}"/>
              </a:ext>
            </a:extLst>
          </p:cNvPr>
          <p:cNvSpPr txBox="1">
            <a:spLocks/>
          </p:cNvSpPr>
          <p:nvPr/>
        </p:nvSpPr>
        <p:spPr>
          <a:xfrm>
            <a:off x="1429966" y="4667506"/>
            <a:ext cx="8803759" cy="14334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>
                <a:latin typeface="Daytona"/>
                <a:cs typeface="Segoe UI"/>
              </a:rPr>
              <a:t>Reminders</a:t>
            </a:r>
            <a:r>
              <a:rPr lang="en-US" b="1" dirty="0">
                <a:latin typeface="Daytona"/>
                <a:cs typeface="Segoe UI"/>
              </a:rPr>
              <a:t> 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Daytona"/>
                <a:cs typeface="Segoe UI"/>
              </a:rPr>
              <a:t>    </a:t>
            </a:r>
            <a:r>
              <a:rPr lang="en-GB" sz="2200" dirty="0">
                <a:latin typeface="Daytona"/>
                <a:cs typeface="Segoe UI"/>
              </a:rPr>
              <a:t>Toilets &amp; Reception closed between lessons.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200" dirty="0">
                <a:latin typeface="Daytona"/>
                <a:cs typeface="Segoe UI"/>
              </a:rPr>
              <a:t>    Self- Check your uniform.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200" dirty="0"/>
              <a:t>    Arrive during the Do Now, you are late. 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37715E6-F2A8-FD4E-6A0E-DE739DC8B4EC}"/>
              </a:ext>
            </a:extLst>
          </p:cNvPr>
          <p:cNvSpPr txBox="1">
            <a:spLocks/>
          </p:cNvSpPr>
          <p:nvPr/>
        </p:nvSpPr>
        <p:spPr>
          <a:xfrm>
            <a:off x="9439932" y="4712526"/>
            <a:ext cx="2343036" cy="121595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i="1" dirty="0">
                <a:latin typeface="Daytona"/>
                <a:cs typeface="Segoe UI"/>
              </a:rPr>
              <a:t>Positive Note</a:t>
            </a: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200" dirty="0">
                <a:latin typeface="Daytona"/>
                <a:cs typeface="Segoe UI"/>
              </a:rPr>
              <a:t>Who has done well today?</a:t>
            </a:r>
            <a:endParaRPr lang="en-GB" dirty="0"/>
          </a:p>
        </p:txBody>
      </p:sp>
      <p:pic>
        <p:nvPicPr>
          <p:cNvPr id="10" name="Picture 8" descr="Glowing star Icon | Noto Emoji Travel &amp; Places Iconset | Google">
            <a:extLst>
              <a:ext uri="{FF2B5EF4-FFF2-40B4-BE49-F238E27FC236}">
                <a16:creationId xmlns:a16="http://schemas.microsoft.com/office/drawing/2014/main" id="{54DC34DF-29A5-E912-995F-2FF1F408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00798">
            <a:off x="8186711" y="4448237"/>
            <a:ext cx="1184173" cy="118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c 10" descr="Lightbulb and gear">
            <a:extLst>
              <a:ext uri="{FF2B5EF4-FFF2-40B4-BE49-F238E27FC236}">
                <a16:creationId xmlns:a16="http://schemas.microsoft.com/office/drawing/2014/main" id="{DD122F91-EDE8-035E-95A3-EFE5E40039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653" y="1372240"/>
            <a:ext cx="658851" cy="658851"/>
          </a:xfrm>
          <a:prstGeom prst="rect">
            <a:avLst/>
          </a:prstGeom>
        </p:spPr>
      </p:pic>
      <p:pic>
        <p:nvPicPr>
          <p:cNvPr id="17" name="Graphic 16" descr="Lightbulb and gear">
            <a:extLst>
              <a:ext uri="{FF2B5EF4-FFF2-40B4-BE49-F238E27FC236}">
                <a16:creationId xmlns:a16="http://schemas.microsoft.com/office/drawing/2014/main" id="{7104AFA6-8BCB-FFFB-3926-71788657F7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015" y="2400431"/>
            <a:ext cx="658851" cy="658851"/>
          </a:xfrm>
          <a:prstGeom prst="rect">
            <a:avLst/>
          </a:prstGeom>
        </p:spPr>
      </p:pic>
      <p:pic>
        <p:nvPicPr>
          <p:cNvPr id="18" name="Graphic 17" descr="Lightbulb and gear">
            <a:extLst>
              <a:ext uri="{FF2B5EF4-FFF2-40B4-BE49-F238E27FC236}">
                <a16:creationId xmlns:a16="http://schemas.microsoft.com/office/drawing/2014/main" id="{9EDC985A-DB23-5308-D895-18C5D11787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014" y="3425881"/>
            <a:ext cx="658851" cy="658851"/>
          </a:xfrm>
          <a:prstGeom prst="rect">
            <a:avLst/>
          </a:prstGeom>
        </p:spPr>
      </p:pic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697BF26-E0AA-A481-6134-D0AFD77FD024}"/>
              </a:ext>
            </a:extLst>
          </p:cNvPr>
          <p:cNvSpPr txBox="1">
            <a:spLocks/>
          </p:cNvSpPr>
          <p:nvPr/>
        </p:nvSpPr>
        <p:spPr>
          <a:xfrm>
            <a:off x="1333056" y="1414755"/>
            <a:ext cx="8185464" cy="654060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b="1" dirty="0"/>
              <a:t>Classify</a:t>
            </a:r>
            <a:r>
              <a:rPr lang="en-GB" sz="2200" dirty="0"/>
              <a:t> devices as either input or output.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155FF93-0F66-932D-B188-6CA4F437539A}"/>
              </a:ext>
            </a:extLst>
          </p:cNvPr>
          <p:cNvSpPr txBox="1">
            <a:spLocks/>
          </p:cNvSpPr>
          <p:nvPr/>
        </p:nvSpPr>
        <p:spPr>
          <a:xfrm>
            <a:off x="1379865" y="2437243"/>
            <a:ext cx="7122177" cy="654060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b="1" dirty="0">
                <a:solidFill>
                  <a:schemeClr val="tx1"/>
                </a:solidFill>
              </a:rPr>
              <a:t>Explain</a:t>
            </a:r>
            <a:r>
              <a:rPr lang="en-GB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 difference between an input/ output device and a computer system.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C9E0F784-DD15-7DF6-FDB2-5AB102384230}"/>
              </a:ext>
            </a:extLst>
          </p:cNvPr>
          <p:cNvSpPr txBox="1">
            <a:spLocks/>
          </p:cNvSpPr>
          <p:nvPr/>
        </p:nvSpPr>
        <p:spPr>
          <a:xfrm>
            <a:off x="1379865" y="3440977"/>
            <a:ext cx="7122177" cy="654060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Identify </a:t>
            </a:r>
            <a:r>
              <a:rPr lang="en-US" sz="2200" dirty="0">
                <a:solidFill>
                  <a:schemeClr val="tx1"/>
                </a:solidFill>
              </a:rPr>
              <a:t>the inputs and outputs of large computer systems such as a self checkout system. </a:t>
            </a:r>
          </a:p>
        </p:txBody>
      </p:sp>
      <p:pic>
        <p:nvPicPr>
          <p:cNvPr id="2" name="Lightbulb 1">
            <a:extLst>
              <a:ext uri="{FF2B5EF4-FFF2-40B4-BE49-F238E27FC236}">
                <a16:creationId xmlns:a16="http://schemas.microsoft.com/office/drawing/2014/main" id="{561F9783-05A9-0EAA-BB8C-A493291021F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615814" y="1288197"/>
            <a:ext cx="803082" cy="826936"/>
          </a:xfrm>
          <a:prstGeom prst="rect">
            <a:avLst/>
          </a:prstGeom>
        </p:spPr>
      </p:pic>
      <p:pic>
        <p:nvPicPr>
          <p:cNvPr id="3" name="Lightbulb 1">
            <a:extLst>
              <a:ext uri="{FF2B5EF4-FFF2-40B4-BE49-F238E27FC236}">
                <a16:creationId xmlns:a16="http://schemas.microsoft.com/office/drawing/2014/main" id="{CFED8C58-50A9-2526-8ADF-120F8102283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633533" y="2312711"/>
            <a:ext cx="803082" cy="826936"/>
          </a:xfrm>
          <a:prstGeom prst="rect">
            <a:avLst/>
          </a:prstGeom>
        </p:spPr>
      </p:pic>
      <p:pic>
        <p:nvPicPr>
          <p:cNvPr id="4" name="Lightbulb 1">
            <a:extLst>
              <a:ext uri="{FF2B5EF4-FFF2-40B4-BE49-F238E27FC236}">
                <a16:creationId xmlns:a16="http://schemas.microsoft.com/office/drawing/2014/main" id="{7FB2AC5A-2CE2-1441-76E3-55103FD2D21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633533" y="3331357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CE250-5C36-C327-752C-71594CBF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BBD27A-A2F5-E5E2-0DDF-287AB16CA6B4}"/>
              </a:ext>
            </a:extLst>
          </p:cNvPr>
          <p:cNvSpPr txBox="1"/>
          <p:nvPr/>
        </p:nvSpPr>
        <p:spPr>
          <a:xfrm>
            <a:off x="434974" y="696647"/>
            <a:ext cx="6294299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Daytona"/>
              </a:rPr>
              <a:t>Presentation of Work</a:t>
            </a:r>
          </a:p>
          <a:p>
            <a:pPr>
              <a:spcBef>
                <a:spcPts val="1200"/>
              </a:spcBef>
            </a:pPr>
            <a:endParaRPr lang="en-US" sz="2200" dirty="0">
              <a:latin typeface="Daytona" panose="020B0604030500040204" pitchFamily="34" charset="0"/>
            </a:endParaRP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200" dirty="0">
              <a:latin typeface="Daytona" panose="020B0604030500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6D963-8E05-3A19-DF69-496BE3FA1C03}"/>
              </a:ext>
            </a:extLst>
          </p:cNvPr>
          <p:cNvSpPr txBox="1"/>
          <p:nvPr/>
        </p:nvSpPr>
        <p:spPr>
          <a:xfrm>
            <a:off x="434564" y="1226665"/>
            <a:ext cx="5728111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GB" sz="16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Green Folders</a:t>
            </a:r>
            <a:endParaRPr lang="en-GB" sz="1600" kern="100" dirty="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Completed cover page at the front of your folder.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Pages in chronological order (new work at the back). </a:t>
            </a:r>
          </a:p>
          <a:p>
            <a:pPr marL="457200"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6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GB" sz="1600" kern="100" dirty="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6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 </a:t>
            </a:r>
            <a:r>
              <a:rPr lang="en-GB" sz="1600" b="1" kern="100" dirty="0" err="1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Nows</a:t>
            </a:r>
            <a:r>
              <a:rPr lang="en-GB" sz="16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&amp; Assessments</a:t>
            </a:r>
            <a:endParaRPr lang="en-GB" sz="1600" kern="100" dirty="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Write in black or blue ink.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 in coloured pen.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best handwriting (joined up or printed clearly).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Mistakes crossed out with a single line.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scribbles, doodles or graffiti.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Pages not torn, creased or stained.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Correct use of capital letters, full stops and commas etc.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Write in full sentences.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BF08A3-B88B-433D-DB9C-1D2A613955CB}"/>
              </a:ext>
            </a:extLst>
          </p:cNvPr>
          <p:cNvSpPr txBox="1"/>
          <p:nvPr/>
        </p:nvSpPr>
        <p:spPr>
          <a:xfrm>
            <a:off x="6256537" y="1226665"/>
            <a:ext cx="6156664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6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Paper Based Lessons</a:t>
            </a:r>
            <a:br>
              <a:rPr lang="en-GB" sz="16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kern="100" dirty="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Previous</a:t>
            </a:r>
            <a:r>
              <a:rPr lang="en-GB" sz="1600" b="1" kern="100" dirty="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plus the following: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Title and date at the top of each piece of work.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Underline title and headings with a ruler.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Diagrams or charts neatly drawn and labelled.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600" b="1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 Notebook</a:t>
            </a:r>
            <a:endParaRPr lang="en-GB" sz="1600" kern="100" dirty="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 added to each row.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Write in black font.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 in purple font.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Titles and headings in bold and/or underlined.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Unordered lists using bullet points.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Ordered lists using numbering.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Screenshots and images cropped and not distorted. 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600" kern="100" dirty="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subheadings or write the question in your answer. </a:t>
            </a:r>
            <a:endParaRPr lang="en-GB" sz="1050" kern="100" dirty="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4084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09a2e7fe-bc0c-4b13-852e-7324c743c5b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4D21B94-15D6-4D92-9C31-2F505E22F88A}" vid="{E97799A3-AA53-4A43-94F2-A52BE1F49A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F5C8DB6524E042920744FAE0E40E34" ma:contentTypeVersion="19" ma:contentTypeDescription="Create a new document." ma:contentTypeScope="" ma:versionID="1a05b7646520c25defa78206c1fbe74e">
  <xsd:schema xmlns:xsd="http://www.w3.org/2001/XMLSchema" xmlns:xs="http://www.w3.org/2001/XMLSchema" xmlns:p="http://schemas.microsoft.com/office/2006/metadata/properties" xmlns:ns2="bfe72cd4-5de8-44f3-bcb9-4e4b78d78579" xmlns:ns3="22f59333-07dd-4348-bbcd-8c36bc1bb6bd" targetNamespace="http://schemas.microsoft.com/office/2006/metadata/properties" ma:root="true" ma:fieldsID="d7cd5cbd3a93b5c46ea5b69b472b1e68" ns2:_="" ns3:_="">
    <xsd:import namespace="bfe72cd4-5de8-44f3-bcb9-4e4b78d78579"/>
    <xsd:import namespace="22f59333-07dd-4348-bbcd-8c36bc1bb6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dateaccessed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72cd4-5de8-44f3-bcb9-4e4b78d785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8c75037-beba-46f7-960b-ede9acc496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eaccessed" ma:index="25" nillable="true" ma:displayName="dateaccessed" ma:format="DateOnly" ma:internalName="dateaccessed">
      <xsd:simpleType>
        <xsd:restriction base="dms:DateTim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f59333-07dd-4348-bbcd-8c36bc1bb6b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6c9b8a4-5ab7-4e38-b4de-59c7e1d65cc3}" ma:internalName="TaxCatchAll" ma:showField="CatchAllData" ma:web="22f59333-07dd-4348-bbcd-8c36bc1bb6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f59333-07dd-4348-bbcd-8c36bc1bb6bd" xsi:nil="true"/>
    <lcf76f155ced4ddcb4097134ff3c332f xmlns="bfe72cd4-5de8-44f3-bcb9-4e4b78d78579">
      <Terms xmlns="http://schemas.microsoft.com/office/infopath/2007/PartnerControls"/>
    </lcf76f155ced4ddcb4097134ff3c332f>
    <dateaccessed xmlns="bfe72cd4-5de8-44f3-bcb9-4e4b78d78579" xsi:nil="true"/>
  </documentManagement>
</p:properties>
</file>

<file path=customXml/itemProps1.xml><?xml version="1.0" encoding="utf-8"?>
<ds:datastoreItem xmlns:ds="http://schemas.openxmlformats.org/officeDocument/2006/customXml" ds:itemID="{1B1C5F79-FBCA-4F46-A1D7-BC99FE0F32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85B072-1D32-4C4E-95C1-132E86B1B8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72cd4-5de8-44f3-bcb9-4e4b78d78579"/>
    <ds:schemaRef ds:uri="22f59333-07dd-4348-bbcd-8c36bc1bb6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9CC6F5-B8E3-43F9-8A87-0F870821AA79}">
  <ds:schemaRefs>
    <ds:schemaRef ds:uri="22f59333-07dd-4348-bbcd-8c36bc1bb6bd"/>
    <ds:schemaRef ds:uri="401213bc-cf33-4e82-9359-cd35485a38d2"/>
    <ds:schemaRef ds:uri="aeaad743-c813-4b01-b7d5-36368adb10b7"/>
    <ds:schemaRef ds:uri="bfe72cd4-5de8-44f3-bcb9-4e4b78d7857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KS3 Template</Template>
  <TotalTime>932</TotalTime>
  <Words>1470</Words>
  <Application>Microsoft Office PowerPoint</Application>
  <PresentationFormat>Widescreen</PresentationFormat>
  <Paragraphs>237</Paragraphs>
  <Slides>14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Avenir Next LT Pro</vt:lpstr>
      <vt:lpstr>Calibri</vt:lpstr>
      <vt:lpstr>Cantarell</vt:lpstr>
      <vt:lpstr>Century Gothic</vt:lpstr>
      <vt:lpstr>Corbel Light</vt:lpstr>
      <vt:lpstr>Daytona</vt:lpstr>
      <vt:lpstr>Symbol</vt:lpstr>
      <vt:lpstr>Office Theme</vt:lpstr>
      <vt:lpstr>8.1 Lesson 1 - Computer Systems</vt:lpstr>
      <vt:lpstr>8.1 Lesson 1 - Computer Systems</vt:lpstr>
      <vt:lpstr>8.1 Lesson 1 - Computer Systems</vt:lpstr>
      <vt:lpstr>8.1 Lesson 1 - Computer Systems</vt:lpstr>
      <vt:lpstr>8.1 Lesson 1 - Computer Systems</vt:lpstr>
      <vt:lpstr>8.1 Lesson 1 - Computer Systems</vt:lpstr>
      <vt:lpstr>8.1 Lesson 1 - Computer Systems</vt:lpstr>
      <vt:lpstr>8.1 Lesson 1 - Computer Systems</vt:lpstr>
      <vt:lpstr>8.1 Lesson 1 - Computer Systems</vt:lpstr>
      <vt:lpstr>8.1 Lesson 1 - Computer Systems</vt:lpstr>
      <vt:lpstr>8.1 Lesson 1 - Computer Systems</vt:lpstr>
      <vt:lpstr>8.1 Lesson 1 - Computer Systems</vt:lpstr>
      <vt:lpstr>8.1 Lesson 1 - Computer Systems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7.1.1 Introducing Computing</dc:title>
  <dc:creator>Amy Peebles</dc:creator>
  <cp:lastModifiedBy>Amy Peebles</cp:lastModifiedBy>
  <cp:revision>1</cp:revision>
  <dcterms:created xsi:type="dcterms:W3CDTF">2022-02-21T16:28:15Z</dcterms:created>
  <dcterms:modified xsi:type="dcterms:W3CDTF">2026-09-18T21:25:14Z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0x01010053F5C8DB6524E042920744FAE0E40E34</vt:lpwstr>
  </property>
  <property fmtid="{D5CDD505-2E9C-101B-9397-08002B2CF9AE}" pid="3" name="Order">
    <vt:r8>8700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</Properties>
</file>